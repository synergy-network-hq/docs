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258" r:id="rId2"/>
    <p:sldId id="275" r:id="rId3"/>
    <p:sldId id="260" r:id="rId4"/>
    <p:sldId id="274" r:id="rId5"/>
    <p:sldId id="269" r:id="rId6"/>
    <p:sldId id="268" r:id="rId7"/>
    <p:sldId id="273" r:id="rId8"/>
    <p:sldId id="272" r:id="rId9"/>
    <p:sldId id="271" r:id="rId10"/>
    <p:sldId id="276" r:id="rId11"/>
    <p:sldId id="270" r:id="rId12"/>
    <p:sldId id="277" r:id="rId13"/>
    <p:sldId id="324" r:id="rId14"/>
    <p:sldId id="326" r:id="rId15"/>
    <p:sldId id="327" r:id="rId16"/>
    <p:sldId id="328" r:id="rId17"/>
    <p:sldId id="329" r:id="rId18"/>
    <p:sldId id="330" r:id="rId19"/>
    <p:sldId id="323" r:id="rId20"/>
    <p:sldId id="331" r:id="rId21"/>
    <p:sldId id="332" r:id="rId22"/>
    <p:sldId id="333" r:id="rId23"/>
    <p:sldId id="334" r:id="rId24"/>
    <p:sldId id="335" r:id="rId25"/>
    <p:sldId id="278" r:id="rId26"/>
    <p:sldId id="336" r:id="rId27"/>
    <p:sldId id="337" r:id="rId28"/>
    <p:sldId id="338" r:id="rId29"/>
    <p:sldId id="339" r:id="rId30"/>
    <p:sldId id="325" r:id="rId31"/>
    <p:sldId id="340" r:id="rId32"/>
    <p:sldId id="341" r:id="rId33"/>
    <p:sldId id="342" r:id="rId34"/>
    <p:sldId id="343" r:id="rId35"/>
    <p:sldId id="344" r:id="rId36"/>
    <p:sldId id="279" r:id="rId37"/>
    <p:sldId id="280" r:id="rId38"/>
    <p:sldId id="281" r:id="rId39"/>
    <p:sldId id="345" r:id="rId40"/>
    <p:sldId id="283" r:id="rId41"/>
    <p:sldId id="282" r:id="rId42"/>
    <p:sldId id="284" r:id="rId43"/>
    <p:sldId id="285" r:id="rId44"/>
    <p:sldId id="286" r:id="rId45"/>
    <p:sldId id="346" r:id="rId46"/>
    <p:sldId id="287" r:id="rId47"/>
    <p:sldId id="288" r:id="rId48"/>
    <p:sldId id="289" r:id="rId49"/>
    <p:sldId id="290" r:id="rId50"/>
    <p:sldId id="347" r:id="rId51"/>
    <p:sldId id="291" r:id="rId52"/>
    <p:sldId id="292" r:id="rId53"/>
    <p:sldId id="293" r:id="rId54"/>
    <p:sldId id="294" r:id="rId55"/>
    <p:sldId id="295" r:id="rId56"/>
    <p:sldId id="296" r:id="rId5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D00FF"/>
    <a:srgbClr val="0060FF"/>
    <a:srgbClr val="00CED1"/>
    <a:srgbClr val="00FF66"/>
    <a:srgbClr val="030206"/>
    <a:srgbClr val="111622"/>
    <a:srgbClr val="05070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7189"/>
    <p:restoredTop sz="86452"/>
  </p:normalViewPr>
  <p:slideViewPr>
    <p:cSldViewPr snapToGrid="0" snapToObjects="1">
      <p:cViewPr varScale="1">
        <p:scale>
          <a:sx n="118" d="100"/>
          <a:sy n="118" d="100"/>
        </p:scale>
        <p:origin x="1992" y="4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116" d="100"/>
          <a:sy n="116" d="100"/>
        </p:scale>
        <p:origin x="4888"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7C066F-9132-F449-90E2-88F22B07E212}" type="datetimeFigureOut">
              <a:rPr lang="en-US" smtClean="0"/>
              <a:t>11/14/25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4103F2-FCED-B641-A77F-22042F2F108C}" type="slidenum">
              <a:rPr lang="en-US" smtClean="0"/>
              <a:t>‹#›</a:t>
            </a:fld>
            <a:endParaRPr lang="en-US"/>
          </a:p>
        </p:txBody>
      </p:sp>
    </p:spTree>
    <p:extLst>
      <p:ext uri="{BB962C8B-B14F-4D97-AF65-F5344CB8AC3E}">
        <p14:creationId xmlns:p14="http://schemas.microsoft.com/office/powerpoint/2010/main" val="1332993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4103F2-FCED-B641-A77F-22042F2F108C}" type="slidenum">
              <a:rPr lang="en-US" smtClean="0"/>
              <a:t>1</a:t>
            </a:fld>
            <a:endParaRPr lang="en-US"/>
          </a:p>
        </p:txBody>
      </p:sp>
    </p:spTree>
    <p:extLst>
      <p:ext uri="{BB962C8B-B14F-4D97-AF65-F5344CB8AC3E}">
        <p14:creationId xmlns:p14="http://schemas.microsoft.com/office/powerpoint/2010/main" val="12369452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8F9D2-C811-A2E2-4BFE-EE2ED995E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B033BD-9350-4F6B-32E5-5A2A7A4DBFF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886A950-7956-64F9-AAC1-5116D35B80B6}"/>
              </a:ext>
            </a:extLst>
          </p:cNvPr>
          <p:cNvSpPr>
            <a:spLocks noGrp="1"/>
          </p:cNvSpPr>
          <p:nvPr>
            <p:ph type="body" idx="1"/>
          </p:nvPr>
        </p:nvSpPr>
        <p:spPr/>
        <p:txBody>
          <a:bodyPr/>
          <a:lstStyle/>
          <a:p>
            <a:pPr>
              <a:buNone/>
            </a:pPr>
            <a:r>
              <a:rPr lang="en-US" dirty="0"/>
              <a:t>Generated by Copilot</a:t>
            </a:r>
            <a:br>
              <a:rPr lang="en-US" dirty="0"/>
            </a:br>
            <a:br>
              <a:rPr lang="en-US" dirty="0"/>
            </a:br>
            <a:r>
              <a:rPr lang="en-US" dirty="0"/>
              <a:t>This slide introduces the concept of the Synergy Network, emphasizing its core principles: logic, connection, consensus, security, and evolution. These elements highlight the network's foundation in rational design and secure, collaborative interaction. The phrase 'Evolving Together' suggests a dynamic system that grows and adapts through collective participation, reinforcing the importance of cooperation and trust within the network. This sets the stage for understanding how the Synergy Network operates as an interconnected ecosystem focused on innovation and security. </a:t>
            </a:r>
            <a:br>
              <a:rPr lang="en-US" dirty="0"/>
            </a:br>
            <a:endParaRPr lang="en-US" dirty="0"/>
          </a:p>
          <a:p>
            <a:pPr>
              <a:buNone/>
            </a:pPr>
            <a:r>
              <a:rPr lang="en-US" dirty="0"/>
              <a:t>______</a:t>
            </a:r>
          </a:p>
          <a:p>
            <a:pPr>
              <a:buNone/>
            </a:pPr>
            <a:br>
              <a:rPr lang="en-US" dirty="0"/>
            </a:br>
            <a:endParaRPr lang="en-US" dirty="0"/>
          </a:p>
        </p:txBody>
      </p:sp>
      <p:sp>
        <p:nvSpPr>
          <p:cNvPr id="4" name="Slide Number Placeholder 3">
            <a:extLst>
              <a:ext uri="{FF2B5EF4-FFF2-40B4-BE49-F238E27FC236}">
                <a16:creationId xmlns:a16="http://schemas.microsoft.com/office/drawing/2014/main" id="{426EB6FD-F1C5-3B01-33C3-B2FC0F3CFC93}"/>
              </a:ext>
            </a:extLst>
          </p:cNvPr>
          <p:cNvSpPr>
            <a:spLocks noGrp="1"/>
          </p:cNvSpPr>
          <p:nvPr>
            <p:ph type="sldNum" sz="quarter" idx="5"/>
          </p:nvPr>
        </p:nvSpPr>
        <p:spPr/>
        <p:txBody>
          <a:bodyPr/>
          <a:lstStyle/>
          <a:p>
            <a:fld id="{774103F2-FCED-B641-A77F-22042F2F108C}" type="slidenum">
              <a:rPr lang="en-US" smtClean="0"/>
              <a:t>2</a:t>
            </a:fld>
            <a:endParaRPr lang="en-US"/>
          </a:p>
        </p:txBody>
      </p:sp>
    </p:spTree>
    <p:extLst>
      <p:ext uri="{BB962C8B-B14F-4D97-AF65-F5344CB8AC3E}">
        <p14:creationId xmlns:p14="http://schemas.microsoft.com/office/powerpoint/2010/main" val="3040435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4103F2-FCED-B641-A77F-22042F2F108C}" type="slidenum">
              <a:rPr lang="en-US" smtClean="0"/>
              <a:t>5</a:t>
            </a:fld>
            <a:endParaRPr lang="en-US"/>
          </a:p>
        </p:txBody>
      </p:sp>
    </p:spTree>
    <p:extLst>
      <p:ext uri="{BB962C8B-B14F-4D97-AF65-F5344CB8AC3E}">
        <p14:creationId xmlns:p14="http://schemas.microsoft.com/office/powerpoint/2010/main" val="1897364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11/14/25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3C9B9718-7FCE-70D6-85EE-540B752AEF65}"/>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2F3E50DD-79C4-AAF5-6D75-CD2331A8DC31}"/>
              </a:ext>
            </a:extLst>
          </p:cNvPr>
          <p:cNvPicPr>
            <a:picLocks noChangeAspect="1"/>
          </p:cNvPicPr>
          <p:nvPr/>
        </p:nvPicPr>
        <p:blipFill>
          <a:blip r:embed="rId3">
            <a:alphaModFix amt="50000"/>
          </a:blip>
          <a:stretch>
            <a:fillRect/>
          </a:stretch>
        </p:blipFill>
        <p:spPr>
          <a:xfrm>
            <a:off x="2652696" y="1509696"/>
            <a:ext cx="3838608" cy="3838608"/>
          </a:xfrm>
          <a:prstGeom prst="rect">
            <a:avLst/>
          </a:prstGeom>
        </p:spPr>
      </p:pic>
      <p:sp>
        <p:nvSpPr>
          <p:cNvPr id="4" name="TextBox 3">
            <a:extLst>
              <a:ext uri="{FF2B5EF4-FFF2-40B4-BE49-F238E27FC236}">
                <a16:creationId xmlns:a16="http://schemas.microsoft.com/office/drawing/2014/main" id="{333B82E9-FCEF-AE4D-B32B-E5D80BE54A84}"/>
              </a:ext>
            </a:extLst>
          </p:cNvPr>
          <p:cNvSpPr txBox="1"/>
          <p:nvPr/>
        </p:nvSpPr>
        <p:spPr>
          <a:xfrm>
            <a:off x="929640" y="2967335"/>
            <a:ext cx="7284720" cy="923330"/>
          </a:xfrm>
          <a:prstGeom prst="rect">
            <a:avLst/>
          </a:prstGeom>
          <a:noFill/>
        </p:spPr>
        <p:txBody>
          <a:bodyPr wrap="square">
            <a:spAutoFit/>
          </a:bodyPr>
          <a:lstStyle/>
          <a:p>
            <a:pPr algn="ctr">
              <a:defRPr sz="6000">
                <a:solidFill>
                  <a:srgbClr val="FFFFFF"/>
                </a:solidFill>
                <a:latin typeface="Arial"/>
              </a:defRPr>
            </a:pPr>
            <a:r>
              <a:rPr sz="5400" b="1" dirty="0">
                <a:latin typeface="Orbitron Black" pitchFamily="2" charset="0"/>
              </a:rPr>
              <a:t>Synergy </a:t>
            </a:r>
            <a:r>
              <a:rPr lang="en-US" sz="5400" b="1" dirty="0">
                <a:latin typeface="Orbitron Black" pitchFamily="2" charset="0"/>
              </a:rPr>
              <a:t> </a:t>
            </a:r>
            <a:r>
              <a:rPr sz="5400" b="1" dirty="0">
                <a:latin typeface="Orbitron Black" pitchFamily="2" charset="0"/>
              </a:rPr>
              <a:t>Network</a:t>
            </a:r>
          </a:p>
        </p:txBody>
      </p:sp>
    </p:spTree>
    <p:extLst>
      <p:ext uri="{BB962C8B-B14F-4D97-AF65-F5344CB8AC3E}">
        <p14:creationId xmlns:p14="http://schemas.microsoft.com/office/powerpoint/2010/main" val="30719938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40E7AB61-5799-406A-F350-BC3A81118D64}"/>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D3F35B55-3542-580A-CC73-3ADDC8331236}"/>
              </a:ext>
            </a:extLst>
          </p:cNvPr>
          <p:cNvPicPr>
            <a:picLocks noChangeAspect="1"/>
          </p:cNvPicPr>
          <p:nvPr/>
        </p:nvPicPr>
        <p:blipFill>
          <a:blip r:embed="rId3">
            <a:alphaModFix amt="50000"/>
          </a:blip>
          <a:stretch>
            <a:fillRect/>
          </a:stretch>
        </p:blipFill>
        <p:spPr>
          <a:xfrm>
            <a:off x="3357101" y="1046777"/>
            <a:ext cx="2429798" cy="2429798"/>
          </a:xfrm>
          <a:prstGeom prst="rect">
            <a:avLst/>
          </a:prstGeom>
        </p:spPr>
      </p:pic>
      <p:sp>
        <p:nvSpPr>
          <p:cNvPr id="4" name="TextBox 3">
            <a:extLst>
              <a:ext uri="{FF2B5EF4-FFF2-40B4-BE49-F238E27FC236}">
                <a16:creationId xmlns:a16="http://schemas.microsoft.com/office/drawing/2014/main" id="{E3456A3B-A999-D221-EDA0-6035C5FE9131}"/>
              </a:ext>
            </a:extLst>
          </p:cNvPr>
          <p:cNvSpPr txBox="1"/>
          <p:nvPr/>
        </p:nvSpPr>
        <p:spPr>
          <a:xfrm>
            <a:off x="1502399" y="1838046"/>
            <a:ext cx="6139203" cy="769441"/>
          </a:xfrm>
          <a:prstGeom prst="rect">
            <a:avLst/>
          </a:prstGeom>
          <a:noFill/>
        </p:spPr>
        <p:txBody>
          <a:bodyPr wrap="square">
            <a:spAutoFit/>
          </a:bodyPr>
          <a:lstStyle/>
          <a:p>
            <a:pPr algn="ctr">
              <a:defRPr sz="6000">
                <a:solidFill>
                  <a:srgbClr val="FFFFFF"/>
                </a:solidFill>
                <a:latin typeface="Arial"/>
              </a:defRPr>
            </a:pPr>
            <a:r>
              <a:rPr sz="4400" b="1" dirty="0">
                <a:latin typeface="Orbitron Black" pitchFamily="2" charset="0"/>
              </a:rPr>
              <a:t>Synergy </a:t>
            </a:r>
            <a:r>
              <a:rPr lang="en-US" sz="4400" b="1" dirty="0">
                <a:latin typeface="Orbitron Black" pitchFamily="2" charset="0"/>
              </a:rPr>
              <a:t> </a:t>
            </a:r>
            <a:r>
              <a:rPr sz="4400" b="1" dirty="0">
                <a:latin typeface="Orbitron Black" pitchFamily="2" charset="0"/>
              </a:rPr>
              <a:t>Network</a:t>
            </a:r>
          </a:p>
        </p:txBody>
      </p:sp>
      <p:sp>
        <p:nvSpPr>
          <p:cNvPr id="3" name="TextBox 2">
            <a:extLst>
              <a:ext uri="{FF2B5EF4-FFF2-40B4-BE49-F238E27FC236}">
                <a16:creationId xmlns:a16="http://schemas.microsoft.com/office/drawing/2014/main" id="{7799E91A-4633-C435-4063-5843E0C9458E}"/>
              </a:ext>
            </a:extLst>
          </p:cNvPr>
          <p:cNvSpPr txBox="1"/>
          <p:nvPr/>
        </p:nvSpPr>
        <p:spPr>
          <a:xfrm>
            <a:off x="1184080" y="4049397"/>
            <a:ext cx="6775839" cy="923330"/>
          </a:xfrm>
          <a:prstGeom prst="rect">
            <a:avLst/>
          </a:prstGeom>
          <a:noFill/>
        </p:spPr>
        <p:txBody>
          <a:bodyPr wrap="square" rtlCol="0" anchor="ctr">
            <a:spAutoFit/>
          </a:bodyPr>
          <a:lstStyle/>
          <a:p>
            <a:pPr algn="ctr"/>
            <a:r>
              <a:rPr lang="en-US" b="1" spc="300" dirty="0">
                <a:solidFill>
                  <a:schemeClr val="bg1"/>
                </a:solidFill>
                <a:latin typeface="Orbitron SemiBold" pitchFamily="2" charset="0"/>
              </a:rPr>
              <a:t>Logic. Connection. Consensus. Security.</a:t>
            </a:r>
          </a:p>
          <a:p>
            <a:pPr algn="ctr"/>
            <a:endParaRPr lang="en-US" b="1" spc="300" dirty="0">
              <a:solidFill>
                <a:schemeClr val="bg1"/>
              </a:solidFill>
              <a:latin typeface="Orbitron SemiBold" pitchFamily="2" charset="0"/>
            </a:endParaRPr>
          </a:p>
          <a:p>
            <a:pPr algn="ctr"/>
            <a:r>
              <a:rPr lang="en-US" b="1" spc="300" dirty="0">
                <a:solidFill>
                  <a:schemeClr val="bg1"/>
                </a:solidFill>
                <a:latin typeface="Orbitron SemiBold" pitchFamily="2" charset="0"/>
              </a:rPr>
              <a:t>Evolving Together.</a:t>
            </a:r>
          </a:p>
        </p:txBody>
      </p:sp>
      <p:pic>
        <p:nvPicPr>
          <p:cNvPr id="5" name="Picture 4" descr="synergy_4color_gradient.png">
            <a:extLst>
              <a:ext uri="{FF2B5EF4-FFF2-40B4-BE49-F238E27FC236}">
                <a16:creationId xmlns:a16="http://schemas.microsoft.com/office/drawing/2014/main" id="{5AEF0575-5D38-14D9-B58E-115A5898BC86}"/>
              </a:ext>
            </a:extLst>
          </p:cNvPr>
          <p:cNvPicPr>
            <a:picLocks noChangeAspect="1"/>
          </p:cNvPicPr>
          <p:nvPr/>
        </p:nvPicPr>
        <p:blipFill>
          <a:blip r:embed="rId4"/>
          <a:stretch>
            <a:fillRect/>
          </a:stretch>
        </p:blipFill>
        <p:spPr>
          <a:xfrm>
            <a:off x="274319" y="3653836"/>
            <a:ext cx="8595360" cy="45719"/>
          </a:xfrm>
          <a:prstGeom prst="rect">
            <a:avLst/>
          </a:prstGeom>
        </p:spPr>
      </p:pic>
      <p:pic>
        <p:nvPicPr>
          <p:cNvPr id="6" name="Picture 5" descr="synergy_4color_gradient.png">
            <a:extLst>
              <a:ext uri="{FF2B5EF4-FFF2-40B4-BE49-F238E27FC236}">
                <a16:creationId xmlns:a16="http://schemas.microsoft.com/office/drawing/2014/main" id="{E06C52CC-EF31-0093-7A0B-A8DB135B2B22}"/>
              </a:ext>
            </a:extLst>
          </p:cNvPr>
          <p:cNvPicPr>
            <a:picLocks noChangeAspect="1"/>
          </p:cNvPicPr>
          <p:nvPr/>
        </p:nvPicPr>
        <p:blipFill>
          <a:blip r:embed="rId4"/>
          <a:stretch>
            <a:fillRect/>
          </a:stretch>
        </p:blipFill>
        <p:spPr>
          <a:xfrm>
            <a:off x="274319" y="5299976"/>
            <a:ext cx="8595360" cy="45719"/>
          </a:xfrm>
          <a:prstGeom prst="rect">
            <a:avLst/>
          </a:prstGeom>
        </p:spPr>
      </p:pic>
    </p:spTree>
    <p:extLst>
      <p:ext uri="{BB962C8B-B14F-4D97-AF65-F5344CB8AC3E}">
        <p14:creationId xmlns:p14="http://schemas.microsoft.com/office/powerpoint/2010/main" val="34876453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1"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par>
                                <p:cTn id="10" presetID="55" presetClass="entr" presetSubtype="0" fill="hold" grpId="1"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 calcmode="lin" valueType="num">
                                      <p:cBhvr>
                                        <p:cTn id="12"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13"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14" dur="1000"/>
                                        <p:tgtEl>
                                          <p:spTgt spid="3">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xit" presetSubtype="21" fill="hold" grpId="2" nodeType="clickEffect">
                                  <p:stCondLst>
                                    <p:cond delay="0"/>
                                  </p:stCondLst>
                                  <p:childTnLst>
                                    <p:animEffect transition="out" filter="barn(inVertical)">
                                      <p:cBhvr>
                                        <p:cTn id="18" dur="500"/>
                                        <p:tgtEl>
                                          <p:spTgt spid="3">
                                            <p:txEl>
                                              <p:pRg st="0" end="0"/>
                                            </p:txEl>
                                          </p:spTgt>
                                        </p:tgtEl>
                                      </p:cBhvr>
                                    </p:animEffect>
                                    <p:set>
                                      <p:cBhvr>
                                        <p:cTn id="19" dur="1" fill="hold">
                                          <p:stCondLst>
                                            <p:cond delay="499"/>
                                          </p:stCondLst>
                                        </p:cTn>
                                        <p:tgtEl>
                                          <p:spTgt spid="3">
                                            <p:txEl>
                                              <p:pRg st="0" end="0"/>
                                            </p:txEl>
                                          </p:spTgt>
                                        </p:tgtEl>
                                        <p:attrNameLst>
                                          <p:attrName>style.visibility</p:attrName>
                                        </p:attrNameLst>
                                      </p:cBhvr>
                                      <p:to>
                                        <p:strVal val="hidden"/>
                                      </p:to>
                                    </p:set>
                                  </p:childTnLst>
                                </p:cTn>
                              </p:par>
                              <p:par>
                                <p:cTn id="20" presetID="16" presetClass="exit" presetSubtype="21" fill="hold" grpId="2" nodeType="withEffect">
                                  <p:stCondLst>
                                    <p:cond delay="0"/>
                                  </p:stCondLst>
                                  <p:childTnLst>
                                    <p:animEffect transition="out" filter="barn(inVertical)">
                                      <p:cBhvr>
                                        <p:cTn id="21" dur="500"/>
                                        <p:tgtEl>
                                          <p:spTgt spid="3">
                                            <p:txEl>
                                              <p:pRg st="2" end="2"/>
                                            </p:txEl>
                                          </p:spTgt>
                                        </p:tgtEl>
                                      </p:cBhvr>
                                    </p:animEffect>
                                    <p:set>
                                      <p:cBhvr>
                                        <p:cTn id="22" dur="1" fill="hold">
                                          <p:stCondLst>
                                            <p:cond delay="499"/>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build="allAtOnce"/>
      <p:bldP spid="3" grpId="2" uiExpand="1"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3DF47875-B0AE-C1C3-6AD4-BC472CCB9060}"/>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025242FB-94C3-EC3E-1E23-9F0489146974}"/>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5A2B156D-6715-56C3-A409-8B0BA1A2AB84}"/>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295528DD-D4CD-1BA0-43BF-4DAE61E7BB72}"/>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F05CDCE8-2C6C-DA39-8A5F-868877C09570}"/>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Rounded Rectangle 1">
            <a:extLst>
              <a:ext uri="{FF2B5EF4-FFF2-40B4-BE49-F238E27FC236}">
                <a16:creationId xmlns:a16="http://schemas.microsoft.com/office/drawing/2014/main" id="{2736CCC1-1F3E-B2BE-1E7D-9F133FCED24F}"/>
              </a:ext>
            </a:extLst>
          </p:cNvPr>
          <p:cNvSpPr/>
          <p:nvPr/>
        </p:nvSpPr>
        <p:spPr>
          <a:xfrm>
            <a:off x="1219473" y="1677082"/>
            <a:ext cx="6705054" cy="4177119"/>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C15DB730-050C-E507-087F-83116700FA97}"/>
              </a:ext>
            </a:extLst>
          </p:cNvPr>
          <p:cNvSpPr/>
          <p:nvPr/>
        </p:nvSpPr>
        <p:spPr>
          <a:xfrm>
            <a:off x="1219473" y="904672"/>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8CE22FB-986F-5132-2B8D-772924EA58FC}"/>
              </a:ext>
            </a:extLst>
          </p:cNvPr>
          <p:cNvSpPr txBox="1"/>
          <p:nvPr/>
        </p:nvSpPr>
        <p:spPr>
          <a:xfrm>
            <a:off x="1184078" y="100360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The Problem Blockchain Has Failed to Solve</a:t>
            </a:r>
            <a:endParaRPr lang="en-US" sz="2000" b="1" spc="300" dirty="0">
              <a:solidFill>
                <a:schemeClr val="bg1"/>
              </a:solidFill>
              <a:latin typeface="Orbitron Black" pitchFamily="2" charset="0"/>
            </a:endParaRPr>
          </a:p>
        </p:txBody>
      </p:sp>
      <p:sp>
        <p:nvSpPr>
          <p:cNvPr id="8" name="TextBox 7">
            <a:extLst>
              <a:ext uri="{FF2B5EF4-FFF2-40B4-BE49-F238E27FC236}">
                <a16:creationId xmlns:a16="http://schemas.microsoft.com/office/drawing/2014/main" id="{0834B8BF-6D34-680A-31EC-2C31044E497C}"/>
              </a:ext>
            </a:extLst>
          </p:cNvPr>
          <p:cNvSpPr txBox="1"/>
          <p:nvPr/>
        </p:nvSpPr>
        <p:spPr>
          <a:xfrm>
            <a:off x="1641290" y="1788159"/>
            <a:ext cx="6063021" cy="3970318"/>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The blockchain industry is fragmented, insecure, and fundamentally incompatible across chains.</a:t>
            </a:r>
          </a:p>
          <a:p>
            <a:br>
              <a:rPr lang="en-US" dirty="0">
                <a:solidFill>
                  <a:schemeClr val="bg1"/>
                </a:solidFill>
                <a:latin typeface="Inter" panose="02000503000000020004" pitchFamily="2" charset="0"/>
                <a:ea typeface="Inter" panose="02000503000000020004" pitchFamily="2" charset="0"/>
              </a:rPr>
            </a:br>
            <a:r>
              <a:rPr lang="en-US" dirty="0">
                <a:solidFill>
                  <a:schemeClr val="bg1"/>
                </a:solidFill>
                <a:latin typeface="Inter" panose="02000503000000020004" pitchFamily="2" charset="0"/>
                <a:ea typeface="Inter" panose="02000503000000020004" pitchFamily="2" charset="0"/>
              </a:rPr>
              <a:t>Today’s networks suffer from:</a:t>
            </a:r>
          </a:p>
          <a:p>
            <a:endParaRPr lang="en-US" sz="1050"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Isolated ecosystems</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Insecure bridges</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Quantum-vulnerable cryptography</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Consensus models that reward centralization</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Developer fragmentation</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Lack of real enterprise adoption</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Synergy fixes every one of these issues — in one unified architecture.</a:t>
            </a:r>
          </a:p>
        </p:txBody>
      </p:sp>
      <p:sp>
        <p:nvSpPr>
          <p:cNvPr id="9" name="TextBox 8">
            <a:extLst>
              <a:ext uri="{FF2B5EF4-FFF2-40B4-BE49-F238E27FC236}">
                <a16:creationId xmlns:a16="http://schemas.microsoft.com/office/drawing/2014/main" id="{2868558D-4C2C-92DD-04EA-0A3A9B65006D}"/>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36293122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1"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p:cTn id="7" dur="1000" fill="hold"/>
                                        <p:tgtEl>
                                          <p:spTgt spid="7">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7">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7">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1" fill="hold" grpId="1" nodeType="clickEffect">
                                  <p:stCondLst>
                                    <p:cond delay="0"/>
                                  </p:stCondLst>
                                  <p:iterate type="wd">
                                    <p:tmPct val="10000"/>
                                  </p:iterate>
                                  <p:childTnLst>
                                    <p:set>
                                      <p:cBhvr>
                                        <p:cTn id="13" dur="1" fill="hold">
                                          <p:stCondLst>
                                            <p:cond delay="0"/>
                                          </p:stCondLst>
                                        </p:cTn>
                                        <p:tgtEl>
                                          <p:spTgt spid="8">
                                            <p:txEl>
                                              <p:pRg st="0" end="0"/>
                                            </p:txEl>
                                          </p:spTgt>
                                        </p:tgtEl>
                                        <p:attrNameLst>
                                          <p:attrName>style.visibility</p:attrName>
                                        </p:attrNameLst>
                                      </p:cBhvr>
                                      <p:to>
                                        <p:strVal val="visible"/>
                                      </p:to>
                                    </p:set>
                                    <p:anim calcmode="lin" valueType="num">
                                      <p:cBhvr additive="base">
                                        <p:cTn id="14"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down)">
                                      <p:cBhvr>
                                        <p:cTn id="15" dur="500"/>
                                        <p:tgtEl>
                                          <p:spTgt spid="8">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grpId="1" nodeType="clickEffect">
                                  <p:stCondLst>
                                    <p:cond delay="0"/>
                                  </p:stCondLst>
                                  <p:iterate type="wd">
                                    <p:tmPct val="10000"/>
                                  </p:iterate>
                                  <p:childTnLst>
                                    <p:set>
                                      <p:cBhvr>
                                        <p:cTn id="19" dur="1" fill="hold">
                                          <p:stCondLst>
                                            <p:cond delay="0"/>
                                          </p:stCondLst>
                                        </p:cTn>
                                        <p:tgtEl>
                                          <p:spTgt spid="8">
                                            <p:txEl>
                                              <p:pRg st="1" end="1"/>
                                            </p:txEl>
                                          </p:spTgt>
                                        </p:tgtEl>
                                        <p:attrNameLst>
                                          <p:attrName>style.visibility</p:attrName>
                                        </p:attrNameLst>
                                      </p:cBhvr>
                                      <p:to>
                                        <p:strVal val="visible"/>
                                      </p:to>
                                    </p:set>
                                    <p:anim calcmode="lin" valueType="num">
                                      <p:cBhvr additive="base">
                                        <p:cTn id="20" dur="500"/>
                                        <p:tgtEl>
                                          <p:spTgt spid="8">
                                            <p:txEl>
                                              <p:pRg st="1" end="1"/>
                                            </p:txEl>
                                          </p:spTgt>
                                        </p:tgtEl>
                                        <p:attrNameLst>
                                          <p:attrName>ppt_y</p:attrName>
                                        </p:attrNameLst>
                                      </p:cBhvr>
                                      <p:tavLst>
                                        <p:tav tm="0">
                                          <p:val>
                                            <p:strVal val="#ppt_y-#ppt_h*1.125000"/>
                                          </p:val>
                                        </p:tav>
                                        <p:tav tm="100000">
                                          <p:val>
                                            <p:strVal val="#ppt_y"/>
                                          </p:val>
                                        </p:tav>
                                      </p:tavLst>
                                    </p:anim>
                                    <p:animEffect transition="in" filter="wipe(down)">
                                      <p:cBhvr>
                                        <p:cTn id="21" dur="500"/>
                                        <p:tgtEl>
                                          <p:spTgt spid="8">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1" nodeType="clickEffect">
                                  <p:stCondLst>
                                    <p:cond delay="0"/>
                                  </p:stCondLst>
                                  <p:iterate type="wd">
                                    <p:tmPct val="10000"/>
                                  </p:iterate>
                                  <p:childTnLst>
                                    <p:set>
                                      <p:cBhvr>
                                        <p:cTn id="25" dur="1" fill="hold">
                                          <p:stCondLst>
                                            <p:cond delay="0"/>
                                          </p:stCondLst>
                                        </p:cTn>
                                        <p:tgtEl>
                                          <p:spTgt spid="8">
                                            <p:txEl>
                                              <p:pRg st="3" end="3"/>
                                            </p:txEl>
                                          </p:spTgt>
                                        </p:tgtEl>
                                        <p:attrNameLst>
                                          <p:attrName>style.visibility</p:attrName>
                                        </p:attrNameLst>
                                      </p:cBhvr>
                                      <p:to>
                                        <p:strVal val="visible"/>
                                      </p:to>
                                    </p:set>
                                    <p:anim calcmode="lin" valueType="num">
                                      <p:cBhvr additive="base">
                                        <p:cTn id="26" dur="500"/>
                                        <p:tgtEl>
                                          <p:spTgt spid="8">
                                            <p:txEl>
                                              <p:pRg st="3" end="3"/>
                                            </p:txEl>
                                          </p:spTgt>
                                        </p:tgtEl>
                                        <p:attrNameLst>
                                          <p:attrName>ppt_y</p:attrName>
                                        </p:attrNameLst>
                                      </p:cBhvr>
                                      <p:tavLst>
                                        <p:tav tm="0">
                                          <p:val>
                                            <p:strVal val="#ppt_y-#ppt_h*1.125000"/>
                                          </p:val>
                                        </p:tav>
                                        <p:tav tm="100000">
                                          <p:val>
                                            <p:strVal val="#ppt_y"/>
                                          </p:val>
                                        </p:tav>
                                      </p:tavLst>
                                    </p:anim>
                                    <p:animEffect transition="in" filter="wipe(down)">
                                      <p:cBhvr>
                                        <p:cTn id="27" dur="500"/>
                                        <p:tgtEl>
                                          <p:spTgt spid="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1" nodeType="clickEffect">
                                  <p:stCondLst>
                                    <p:cond delay="0"/>
                                  </p:stCondLst>
                                  <p:iterate type="wd">
                                    <p:tmPct val="10000"/>
                                  </p:iterate>
                                  <p:childTnLst>
                                    <p:set>
                                      <p:cBhvr>
                                        <p:cTn id="31" dur="1" fill="hold">
                                          <p:stCondLst>
                                            <p:cond delay="0"/>
                                          </p:stCondLst>
                                        </p:cTn>
                                        <p:tgtEl>
                                          <p:spTgt spid="8">
                                            <p:txEl>
                                              <p:pRg st="4" end="4"/>
                                            </p:txEl>
                                          </p:spTgt>
                                        </p:tgtEl>
                                        <p:attrNameLst>
                                          <p:attrName>style.visibility</p:attrName>
                                        </p:attrNameLst>
                                      </p:cBhvr>
                                      <p:to>
                                        <p:strVal val="visible"/>
                                      </p:to>
                                    </p:set>
                                    <p:anim calcmode="lin" valueType="num">
                                      <p:cBhvr additive="base">
                                        <p:cTn id="32" dur="500"/>
                                        <p:tgtEl>
                                          <p:spTgt spid="8">
                                            <p:txEl>
                                              <p:pRg st="4" end="4"/>
                                            </p:txEl>
                                          </p:spTgt>
                                        </p:tgtEl>
                                        <p:attrNameLst>
                                          <p:attrName>ppt_y</p:attrName>
                                        </p:attrNameLst>
                                      </p:cBhvr>
                                      <p:tavLst>
                                        <p:tav tm="0">
                                          <p:val>
                                            <p:strVal val="#ppt_y-#ppt_h*1.125000"/>
                                          </p:val>
                                        </p:tav>
                                        <p:tav tm="100000">
                                          <p:val>
                                            <p:strVal val="#ppt_y"/>
                                          </p:val>
                                        </p:tav>
                                      </p:tavLst>
                                    </p:anim>
                                    <p:animEffect transition="in" filter="wipe(down)">
                                      <p:cBhvr>
                                        <p:cTn id="33" dur="500"/>
                                        <p:tgtEl>
                                          <p:spTgt spid="8">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grpId="1" nodeType="clickEffect">
                                  <p:stCondLst>
                                    <p:cond delay="0"/>
                                  </p:stCondLst>
                                  <p:iterate type="wd">
                                    <p:tmPct val="10000"/>
                                  </p:iterate>
                                  <p:childTnLst>
                                    <p:set>
                                      <p:cBhvr>
                                        <p:cTn id="37" dur="1" fill="hold">
                                          <p:stCondLst>
                                            <p:cond delay="0"/>
                                          </p:stCondLst>
                                        </p:cTn>
                                        <p:tgtEl>
                                          <p:spTgt spid="8">
                                            <p:txEl>
                                              <p:pRg st="5" end="5"/>
                                            </p:txEl>
                                          </p:spTgt>
                                        </p:tgtEl>
                                        <p:attrNameLst>
                                          <p:attrName>style.visibility</p:attrName>
                                        </p:attrNameLst>
                                      </p:cBhvr>
                                      <p:to>
                                        <p:strVal val="visible"/>
                                      </p:to>
                                    </p:set>
                                    <p:anim calcmode="lin" valueType="num">
                                      <p:cBhvr additive="base">
                                        <p:cTn id="38" dur="500"/>
                                        <p:tgtEl>
                                          <p:spTgt spid="8">
                                            <p:txEl>
                                              <p:pRg st="5" end="5"/>
                                            </p:txEl>
                                          </p:spTgt>
                                        </p:tgtEl>
                                        <p:attrNameLst>
                                          <p:attrName>ppt_y</p:attrName>
                                        </p:attrNameLst>
                                      </p:cBhvr>
                                      <p:tavLst>
                                        <p:tav tm="0">
                                          <p:val>
                                            <p:strVal val="#ppt_y-#ppt_h*1.125000"/>
                                          </p:val>
                                        </p:tav>
                                        <p:tav tm="100000">
                                          <p:val>
                                            <p:strVal val="#ppt_y"/>
                                          </p:val>
                                        </p:tav>
                                      </p:tavLst>
                                    </p:anim>
                                    <p:animEffect transition="in" filter="wipe(down)">
                                      <p:cBhvr>
                                        <p:cTn id="39" dur="500"/>
                                        <p:tgtEl>
                                          <p:spTgt spid="8">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1" fill="hold" grpId="1" nodeType="clickEffect">
                                  <p:stCondLst>
                                    <p:cond delay="0"/>
                                  </p:stCondLst>
                                  <p:iterate type="wd">
                                    <p:tmPct val="10000"/>
                                  </p:iterate>
                                  <p:childTnLst>
                                    <p:set>
                                      <p:cBhvr>
                                        <p:cTn id="43" dur="1" fill="hold">
                                          <p:stCondLst>
                                            <p:cond delay="0"/>
                                          </p:stCondLst>
                                        </p:cTn>
                                        <p:tgtEl>
                                          <p:spTgt spid="8">
                                            <p:txEl>
                                              <p:pRg st="6" end="6"/>
                                            </p:txEl>
                                          </p:spTgt>
                                        </p:tgtEl>
                                        <p:attrNameLst>
                                          <p:attrName>style.visibility</p:attrName>
                                        </p:attrNameLst>
                                      </p:cBhvr>
                                      <p:to>
                                        <p:strVal val="visible"/>
                                      </p:to>
                                    </p:set>
                                    <p:anim calcmode="lin" valueType="num">
                                      <p:cBhvr additive="base">
                                        <p:cTn id="44" dur="500"/>
                                        <p:tgtEl>
                                          <p:spTgt spid="8">
                                            <p:txEl>
                                              <p:pRg st="6" end="6"/>
                                            </p:txEl>
                                          </p:spTgt>
                                        </p:tgtEl>
                                        <p:attrNameLst>
                                          <p:attrName>ppt_y</p:attrName>
                                        </p:attrNameLst>
                                      </p:cBhvr>
                                      <p:tavLst>
                                        <p:tav tm="0">
                                          <p:val>
                                            <p:strVal val="#ppt_y-#ppt_h*1.125000"/>
                                          </p:val>
                                        </p:tav>
                                        <p:tav tm="100000">
                                          <p:val>
                                            <p:strVal val="#ppt_y"/>
                                          </p:val>
                                        </p:tav>
                                      </p:tavLst>
                                    </p:anim>
                                    <p:animEffect transition="in" filter="wipe(down)">
                                      <p:cBhvr>
                                        <p:cTn id="45" dur="500"/>
                                        <p:tgtEl>
                                          <p:spTgt spid="8">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1" fill="hold" grpId="1" nodeType="clickEffect">
                                  <p:stCondLst>
                                    <p:cond delay="0"/>
                                  </p:stCondLst>
                                  <p:iterate type="wd">
                                    <p:tmPct val="10000"/>
                                  </p:iterate>
                                  <p:childTnLst>
                                    <p:set>
                                      <p:cBhvr>
                                        <p:cTn id="49" dur="1" fill="hold">
                                          <p:stCondLst>
                                            <p:cond delay="0"/>
                                          </p:stCondLst>
                                        </p:cTn>
                                        <p:tgtEl>
                                          <p:spTgt spid="8">
                                            <p:txEl>
                                              <p:pRg st="7" end="7"/>
                                            </p:txEl>
                                          </p:spTgt>
                                        </p:tgtEl>
                                        <p:attrNameLst>
                                          <p:attrName>style.visibility</p:attrName>
                                        </p:attrNameLst>
                                      </p:cBhvr>
                                      <p:to>
                                        <p:strVal val="visible"/>
                                      </p:to>
                                    </p:set>
                                    <p:anim calcmode="lin" valueType="num">
                                      <p:cBhvr additive="base">
                                        <p:cTn id="50" dur="500"/>
                                        <p:tgtEl>
                                          <p:spTgt spid="8">
                                            <p:txEl>
                                              <p:pRg st="7" end="7"/>
                                            </p:txEl>
                                          </p:spTgt>
                                        </p:tgtEl>
                                        <p:attrNameLst>
                                          <p:attrName>ppt_y</p:attrName>
                                        </p:attrNameLst>
                                      </p:cBhvr>
                                      <p:tavLst>
                                        <p:tav tm="0">
                                          <p:val>
                                            <p:strVal val="#ppt_y-#ppt_h*1.125000"/>
                                          </p:val>
                                        </p:tav>
                                        <p:tav tm="100000">
                                          <p:val>
                                            <p:strVal val="#ppt_y"/>
                                          </p:val>
                                        </p:tav>
                                      </p:tavLst>
                                    </p:anim>
                                    <p:animEffect transition="in" filter="wipe(down)">
                                      <p:cBhvr>
                                        <p:cTn id="51" dur="500"/>
                                        <p:tgtEl>
                                          <p:spTgt spid="8">
                                            <p:txEl>
                                              <p:pRg st="7" end="7"/>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1" fill="hold" grpId="1" nodeType="clickEffect">
                                  <p:stCondLst>
                                    <p:cond delay="0"/>
                                  </p:stCondLst>
                                  <p:iterate type="wd">
                                    <p:tmPct val="10000"/>
                                  </p:iterate>
                                  <p:childTnLst>
                                    <p:set>
                                      <p:cBhvr>
                                        <p:cTn id="55" dur="1" fill="hold">
                                          <p:stCondLst>
                                            <p:cond delay="0"/>
                                          </p:stCondLst>
                                        </p:cTn>
                                        <p:tgtEl>
                                          <p:spTgt spid="8">
                                            <p:txEl>
                                              <p:pRg st="8" end="8"/>
                                            </p:txEl>
                                          </p:spTgt>
                                        </p:tgtEl>
                                        <p:attrNameLst>
                                          <p:attrName>style.visibility</p:attrName>
                                        </p:attrNameLst>
                                      </p:cBhvr>
                                      <p:to>
                                        <p:strVal val="visible"/>
                                      </p:to>
                                    </p:set>
                                    <p:anim calcmode="lin" valueType="num">
                                      <p:cBhvr additive="base">
                                        <p:cTn id="56" dur="500"/>
                                        <p:tgtEl>
                                          <p:spTgt spid="8">
                                            <p:txEl>
                                              <p:pRg st="8" end="8"/>
                                            </p:txEl>
                                          </p:spTgt>
                                        </p:tgtEl>
                                        <p:attrNameLst>
                                          <p:attrName>ppt_y</p:attrName>
                                        </p:attrNameLst>
                                      </p:cBhvr>
                                      <p:tavLst>
                                        <p:tav tm="0">
                                          <p:val>
                                            <p:strVal val="#ppt_y-#ppt_h*1.125000"/>
                                          </p:val>
                                        </p:tav>
                                        <p:tav tm="100000">
                                          <p:val>
                                            <p:strVal val="#ppt_y"/>
                                          </p:val>
                                        </p:tav>
                                      </p:tavLst>
                                    </p:anim>
                                    <p:animEffect transition="in" filter="wipe(down)">
                                      <p:cBhvr>
                                        <p:cTn id="57" dur="500"/>
                                        <p:tgtEl>
                                          <p:spTgt spid="8">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1" fill="hold" grpId="1" nodeType="clickEffect">
                                  <p:stCondLst>
                                    <p:cond delay="0"/>
                                  </p:stCondLst>
                                  <p:iterate type="wd">
                                    <p:tmPct val="10000"/>
                                  </p:iterate>
                                  <p:childTnLst>
                                    <p:set>
                                      <p:cBhvr>
                                        <p:cTn id="61" dur="1" fill="hold">
                                          <p:stCondLst>
                                            <p:cond delay="0"/>
                                          </p:stCondLst>
                                        </p:cTn>
                                        <p:tgtEl>
                                          <p:spTgt spid="8">
                                            <p:txEl>
                                              <p:pRg st="10" end="10"/>
                                            </p:txEl>
                                          </p:spTgt>
                                        </p:tgtEl>
                                        <p:attrNameLst>
                                          <p:attrName>style.visibility</p:attrName>
                                        </p:attrNameLst>
                                      </p:cBhvr>
                                      <p:to>
                                        <p:strVal val="visible"/>
                                      </p:to>
                                    </p:set>
                                    <p:anim calcmode="lin" valueType="num">
                                      <p:cBhvr additive="base">
                                        <p:cTn id="62" dur="500"/>
                                        <p:tgtEl>
                                          <p:spTgt spid="8">
                                            <p:txEl>
                                              <p:pRg st="10" end="10"/>
                                            </p:txEl>
                                          </p:spTgt>
                                        </p:tgtEl>
                                        <p:attrNameLst>
                                          <p:attrName>ppt_y</p:attrName>
                                        </p:attrNameLst>
                                      </p:cBhvr>
                                      <p:tavLst>
                                        <p:tav tm="0">
                                          <p:val>
                                            <p:strVal val="#ppt_y-#ppt_h*1.125000"/>
                                          </p:val>
                                        </p:tav>
                                        <p:tav tm="100000">
                                          <p:val>
                                            <p:strVal val="#ppt_y"/>
                                          </p:val>
                                        </p:tav>
                                      </p:tavLst>
                                    </p:anim>
                                    <p:animEffect transition="in" filter="wipe(down)">
                                      <p:cBhvr>
                                        <p:cTn id="63" dur="500"/>
                                        <p:tgtEl>
                                          <p:spTgt spid="8">
                                            <p:txEl>
                                              <p:pRg st="10" end="1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xit" presetSubtype="32" fill="hold" grpId="2" nodeType="clickEffect">
                                  <p:stCondLst>
                                    <p:cond delay="0"/>
                                  </p:stCondLst>
                                  <p:childTnLst>
                                    <p:anim calcmode="lin" valueType="num">
                                      <p:cBhvr>
                                        <p:cTn id="67" dur="500"/>
                                        <p:tgtEl>
                                          <p:spTgt spid="7">
                                            <p:txEl>
                                              <p:pRg st="0" end="0"/>
                                            </p:txEl>
                                          </p:spTgt>
                                        </p:tgtEl>
                                        <p:attrNameLst>
                                          <p:attrName>ppt_w</p:attrName>
                                        </p:attrNameLst>
                                      </p:cBhvr>
                                      <p:tavLst>
                                        <p:tav tm="0">
                                          <p:val>
                                            <p:strVal val="ppt_w"/>
                                          </p:val>
                                        </p:tav>
                                        <p:tav tm="100000">
                                          <p:val>
                                            <p:fltVal val="0"/>
                                          </p:val>
                                        </p:tav>
                                      </p:tavLst>
                                    </p:anim>
                                    <p:anim calcmode="lin" valueType="num">
                                      <p:cBhvr>
                                        <p:cTn id="68" dur="500"/>
                                        <p:tgtEl>
                                          <p:spTgt spid="7">
                                            <p:txEl>
                                              <p:pRg st="0" end="0"/>
                                            </p:txEl>
                                          </p:spTgt>
                                        </p:tgtEl>
                                        <p:attrNameLst>
                                          <p:attrName>ppt_h</p:attrName>
                                        </p:attrNameLst>
                                      </p:cBhvr>
                                      <p:tavLst>
                                        <p:tav tm="0">
                                          <p:val>
                                            <p:strVal val="ppt_h"/>
                                          </p:val>
                                        </p:tav>
                                        <p:tav tm="100000">
                                          <p:val>
                                            <p:fltVal val="0"/>
                                          </p:val>
                                        </p:tav>
                                      </p:tavLst>
                                    </p:anim>
                                    <p:animEffect transition="out" filter="fade">
                                      <p:cBhvr>
                                        <p:cTn id="69" dur="500"/>
                                        <p:tgtEl>
                                          <p:spTgt spid="7">
                                            <p:txEl>
                                              <p:pRg st="0" end="0"/>
                                            </p:txEl>
                                          </p:spTgt>
                                        </p:tgtEl>
                                      </p:cBhvr>
                                    </p:animEffect>
                                    <p:set>
                                      <p:cBhvr>
                                        <p:cTn id="70" dur="1" fill="hold">
                                          <p:stCondLst>
                                            <p:cond delay="499"/>
                                          </p:stCondLst>
                                        </p:cTn>
                                        <p:tgtEl>
                                          <p:spTgt spid="7">
                                            <p:txEl>
                                              <p:pRg st="0" end="0"/>
                                            </p:txEl>
                                          </p:spTgt>
                                        </p:tgtEl>
                                        <p:attrNameLst>
                                          <p:attrName>style.visibility</p:attrName>
                                        </p:attrNameLst>
                                      </p:cBhvr>
                                      <p:to>
                                        <p:strVal val="hidden"/>
                                      </p:to>
                                    </p:set>
                                  </p:childTnLst>
                                </p:cTn>
                              </p:par>
                              <p:par>
                                <p:cTn id="71" presetID="53" presetClass="exit" presetSubtype="32" fill="hold" grpId="2" nodeType="withEffect">
                                  <p:stCondLst>
                                    <p:cond delay="0"/>
                                  </p:stCondLst>
                                  <p:iterate type="wd">
                                    <p:tmPct val="0"/>
                                  </p:iterate>
                                  <p:childTnLst>
                                    <p:anim calcmode="lin" valueType="num">
                                      <p:cBhvr>
                                        <p:cTn id="72" dur="500"/>
                                        <p:tgtEl>
                                          <p:spTgt spid="8">
                                            <p:txEl>
                                              <p:pRg st="0" end="0"/>
                                            </p:txEl>
                                          </p:spTgt>
                                        </p:tgtEl>
                                        <p:attrNameLst>
                                          <p:attrName>ppt_w</p:attrName>
                                        </p:attrNameLst>
                                      </p:cBhvr>
                                      <p:tavLst>
                                        <p:tav tm="0">
                                          <p:val>
                                            <p:strVal val="ppt_w"/>
                                          </p:val>
                                        </p:tav>
                                        <p:tav tm="100000">
                                          <p:val>
                                            <p:fltVal val="0"/>
                                          </p:val>
                                        </p:tav>
                                      </p:tavLst>
                                    </p:anim>
                                    <p:anim calcmode="lin" valueType="num">
                                      <p:cBhvr>
                                        <p:cTn id="73"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74" dur="500"/>
                                        <p:tgtEl>
                                          <p:spTgt spid="8">
                                            <p:txEl>
                                              <p:pRg st="0" end="0"/>
                                            </p:txEl>
                                          </p:spTgt>
                                        </p:tgtEl>
                                      </p:cBhvr>
                                    </p:animEffect>
                                    <p:set>
                                      <p:cBhvr>
                                        <p:cTn id="75" dur="1" fill="hold">
                                          <p:stCondLst>
                                            <p:cond delay="499"/>
                                          </p:stCondLst>
                                        </p:cTn>
                                        <p:tgtEl>
                                          <p:spTgt spid="8">
                                            <p:txEl>
                                              <p:pRg st="0" end="0"/>
                                            </p:txEl>
                                          </p:spTgt>
                                        </p:tgtEl>
                                        <p:attrNameLst>
                                          <p:attrName>style.visibility</p:attrName>
                                        </p:attrNameLst>
                                      </p:cBhvr>
                                      <p:to>
                                        <p:strVal val="hidden"/>
                                      </p:to>
                                    </p:set>
                                  </p:childTnLst>
                                </p:cTn>
                              </p:par>
                              <p:par>
                                <p:cTn id="76" presetID="53" presetClass="exit" presetSubtype="32" fill="hold" grpId="2" nodeType="withEffect">
                                  <p:stCondLst>
                                    <p:cond delay="0"/>
                                  </p:stCondLst>
                                  <p:iterate type="wd">
                                    <p:tmPct val="0"/>
                                  </p:iterate>
                                  <p:childTnLst>
                                    <p:anim calcmode="lin" valueType="num">
                                      <p:cBhvr>
                                        <p:cTn id="77" dur="500"/>
                                        <p:tgtEl>
                                          <p:spTgt spid="8">
                                            <p:txEl>
                                              <p:pRg st="1" end="1"/>
                                            </p:txEl>
                                          </p:spTgt>
                                        </p:tgtEl>
                                        <p:attrNameLst>
                                          <p:attrName>ppt_w</p:attrName>
                                        </p:attrNameLst>
                                      </p:cBhvr>
                                      <p:tavLst>
                                        <p:tav tm="0">
                                          <p:val>
                                            <p:strVal val="ppt_w"/>
                                          </p:val>
                                        </p:tav>
                                        <p:tav tm="100000">
                                          <p:val>
                                            <p:fltVal val="0"/>
                                          </p:val>
                                        </p:tav>
                                      </p:tavLst>
                                    </p:anim>
                                    <p:anim calcmode="lin" valueType="num">
                                      <p:cBhvr>
                                        <p:cTn id="78" dur="500"/>
                                        <p:tgtEl>
                                          <p:spTgt spid="8">
                                            <p:txEl>
                                              <p:pRg st="1" end="1"/>
                                            </p:txEl>
                                          </p:spTgt>
                                        </p:tgtEl>
                                        <p:attrNameLst>
                                          <p:attrName>ppt_h</p:attrName>
                                        </p:attrNameLst>
                                      </p:cBhvr>
                                      <p:tavLst>
                                        <p:tav tm="0">
                                          <p:val>
                                            <p:strVal val="ppt_h"/>
                                          </p:val>
                                        </p:tav>
                                        <p:tav tm="100000">
                                          <p:val>
                                            <p:fltVal val="0"/>
                                          </p:val>
                                        </p:tav>
                                      </p:tavLst>
                                    </p:anim>
                                    <p:animEffect transition="out" filter="fade">
                                      <p:cBhvr>
                                        <p:cTn id="79" dur="500"/>
                                        <p:tgtEl>
                                          <p:spTgt spid="8">
                                            <p:txEl>
                                              <p:pRg st="1" end="1"/>
                                            </p:txEl>
                                          </p:spTgt>
                                        </p:tgtEl>
                                      </p:cBhvr>
                                    </p:animEffect>
                                    <p:set>
                                      <p:cBhvr>
                                        <p:cTn id="80" dur="1" fill="hold">
                                          <p:stCondLst>
                                            <p:cond delay="499"/>
                                          </p:stCondLst>
                                        </p:cTn>
                                        <p:tgtEl>
                                          <p:spTgt spid="8">
                                            <p:txEl>
                                              <p:pRg st="1" end="1"/>
                                            </p:txEl>
                                          </p:spTgt>
                                        </p:tgtEl>
                                        <p:attrNameLst>
                                          <p:attrName>style.visibility</p:attrName>
                                        </p:attrNameLst>
                                      </p:cBhvr>
                                      <p:to>
                                        <p:strVal val="hidden"/>
                                      </p:to>
                                    </p:set>
                                  </p:childTnLst>
                                </p:cTn>
                              </p:par>
                              <p:par>
                                <p:cTn id="81" presetID="53" presetClass="exit" presetSubtype="32" fill="hold" grpId="2" nodeType="withEffect">
                                  <p:stCondLst>
                                    <p:cond delay="0"/>
                                  </p:stCondLst>
                                  <p:iterate type="wd">
                                    <p:tmPct val="0"/>
                                  </p:iterate>
                                  <p:childTnLst>
                                    <p:anim calcmode="lin" valueType="num">
                                      <p:cBhvr>
                                        <p:cTn id="82" dur="500"/>
                                        <p:tgtEl>
                                          <p:spTgt spid="8">
                                            <p:txEl>
                                              <p:pRg st="3" end="3"/>
                                            </p:txEl>
                                          </p:spTgt>
                                        </p:tgtEl>
                                        <p:attrNameLst>
                                          <p:attrName>ppt_w</p:attrName>
                                        </p:attrNameLst>
                                      </p:cBhvr>
                                      <p:tavLst>
                                        <p:tav tm="0">
                                          <p:val>
                                            <p:strVal val="ppt_w"/>
                                          </p:val>
                                        </p:tav>
                                        <p:tav tm="100000">
                                          <p:val>
                                            <p:fltVal val="0"/>
                                          </p:val>
                                        </p:tav>
                                      </p:tavLst>
                                    </p:anim>
                                    <p:anim calcmode="lin" valueType="num">
                                      <p:cBhvr>
                                        <p:cTn id="83" dur="500"/>
                                        <p:tgtEl>
                                          <p:spTgt spid="8">
                                            <p:txEl>
                                              <p:pRg st="3" end="3"/>
                                            </p:txEl>
                                          </p:spTgt>
                                        </p:tgtEl>
                                        <p:attrNameLst>
                                          <p:attrName>ppt_h</p:attrName>
                                        </p:attrNameLst>
                                      </p:cBhvr>
                                      <p:tavLst>
                                        <p:tav tm="0">
                                          <p:val>
                                            <p:strVal val="ppt_h"/>
                                          </p:val>
                                        </p:tav>
                                        <p:tav tm="100000">
                                          <p:val>
                                            <p:fltVal val="0"/>
                                          </p:val>
                                        </p:tav>
                                      </p:tavLst>
                                    </p:anim>
                                    <p:animEffect transition="out" filter="fade">
                                      <p:cBhvr>
                                        <p:cTn id="84" dur="500"/>
                                        <p:tgtEl>
                                          <p:spTgt spid="8">
                                            <p:txEl>
                                              <p:pRg st="3" end="3"/>
                                            </p:txEl>
                                          </p:spTgt>
                                        </p:tgtEl>
                                      </p:cBhvr>
                                    </p:animEffect>
                                    <p:set>
                                      <p:cBhvr>
                                        <p:cTn id="85" dur="1" fill="hold">
                                          <p:stCondLst>
                                            <p:cond delay="499"/>
                                          </p:stCondLst>
                                        </p:cTn>
                                        <p:tgtEl>
                                          <p:spTgt spid="8">
                                            <p:txEl>
                                              <p:pRg st="3" end="3"/>
                                            </p:txEl>
                                          </p:spTgt>
                                        </p:tgtEl>
                                        <p:attrNameLst>
                                          <p:attrName>style.visibility</p:attrName>
                                        </p:attrNameLst>
                                      </p:cBhvr>
                                      <p:to>
                                        <p:strVal val="hidden"/>
                                      </p:to>
                                    </p:set>
                                  </p:childTnLst>
                                </p:cTn>
                              </p:par>
                              <p:par>
                                <p:cTn id="86" presetID="53" presetClass="exit" presetSubtype="32" fill="hold" grpId="2" nodeType="withEffect">
                                  <p:stCondLst>
                                    <p:cond delay="0"/>
                                  </p:stCondLst>
                                  <p:iterate type="wd">
                                    <p:tmPct val="0"/>
                                  </p:iterate>
                                  <p:childTnLst>
                                    <p:anim calcmode="lin" valueType="num">
                                      <p:cBhvr>
                                        <p:cTn id="87" dur="500"/>
                                        <p:tgtEl>
                                          <p:spTgt spid="8">
                                            <p:txEl>
                                              <p:pRg st="4" end="4"/>
                                            </p:txEl>
                                          </p:spTgt>
                                        </p:tgtEl>
                                        <p:attrNameLst>
                                          <p:attrName>ppt_w</p:attrName>
                                        </p:attrNameLst>
                                      </p:cBhvr>
                                      <p:tavLst>
                                        <p:tav tm="0">
                                          <p:val>
                                            <p:strVal val="ppt_w"/>
                                          </p:val>
                                        </p:tav>
                                        <p:tav tm="100000">
                                          <p:val>
                                            <p:fltVal val="0"/>
                                          </p:val>
                                        </p:tav>
                                      </p:tavLst>
                                    </p:anim>
                                    <p:anim calcmode="lin" valueType="num">
                                      <p:cBhvr>
                                        <p:cTn id="88" dur="500"/>
                                        <p:tgtEl>
                                          <p:spTgt spid="8">
                                            <p:txEl>
                                              <p:pRg st="4" end="4"/>
                                            </p:txEl>
                                          </p:spTgt>
                                        </p:tgtEl>
                                        <p:attrNameLst>
                                          <p:attrName>ppt_h</p:attrName>
                                        </p:attrNameLst>
                                      </p:cBhvr>
                                      <p:tavLst>
                                        <p:tav tm="0">
                                          <p:val>
                                            <p:strVal val="ppt_h"/>
                                          </p:val>
                                        </p:tav>
                                        <p:tav tm="100000">
                                          <p:val>
                                            <p:fltVal val="0"/>
                                          </p:val>
                                        </p:tav>
                                      </p:tavLst>
                                    </p:anim>
                                    <p:animEffect transition="out" filter="fade">
                                      <p:cBhvr>
                                        <p:cTn id="89" dur="500"/>
                                        <p:tgtEl>
                                          <p:spTgt spid="8">
                                            <p:txEl>
                                              <p:pRg st="4" end="4"/>
                                            </p:txEl>
                                          </p:spTgt>
                                        </p:tgtEl>
                                      </p:cBhvr>
                                    </p:animEffect>
                                    <p:set>
                                      <p:cBhvr>
                                        <p:cTn id="90" dur="1" fill="hold">
                                          <p:stCondLst>
                                            <p:cond delay="499"/>
                                          </p:stCondLst>
                                        </p:cTn>
                                        <p:tgtEl>
                                          <p:spTgt spid="8">
                                            <p:txEl>
                                              <p:pRg st="4" end="4"/>
                                            </p:txEl>
                                          </p:spTgt>
                                        </p:tgtEl>
                                        <p:attrNameLst>
                                          <p:attrName>style.visibility</p:attrName>
                                        </p:attrNameLst>
                                      </p:cBhvr>
                                      <p:to>
                                        <p:strVal val="hidden"/>
                                      </p:to>
                                    </p:set>
                                  </p:childTnLst>
                                </p:cTn>
                              </p:par>
                              <p:par>
                                <p:cTn id="91" presetID="53" presetClass="exit" presetSubtype="32" fill="hold" grpId="2" nodeType="withEffect">
                                  <p:stCondLst>
                                    <p:cond delay="0"/>
                                  </p:stCondLst>
                                  <p:iterate type="wd">
                                    <p:tmPct val="0"/>
                                  </p:iterate>
                                  <p:childTnLst>
                                    <p:anim calcmode="lin" valueType="num">
                                      <p:cBhvr>
                                        <p:cTn id="92" dur="500"/>
                                        <p:tgtEl>
                                          <p:spTgt spid="8">
                                            <p:txEl>
                                              <p:pRg st="5" end="5"/>
                                            </p:txEl>
                                          </p:spTgt>
                                        </p:tgtEl>
                                        <p:attrNameLst>
                                          <p:attrName>ppt_w</p:attrName>
                                        </p:attrNameLst>
                                      </p:cBhvr>
                                      <p:tavLst>
                                        <p:tav tm="0">
                                          <p:val>
                                            <p:strVal val="ppt_w"/>
                                          </p:val>
                                        </p:tav>
                                        <p:tav tm="100000">
                                          <p:val>
                                            <p:fltVal val="0"/>
                                          </p:val>
                                        </p:tav>
                                      </p:tavLst>
                                    </p:anim>
                                    <p:anim calcmode="lin" valueType="num">
                                      <p:cBhvr>
                                        <p:cTn id="93" dur="500"/>
                                        <p:tgtEl>
                                          <p:spTgt spid="8">
                                            <p:txEl>
                                              <p:pRg st="5" end="5"/>
                                            </p:txEl>
                                          </p:spTgt>
                                        </p:tgtEl>
                                        <p:attrNameLst>
                                          <p:attrName>ppt_h</p:attrName>
                                        </p:attrNameLst>
                                      </p:cBhvr>
                                      <p:tavLst>
                                        <p:tav tm="0">
                                          <p:val>
                                            <p:strVal val="ppt_h"/>
                                          </p:val>
                                        </p:tav>
                                        <p:tav tm="100000">
                                          <p:val>
                                            <p:fltVal val="0"/>
                                          </p:val>
                                        </p:tav>
                                      </p:tavLst>
                                    </p:anim>
                                    <p:animEffect transition="out" filter="fade">
                                      <p:cBhvr>
                                        <p:cTn id="94" dur="500"/>
                                        <p:tgtEl>
                                          <p:spTgt spid="8">
                                            <p:txEl>
                                              <p:pRg st="5" end="5"/>
                                            </p:txEl>
                                          </p:spTgt>
                                        </p:tgtEl>
                                      </p:cBhvr>
                                    </p:animEffect>
                                    <p:set>
                                      <p:cBhvr>
                                        <p:cTn id="95" dur="1" fill="hold">
                                          <p:stCondLst>
                                            <p:cond delay="499"/>
                                          </p:stCondLst>
                                        </p:cTn>
                                        <p:tgtEl>
                                          <p:spTgt spid="8">
                                            <p:txEl>
                                              <p:pRg st="5" end="5"/>
                                            </p:txEl>
                                          </p:spTgt>
                                        </p:tgtEl>
                                        <p:attrNameLst>
                                          <p:attrName>style.visibility</p:attrName>
                                        </p:attrNameLst>
                                      </p:cBhvr>
                                      <p:to>
                                        <p:strVal val="hidden"/>
                                      </p:to>
                                    </p:set>
                                  </p:childTnLst>
                                </p:cTn>
                              </p:par>
                              <p:par>
                                <p:cTn id="96" presetID="53" presetClass="exit" presetSubtype="32" fill="hold" grpId="2" nodeType="withEffect">
                                  <p:stCondLst>
                                    <p:cond delay="0"/>
                                  </p:stCondLst>
                                  <p:iterate type="wd">
                                    <p:tmPct val="0"/>
                                  </p:iterate>
                                  <p:childTnLst>
                                    <p:anim calcmode="lin" valueType="num">
                                      <p:cBhvr>
                                        <p:cTn id="97" dur="500"/>
                                        <p:tgtEl>
                                          <p:spTgt spid="8">
                                            <p:txEl>
                                              <p:pRg st="6" end="6"/>
                                            </p:txEl>
                                          </p:spTgt>
                                        </p:tgtEl>
                                        <p:attrNameLst>
                                          <p:attrName>ppt_w</p:attrName>
                                        </p:attrNameLst>
                                      </p:cBhvr>
                                      <p:tavLst>
                                        <p:tav tm="0">
                                          <p:val>
                                            <p:strVal val="ppt_w"/>
                                          </p:val>
                                        </p:tav>
                                        <p:tav tm="100000">
                                          <p:val>
                                            <p:fltVal val="0"/>
                                          </p:val>
                                        </p:tav>
                                      </p:tavLst>
                                    </p:anim>
                                    <p:anim calcmode="lin" valueType="num">
                                      <p:cBhvr>
                                        <p:cTn id="98" dur="500"/>
                                        <p:tgtEl>
                                          <p:spTgt spid="8">
                                            <p:txEl>
                                              <p:pRg st="6" end="6"/>
                                            </p:txEl>
                                          </p:spTgt>
                                        </p:tgtEl>
                                        <p:attrNameLst>
                                          <p:attrName>ppt_h</p:attrName>
                                        </p:attrNameLst>
                                      </p:cBhvr>
                                      <p:tavLst>
                                        <p:tav tm="0">
                                          <p:val>
                                            <p:strVal val="ppt_h"/>
                                          </p:val>
                                        </p:tav>
                                        <p:tav tm="100000">
                                          <p:val>
                                            <p:fltVal val="0"/>
                                          </p:val>
                                        </p:tav>
                                      </p:tavLst>
                                    </p:anim>
                                    <p:animEffect transition="out" filter="fade">
                                      <p:cBhvr>
                                        <p:cTn id="99" dur="500"/>
                                        <p:tgtEl>
                                          <p:spTgt spid="8">
                                            <p:txEl>
                                              <p:pRg st="6" end="6"/>
                                            </p:txEl>
                                          </p:spTgt>
                                        </p:tgtEl>
                                      </p:cBhvr>
                                    </p:animEffect>
                                    <p:set>
                                      <p:cBhvr>
                                        <p:cTn id="100" dur="1" fill="hold">
                                          <p:stCondLst>
                                            <p:cond delay="499"/>
                                          </p:stCondLst>
                                        </p:cTn>
                                        <p:tgtEl>
                                          <p:spTgt spid="8">
                                            <p:txEl>
                                              <p:pRg st="6" end="6"/>
                                            </p:txEl>
                                          </p:spTgt>
                                        </p:tgtEl>
                                        <p:attrNameLst>
                                          <p:attrName>style.visibility</p:attrName>
                                        </p:attrNameLst>
                                      </p:cBhvr>
                                      <p:to>
                                        <p:strVal val="hidden"/>
                                      </p:to>
                                    </p:set>
                                  </p:childTnLst>
                                </p:cTn>
                              </p:par>
                              <p:par>
                                <p:cTn id="101" presetID="53" presetClass="exit" presetSubtype="32" fill="hold" grpId="2" nodeType="withEffect">
                                  <p:stCondLst>
                                    <p:cond delay="0"/>
                                  </p:stCondLst>
                                  <p:iterate type="wd">
                                    <p:tmPct val="0"/>
                                  </p:iterate>
                                  <p:childTnLst>
                                    <p:anim calcmode="lin" valueType="num">
                                      <p:cBhvr>
                                        <p:cTn id="102" dur="500"/>
                                        <p:tgtEl>
                                          <p:spTgt spid="8">
                                            <p:txEl>
                                              <p:pRg st="7" end="7"/>
                                            </p:txEl>
                                          </p:spTgt>
                                        </p:tgtEl>
                                        <p:attrNameLst>
                                          <p:attrName>ppt_w</p:attrName>
                                        </p:attrNameLst>
                                      </p:cBhvr>
                                      <p:tavLst>
                                        <p:tav tm="0">
                                          <p:val>
                                            <p:strVal val="ppt_w"/>
                                          </p:val>
                                        </p:tav>
                                        <p:tav tm="100000">
                                          <p:val>
                                            <p:fltVal val="0"/>
                                          </p:val>
                                        </p:tav>
                                      </p:tavLst>
                                    </p:anim>
                                    <p:anim calcmode="lin" valueType="num">
                                      <p:cBhvr>
                                        <p:cTn id="103" dur="500"/>
                                        <p:tgtEl>
                                          <p:spTgt spid="8">
                                            <p:txEl>
                                              <p:pRg st="7" end="7"/>
                                            </p:txEl>
                                          </p:spTgt>
                                        </p:tgtEl>
                                        <p:attrNameLst>
                                          <p:attrName>ppt_h</p:attrName>
                                        </p:attrNameLst>
                                      </p:cBhvr>
                                      <p:tavLst>
                                        <p:tav tm="0">
                                          <p:val>
                                            <p:strVal val="ppt_h"/>
                                          </p:val>
                                        </p:tav>
                                        <p:tav tm="100000">
                                          <p:val>
                                            <p:fltVal val="0"/>
                                          </p:val>
                                        </p:tav>
                                      </p:tavLst>
                                    </p:anim>
                                    <p:animEffect transition="out" filter="fade">
                                      <p:cBhvr>
                                        <p:cTn id="104" dur="500"/>
                                        <p:tgtEl>
                                          <p:spTgt spid="8">
                                            <p:txEl>
                                              <p:pRg st="7" end="7"/>
                                            </p:txEl>
                                          </p:spTgt>
                                        </p:tgtEl>
                                      </p:cBhvr>
                                    </p:animEffect>
                                    <p:set>
                                      <p:cBhvr>
                                        <p:cTn id="105" dur="1" fill="hold">
                                          <p:stCondLst>
                                            <p:cond delay="499"/>
                                          </p:stCondLst>
                                        </p:cTn>
                                        <p:tgtEl>
                                          <p:spTgt spid="8">
                                            <p:txEl>
                                              <p:pRg st="7" end="7"/>
                                            </p:txEl>
                                          </p:spTgt>
                                        </p:tgtEl>
                                        <p:attrNameLst>
                                          <p:attrName>style.visibility</p:attrName>
                                        </p:attrNameLst>
                                      </p:cBhvr>
                                      <p:to>
                                        <p:strVal val="hidden"/>
                                      </p:to>
                                    </p:set>
                                  </p:childTnLst>
                                </p:cTn>
                              </p:par>
                              <p:par>
                                <p:cTn id="106" presetID="53" presetClass="exit" presetSubtype="32" fill="hold" grpId="2" nodeType="withEffect">
                                  <p:stCondLst>
                                    <p:cond delay="0"/>
                                  </p:stCondLst>
                                  <p:iterate type="wd">
                                    <p:tmPct val="0"/>
                                  </p:iterate>
                                  <p:childTnLst>
                                    <p:anim calcmode="lin" valueType="num">
                                      <p:cBhvr>
                                        <p:cTn id="107" dur="500"/>
                                        <p:tgtEl>
                                          <p:spTgt spid="8">
                                            <p:txEl>
                                              <p:pRg st="8" end="8"/>
                                            </p:txEl>
                                          </p:spTgt>
                                        </p:tgtEl>
                                        <p:attrNameLst>
                                          <p:attrName>ppt_w</p:attrName>
                                        </p:attrNameLst>
                                      </p:cBhvr>
                                      <p:tavLst>
                                        <p:tav tm="0">
                                          <p:val>
                                            <p:strVal val="ppt_w"/>
                                          </p:val>
                                        </p:tav>
                                        <p:tav tm="100000">
                                          <p:val>
                                            <p:fltVal val="0"/>
                                          </p:val>
                                        </p:tav>
                                      </p:tavLst>
                                    </p:anim>
                                    <p:anim calcmode="lin" valueType="num">
                                      <p:cBhvr>
                                        <p:cTn id="108" dur="500"/>
                                        <p:tgtEl>
                                          <p:spTgt spid="8">
                                            <p:txEl>
                                              <p:pRg st="8" end="8"/>
                                            </p:txEl>
                                          </p:spTgt>
                                        </p:tgtEl>
                                        <p:attrNameLst>
                                          <p:attrName>ppt_h</p:attrName>
                                        </p:attrNameLst>
                                      </p:cBhvr>
                                      <p:tavLst>
                                        <p:tav tm="0">
                                          <p:val>
                                            <p:strVal val="ppt_h"/>
                                          </p:val>
                                        </p:tav>
                                        <p:tav tm="100000">
                                          <p:val>
                                            <p:fltVal val="0"/>
                                          </p:val>
                                        </p:tav>
                                      </p:tavLst>
                                    </p:anim>
                                    <p:animEffect transition="out" filter="fade">
                                      <p:cBhvr>
                                        <p:cTn id="109" dur="500"/>
                                        <p:tgtEl>
                                          <p:spTgt spid="8">
                                            <p:txEl>
                                              <p:pRg st="8" end="8"/>
                                            </p:txEl>
                                          </p:spTgt>
                                        </p:tgtEl>
                                      </p:cBhvr>
                                    </p:animEffect>
                                    <p:set>
                                      <p:cBhvr>
                                        <p:cTn id="110" dur="1" fill="hold">
                                          <p:stCondLst>
                                            <p:cond delay="499"/>
                                          </p:stCondLst>
                                        </p:cTn>
                                        <p:tgtEl>
                                          <p:spTgt spid="8">
                                            <p:txEl>
                                              <p:pRg st="8" end="8"/>
                                            </p:txEl>
                                          </p:spTgt>
                                        </p:tgtEl>
                                        <p:attrNameLst>
                                          <p:attrName>style.visibility</p:attrName>
                                        </p:attrNameLst>
                                      </p:cBhvr>
                                      <p:to>
                                        <p:strVal val="hidden"/>
                                      </p:to>
                                    </p:set>
                                  </p:childTnLst>
                                </p:cTn>
                              </p:par>
                              <p:par>
                                <p:cTn id="111" presetID="53" presetClass="exit" presetSubtype="32" fill="hold" grpId="2" nodeType="withEffect">
                                  <p:stCondLst>
                                    <p:cond delay="0"/>
                                  </p:stCondLst>
                                  <p:iterate type="wd">
                                    <p:tmPct val="0"/>
                                  </p:iterate>
                                  <p:childTnLst>
                                    <p:anim calcmode="lin" valueType="num">
                                      <p:cBhvr>
                                        <p:cTn id="112" dur="500"/>
                                        <p:tgtEl>
                                          <p:spTgt spid="8">
                                            <p:txEl>
                                              <p:pRg st="10" end="10"/>
                                            </p:txEl>
                                          </p:spTgt>
                                        </p:tgtEl>
                                        <p:attrNameLst>
                                          <p:attrName>ppt_w</p:attrName>
                                        </p:attrNameLst>
                                      </p:cBhvr>
                                      <p:tavLst>
                                        <p:tav tm="0">
                                          <p:val>
                                            <p:strVal val="ppt_w"/>
                                          </p:val>
                                        </p:tav>
                                        <p:tav tm="100000">
                                          <p:val>
                                            <p:fltVal val="0"/>
                                          </p:val>
                                        </p:tav>
                                      </p:tavLst>
                                    </p:anim>
                                    <p:anim calcmode="lin" valueType="num">
                                      <p:cBhvr>
                                        <p:cTn id="113" dur="500"/>
                                        <p:tgtEl>
                                          <p:spTgt spid="8">
                                            <p:txEl>
                                              <p:pRg st="10" end="10"/>
                                            </p:txEl>
                                          </p:spTgt>
                                        </p:tgtEl>
                                        <p:attrNameLst>
                                          <p:attrName>ppt_h</p:attrName>
                                        </p:attrNameLst>
                                      </p:cBhvr>
                                      <p:tavLst>
                                        <p:tav tm="0">
                                          <p:val>
                                            <p:strVal val="ppt_h"/>
                                          </p:val>
                                        </p:tav>
                                        <p:tav tm="100000">
                                          <p:val>
                                            <p:fltVal val="0"/>
                                          </p:val>
                                        </p:tav>
                                      </p:tavLst>
                                    </p:anim>
                                    <p:animEffect transition="out" filter="fade">
                                      <p:cBhvr>
                                        <p:cTn id="114" dur="500"/>
                                        <p:tgtEl>
                                          <p:spTgt spid="8">
                                            <p:txEl>
                                              <p:pRg st="10" end="10"/>
                                            </p:txEl>
                                          </p:spTgt>
                                        </p:tgtEl>
                                      </p:cBhvr>
                                    </p:animEffect>
                                    <p:set>
                                      <p:cBhvr>
                                        <p:cTn id="115" dur="1" fill="hold">
                                          <p:stCondLst>
                                            <p:cond delay="499"/>
                                          </p:stCondLst>
                                        </p:cTn>
                                        <p:tgtEl>
                                          <p:spTgt spid="8">
                                            <p:txEl>
                                              <p:pRg st="10" end="1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1" build="allAtOnce"/>
      <p:bldP spid="7" grpId="2" build="allAtOnce"/>
      <p:bldP spid="8" grpId="1" build="allAtOnce"/>
      <p:bldP spid="8" grpId="2"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759491A1-C986-F5C6-9E11-F3F31D551B9C}"/>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7C85AD3B-4ECC-D5F5-8D34-3F94E489E7DD}"/>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E2ADF66D-B279-C677-D749-E0F6B7C45798}"/>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3EC79B8E-45F5-C2E4-6E20-F74362DC9359}"/>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BD12B051-7EC6-BC6C-BE5F-9DF0F1EB1267}"/>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Rounded Rectangle 1">
            <a:extLst>
              <a:ext uri="{FF2B5EF4-FFF2-40B4-BE49-F238E27FC236}">
                <a16:creationId xmlns:a16="http://schemas.microsoft.com/office/drawing/2014/main" id="{EB85683D-5C55-1C87-18C9-2C48144636C0}"/>
              </a:ext>
            </a:extLst>
          </p:cNvPr>
          <p:cNvSpPr/>
          <p:nvPr/>
        </p:nvSpPr>
        <p:spPr>
          <a:xfrm>
            <a:off x="1219473" y="1835608"/>
            <a:ext cx="6705054" cy="3845346"/>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32525833-7353-5BB7-1BA8-F13AE65D478C}"/>
              </a:ext>
            </a:extLst>
          </p:cNvPr>
          <p:cNvSpPr/>
          <p:nvPr/>
        </p:nvSpPr>
        <p:spPr>
          <a:xfrm>
            <a:off x="1219473" y="856038"/>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0BBD14D-2D85-4530-F2FF-2C3342302DF1}"/>
              </a:ext>
            </a:extLst>
          </p:cNvPr>
          <p:cNvSpPr txBox="1"/>
          <p:nvPr/>
        </p:nvSpPr>
        <p:spPr>
          <a:xfrm>
            <a:off x="1184078" y="933917"/>
            <a:ext cx="6775839" cy="461665"/>
          </a:xfrm>
          <a:prstGeom prst="rect">
            <a:avLst/>
          </a:prstGeom>
          <a:noFill/>
        </p:spPr>
        <p:txBody>
          <a:bodyPr wrap="square" rtlCol="0" anchor="ctr">
            <a:spAutoFit/>
          </a:bodyPr>
          <a:lstStyle/>
          <a:p>
            <a:pPr algn="ctr"/>
            <a:r>
              <a:rPr lang="en-US" sz="2400" b="1" spc="300" dirty="0">
                <a:solidFill>
                  <a:schemeClr val="bg1"/>
                </a:solidFill>
                <a:latin typeface="Orbitron Black" pitchFamily="2" charset="0"/>
              </a:rPr>
              <a:t>What is the Synergy Network?</a:t>
            </a:r>
          </a:p>
        </p:txBody>
      </p:sp>
      <p:sp>
        <p:nvSpPr>
          <p:cNvPr id="8" name="TextBox 7">
            <a:extLst>
              <a:ext uri="{FF2B5EF4-FFF2-40B4-BE49-F238E27FC236}">
                <a16:creationId xmlns:a16="http://schemas.microsoft.com/office/drawing/2014/main" id="{25DC9E8C-C61E-FD43-3B1E-FD17F0FFE732}"/>
              </a:ext>
            </a:extLst>
          </p:cNvPr>
          <p:cNvSpPr txBox="1"/>
          <p:nvPr/>
        </p:nvSpPr>
        <p:spPr>
          <a:xfrm>
            <a:off x="1582913" y="1964685"/>
            <a:ext cx="6189487" cy="3539430"/>
          </a:xfrm>
          <a:prstGeom prst="rect">
            <a:avLst/>
          </a:prstGeom>
          <a:noFill/>
        </p:spPr>
        <p:txBody>
          <a:bodyPr wrap="square" rtlCol="0" anchor="ctr">
            <a:spAutoFit/>
          </a:bodyPr>
          <a:lstStyle/>
          <a:p>
            <a:r>
              <a:rPr lang="en-US" dirty="0">
                <a:solidFill>
                  <a:schemeClr val="bg1"/>
                </a:solidFill>
                <a:latin typeface="Inter Light" panose="02000503000000020004" pitchFamily="2" charset="0"/>
                <a:ea typeface="Inter Light" panose="02000503000000020004" pitchFamily="2" charset="0"/>
              </a:rPr>
              <a:t>Synergy Network is a next-generation Layer-1 blockchain built to unify every chain, every asset, and every user into a single, quantum-secure ecosystem.</a:t>
            </a:r>
          </a:p>
          <a:p>
            <a:endParaRPr lang="en-US" dirty="0">
              <a:solidFill>
                <a:schemeClr val="bg1"/>
              </a:solidFill>
              <a:latin typeface="Inter Light" panose="02000503000000020004" pitchFamily="2" charset="0"/>
              <a:ea typeface="Inter Light" panose="02000503000000020004" pitchFamily="2" charset="0"/>
            </a:endParaRPr>
          </a:p>
          <a:p>
            <a:r>
              <a:rPr lang="en-US" dirty="0">
                <a:solidFill>
                  <a:schemeClr val="bg1"/>
                </a:solidFill>
                <a:latin typeface="Inter Light" panose="02000503000000020004" pitchFamily="2" charset="0"/>
                <a:ea typeface="Inter Light" panose="02000503000000020004" pitchFamily="2" charset="0"/>
              </a:rPr>
              <a:t>It integrates:</a:t>
            </a:r>
          </a:p>
          <a:p>
            <a:endParaRPr lang="en-US" sz="800" dirty="0">
              <a:solidFill>
                <a:schemeClr val="bg1"/>
              </a:solidFill>
              <a:latin typeface="Inter Light" panose="02000503000000020004" pitchFamily="2" charset="0"/>
              <a:ea typeface="Inter Light" panose="02000503000000020004" pitchFamily="2" charset="0"/>
            </a:endParaRPr>
          </a:p>
          <a:p>
            <a:pPr marL="285750" indent="-285750">
              <a:buFont typeface="Wingdings" pitchFamily="2" charset="2"/>
              <a:buChar char="v"/>
            </a:pPr>
            <a:r>
              <a:rPr lang="en-US" dirty="0">
                <a:solidFill>
                  <a:schemeClr val="bg1"/>
                </a:solidFill>
                <a:latin typeface="Inter Light" panose="02000503000000020004" pitchFamily="2" charset="0"/>
                <a:ea typeface="Inter Light" panose="02000503000000020004" pitchFamily="2" charset="0"/>
              </a:rPr>
              <a:t>A cooperative consensus model</a:t>
            </a:r>
          </a:p>
          <a:p>
            <a:pPr marL="285750" indent="-285750">
              <a:buFont typeface="Wingdings" pitchFamily="2" charset="2"/>
              <a:buChar char="v"/>
            </a:pPr>
            <a:r>
              <a:rPr lang="en-US" dirty="0">
                <a:solidFill>
                  <a:schemeClr val="bg1"/>
                </a:solidFill>
                <a:latin typeface="Inter Light" panose="02000503000000020004" pitchFamily="2" charset="0"/>
                <a:ea typeface="Inter Light" panose="02000503000000020004" pitchFamily="2" charset="0"/>
              </a:rPr>
              <a:t>A quantum-secure cryptographic core</a:t>
            </a:r>
          </a:p>
          <a:p>
            <a:pPr marL="285750" indent="-285750">
              <a:buFont typeface="Wingdings" pitchFamily="2" charset="2"/>
              <a:buChar char="v"/>
            </a:pPr>
            <a:r>
              <a:rPr lang="en-US" dirty="0">
                <a:solidFill>
                  <a:schemeClr val="bg1"/>
                </a:solidFill>
                <a:latin typeface="Inter Light" panose="02000503000000020004" pitchFamily="2" charset="0"/>
                <a:ea typeface="Inter Light" panose="02000503000000020004" pitchFamily="2" charset="0"/>
              </a:rPr>
              <a:t>A bridgeless interoperability protocol</a:t>
            </a:r>
          </a:p>
          <a:p>
            <a:pPr marL="285750" indent="-285750">
              <a:buFont typeface="Wingdings" pitchFamily="2" charset="2"/>
              <a:buChar char="v"/>
            </a:pPr>
            <a:r>
              <a:rPr lang="en-US" dirty="0">
                <a:solidFill>
                  <a:schemeClr val="bg1"/>
                </a:solidFill>
                <a:latin typeface="Inter Light" panose="02000503000000020004" pitchFamily="2" charset="0"/>
                <a:ea typeface="Inter Light" panose="02000503000000020004" pitchFamily="2" charset="0"/>
              </a:rPr>
              <a:t>A quantum-secure smart-contract language &amp; VM</a:t>
            </a:r>
          </a:p>
          <a:p>
            <a:endParaRPr lang="en-US" dirty="0">
              <a:solidFill>
                <a:schemeClr val="bg1"/>
              </a:solidFill>
              <a:latin typeface="Inter Light" panose="02000503000000020004" pitchFamily="2" charset="0"/>
              <a:ea typeface="Inter Light" panose="02000503000000020004" pitchFamily="2" charset="0"/>
            </a:endParaRPr>
          </a:p>
          <a:p>
            <a:r>
              <a:rPr lang="en-US" dirty="0">
                <a:solidFill>
                  <a:schemeClr val="bg1"/>
                </a:solidFill>
                <a:latin typeface="Inter Light" panose="02000503000000020004" pitchFamily="2" charset="0"/>
                <a:ea typeface="Inter Light" panose="02000503000000020004" pitchFamily="2" charset="0"/>
              </a:rPr>
              <a:t>This is the first blockchain designed for the realities of the quantum computing era.</a:t>
            </a:r>
            <a:endParaRPr lang="en-US" spc="300" dirty="0">
              <a:solidFill>
                <a:schemeClr val="bg1"/>
              </a:solidFill>
              <a:latin typeface="Inter Light" panose="02000503000000020004" pitchFamily="2" charset="0"/>
              <a:ea typeface="Inter Light" panose="02000503000000020004" pitchFamily="2" charset="0"/>
            </a:endParaRPr>
          </a:p>
        </p:txBody>
      </p:sp>
      <p:sp>
        <p:nvSpPr>
          <p:cNvPr id="9" name="TextBox 8">
            <a:extLst>
              <a:ext uri="{FF2B5EF4-FFF2-40B4-BE49-F238E27FC236}">
                <a16:creationId xmlns:a16="http://schemas.microsoft.com/office/drawing/2014/main" id="{10984992-07DD-5554-6641-FD3267AA2EC8}"/>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27721621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1"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p:cTn id="7" dur="1000" fill="hold"/>
                                        <p:tgtEl>
                                          <p:spTgt spid="7">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7">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7">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1"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wipe(left)">
                                      <p:cBhvr>
                                        <p:cTn id="14" dur="500"/>
                                        <p:tgtEl>
                                          <p:spTgt spid="8">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1"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Effect transition="in" filter="wipe(left)">
                                      <p:cBhvr>
                                        <p:cTn id="19" dur="500"/>
                                        <p:tgtEl>
                                          <p:spTgt spid="8">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1" nodeType="click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wipe(left)">
                                      <p:cBhvr>
                                        <p:cTn id="24" dur="500"/>
                                        <p:tgtEl>
                                          <p:spTgt spid="8">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1" nodeType="clickEffect">
                                  <p:stCondLst>
                                    <p:cond delay="0"/>
                                  </p:stCondLst>
                                  <p:childTnLst>
                                    <p:set>
                                      <p:cBhvr>
                                        <p:cTn id="28" dur="1" fill="hold">
                                          <p:stCondLst>
                                            <p:cond delay="0"/>
                                          </p:stCondLst>
                                        </p:cTn>
                                        <p:tgtEl>
                                          <p:spTgt spid="8">
                                            <p:txEl>
                                              <p:pRg st="5" end="5"/>
                                            </p:txEl>
                                          </p:spTgt>
                                        </p:tgtEl>
                                        <p:attrNameLst>
                                          <p:attrName>style.visibility</p:attrName>
                                        </p:attrNameLst>
                                      </p:cBhvr>
                                      <p:to>
                                        <p:strVal val="visible"/>
                                      </p:to>
                                    </p:set>
                                    <p:animEffect transition="in" filter="wipe(left)">
                                      <p:cBhvr>
                                        <p:cTn id="29" dur="500"/>
                                        <p:tgtEl>
                                          <p:spTgt spid="8">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1" nodeType="clickEffect">
                                  <p:stCondLst>
                                    <p:cond delay="0"/>
                                  </p:stCondLst>
                                  <p:childTnLst>
                                    <p:set>
                                      <p:cBhvr>
                                        <p:cTn id="33" dur="1" fill="hold">
                                          <p:stCondLst>
                                            <p:cond delay="0"/>
                                          </p:stCondLst>
                                        </p:cTn>
                                        <p:tgtEl>
                                          <p:spTgt spid="8">
                                            <p:txEl>
                                              <p:pRg st="6" end="6"/>
                                            </p:txEl>
                                          </p:spTgt>
                                        </p:tgtEl>
                                        <p:attrNameLst>
                                          <p:attrName>style.visibility</p:attrName>
                                        </p:attrNameLst>
                                      </p:cBhvr>
                                      <p:to>
                                        <p:strVal val="visible"/>
                                      </p:to>
                                    </p:set>
                                    <p:animEffect transition="in" filter="wipe(left)">
                                      <p:cBhvr>
                                        <p:cTn id="34" dur="500"/>
                                        <p:tgtEl>
                                          <p:spTgt spid="8">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1" nodeType="clickEffect">
                                  <p:stCondLst>
                                    <p:cond delay="0"/>
                                  </p:stCondLst>
                                  <p:childTnLst>
                                    <p:set>
                                      <p:cBhvr>
                                        <p:cTn id="38" dur="1" fill="hold">
                                          <p:stCondLst>
                                            <p:cond delay="0"/>
                                          </p:stCondLst>
                                        </p:cTn>
                                        <p:tgtEl>
                                          <p:spTgt spid="8">
                                            <p:txEl>
                                              <p:pRg st="7" end="7"/>
                                            </p:txEl>
                                          </p:spTgt>
                                        </p:tgtEl>
                                        <p:attrNameLst>
                                          <p:attrName>style.visibility</p:attrName>
                                        </p:attrNameLst>
                                      </p:cBhvr>
                                      <p:to>
                                        <p:strVal val="visible"/>
                                      </p:to>
                                    </p:set>
                                    <p:animEffect transition="in" filter="wipe(left)">
                                      <p:cBhvr>
                                        <p:cTn id="39" dur="500"/>
                                        <p:tgtEl>
                                          <p:spTgt spid="8">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1" nodeType="clickEffect">
                                  <p:stCondLst>
                                    <p:cond delay="0"/>
                                  </p:stCondLst>
                                  <p:childTnLst>
                                    <p:set>
                                      <p:cBhvr>
                                        <p:cTn id="43" dur="1" fill="hold">
                                          <p:stCondLst>
                                            <p:cond delay="0"/>
                                          </p:stCondLst>
                                        </p:cTn>
                                        <p:tgtEl>
                                          <p:spTgt spid="8">
                                            <p:txEl>
                                              <p:pRg st="9" end="9"/>
                                            </p:txEl>
                                          </p:spTgt>
                                        </p:tgtEl>
                                        <p:attrNameLst>
                                          <p:attrName>style.visibility</p:attrName>
                                        </p:attrNameLst>
                                      </p:cBhvr>
                                      <p:to>
                                        <p:strVal val="visible"/>
                                      </p:to>
                                    </p:set>
                                    <p:animEffect transition="in" filter="wipe(left)">
                                      <p:cBhvr>
                                        <p:cTn id="44" dur="500"/>
                                        <p:tgtEl>
                                          <p:spTgt spid="8">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7">
                                            <p:txEl>
                                              <p:pRg st="0" end="0"/>
                                            </p:txEl>
                                          </p:spTgt>
                                        </p:tgtEl>
                                      </p:cBhvr>
                                    </p:animEffect>
                                    <p:set>
                                      <p:cBhvr>
                                        <p:cTn id="49" dur="1" fill="hold">
                                          <p:stCondLst>
                                            <p:cond delay="499"/>
                                          </p:stCondLst>
                                        </p:cTn>
                                        <p:tgtEl>
                                          <p:spTgt spid="7">
                                            <p:txEl>
                                              <p:pRg st="0" end="0"/>
                                            </p:txEl>
                                          </p:spTgt>
                                        </p:tgtEl>
                                        <p:attrNameLst>
                                          <p:attrName>style.visibility</p:attrName>
                                        </p:attrNameLst>
                                      </p:cBhvr>
                                      <p:to>
                                        <p:strVal val="hidden"/>
                                      </p:to>
                                    </p:set>
                                  </p:childTnLst>
                                </p:cTn>
                              </p:par>
                              <p:par>
                                <p:cTn id="50" presetID="10" presetClass="exit" presetSubtype="0" fill="hold" grpId="0" nodeType="withEffect">
                                  <p:stCondLst>
                                    <p:cond delay="0"/>
                                  </p:stCondLst>
                                  <p:childTnLst>
                                    <p:animEffect transition="out" filter="fade">
                                      <p:cBhvr>
                                        <p:cTn id="51" dur="500"/>
                                        <p:tgtEl>
                                          <p:spTgt spid="8">
                                            <p:txEl>
                                              <p:pRg st="0" end="0"/>
                                            </p:txEl>
                                          </p:spTgt>
                                        </p:tgtEl>
                                      </p:cBhvr>
                                    </p:animEffect>
                                    <p:set>
                                      <p:cBhvr>
                                        <p:cTn id="52" dur="1" fill="hold">
                                          <p:stCondLst>
                                            <p:cond delay="499"/>
                                          </p:stCondLst>
                                        </p:cTn>
                                        <p:tgtEl>
                                          <p:spTgt spid="8">
                                            <p:txEl>
                                              <p:pRg st="0" end="0"/>
                                            </p:txEl>
                                          </p:spTgt>
                                        </p:tgtEl>
                                        <p:attrNameLst>
                                          <p:attrName>style.visibility</p:attrName>
                                        </p:attrNameLst>
                                      </p:cBhvr>
                                      <p:to>
                                        <p:strVal val="hidden"/>
                                      </p:to>
                                    </p:set>
                                  </p:childTnLst>
                                </p:cTn>
                              </p:par>
                              <p:par>
                                <p:cTn id="53" presetID="10" presetClass="exit" presetSubtype="0" fill="hold" grpId="0" nodeType="withEffect">
                                  <p:stCondLst>
                                    <p:cond delay="0"/>
                                  </p:stCondLst>
                                  <p:childTnLst>
                                    <p:animEffect transition="out" filter="fade">
                                      <p:cBhvr>
                                        <p:cTn id="54" dur="500"/>
                                        <p:tgtEl>
                                          <p:spTgt spid="8">
                                            <p:txEl>
                                              <p:pRg st="2" end="2"/>
                                            </p:txEl>
                                          </p:spTgt>
                                        </p:tgtEl>
                                      </p:cBhvr>
                                    </p:animEffect>
                                    <p:set>
                                      <p:cBhvr>
                                        <p:cTn id="55" dur="1" fill="hold">
                                          <p:stCondLst>
                                            <p:cond delay="499"/>
                                          </p:stCondLst>
                                        </p:cTn>
                                        <p:tgtEl>
                                          <p:spTgt spid="8">
                                            <p:txEl>
                                              <p:pRg st="2" end="2"/>
                                            </p:txEl>
                                          </p:spTgt>
                                        </p:tgtEl>
                                        <p:attrNameLst>
                                          <p:attrName>style.visibility</p:attrName>
                                        </p:attrNameLst>
                                      </p:cBhvr>
                                      <p:to>
                                        <p:strVal val="hidden"/>
                                      </p:to>
                                    </p:set>
                                  </p:childTnLst>
                                </p:cTn>
                              </p:par>
                              <p:par>
                                <p:cTn id="56" presetID="10" presetClass="exit" presetSubtype="0" fill="hold" grpId="0" nodeType="withEffect">
                                  <p:stCondLst>
                                    <p:cond delay="0"/>
                                  </p:stCondLst>
                                  <p:childTnLst>
                                    <p:animEffect transition="out" filter="fade">
                                      <p:cBhvr>
                                        <p:cTn id="57" dur="500"/>
                                        <p:tgtEl>
                                          <p:spTgt spid="8">
                                            <p:txEl>
                                              <p:pRg st="4" end="4"/>
                                            </p:txEl>
                                          </p:spTgt>
                                        </p:tgtEl>
                                      </p:cBhvr>
                                    </p:animEffect>
                                    <p:set>
                                      <p:cBhvr>
                                        <p:cTn id="58" dur="1" fill="hold">
                                          <p:stCondLst>
                                            <p:cond delay="499"/>
                                          </p:stCondLst>
                                        </p:cTn>
                                        <p:tgtEl>
                                          <p:spTgt spid="8">
                                            <p:txEl>
                                              <p:pRg st="4" end="4"/>
                                            </p:txEl>
                                          </p:spTgt>
                                        </p:tgtEl>
                                        <p:attrNameLst>
                                          <p:attrName>style.visibility</p:attrName>
                                        </p:attrNameLst>
                                      </p:cBhvr>
                                      <p:to>
                                        <p:strVal val="hidden"/>
                                      </p:to>
                                    </p:set>
                                  </p:childTnLst>
                                </p:cTn>
                              </p:par>
                              <p:par>
                                <p:cTn id="59" presetID="10" presetClass="exit" presetSubtype="0" fill="hold" grpId="0" nodeType="withEffect">
                                  <p:stCondLst>
                                    <p:cond delay="0"/>
                                  </p:stCondLst>
                                  <p:childTnLst>
                                    <p:animEffect transition="out" filter="fade">
                                      <p:cBhvr>
                                        <p:cTn id="60" dur="500"/>
                                        <p:tgtEl>
                                          <p:spTgt spid="8">
                                            <p:txEl>
                                              <p:pRg st="5" end="5"/>
                                            </p:txEl>
                                          </p:spTgt>
                                        </p:tgtEl>
                                      </p:cBhvr>
                                    </p:animEffect>
                                    <p:set>
                                      <p:cBhvr>
                                        <p:cTn id="61" dur="1" fill="hold">
                                          <p:stCondLst>
                                            <p:cond delay="499"/>
                                          </p:stCondLst>
                                        </p:cTn>
                                        <p:tgtEl>
                                          <p:spTgt spid="8">
                                            <p:txEl>
                                              <p:pRg st="5" end="5"/>
                                            </p:txEl>
                                          </p:spTgt>
                                        </p:tgtEl>
                                        <p:attrNameLst>
                                          <p:attrName>style.visibility</p:attrName>
                                        </p:attrNameLst>
                                      </p:cBhvr>
                                      <p:to>
                                        <p:strVal val="hidden"/>
                                      </p:to>
                                    </p:set>
                                  </p:childTnLst>
                                </p:cTn>
                              </p:par>
                              <p:par>
                                <p:cTn id="62" presetID="10" presetClass="exit" presetSubtype="0" fill="hold" grpId="0" nodeType="withEffect">
                                  <p:stCondLst>
                                    <p:cond delay="0"/>
                                  </p:stCondLst>
                                  <p:childTnLst>
                                    <p:animEffect transition="out" filter="fade">
                                      <p:cBhvr>
                                        <p:cTn id="63" dur="500"/>
                                        <p:tgtEl>
                                          <p:spTgt spid="8">
                                            <p:txEl>
                                              <p:pRg st="6" end="6"/>
                                            </p:txEl>
                                          </p:spTgt>
                                        </p:tgtEl>
                                      </p:cBhvr>
                                    </p:animEffect>
                                    <p:set>
                                      <p:cBhvr>
                                        <p:cTn id="64" dur="1" fill="hold">
                                          <p:stCondLst>
                                            <p:cond delay="499"/>
                                          </p:stCondLst>
                                        </p:cTn>
                                        <p:tgtEl>
                                          <p:spTgt spid="8">
                                            <p:txEl>
                                              <p:pRg st="6" end="6"/>
                                            </p:txEl>
                                          </p:spTgt>
                                        </p:tgtEl>
                                        <p:attrNameLst>
                                          <p:attrName>style.visibility</p:attrName>
                                        </p:attrNameLst>
                                      </p:cBhvr>
                                      <p:to>
                                        <p:strVal val="hidden"/>
                                      </p:to>
                                    </p:set>
                                  </p:childTnLst>
                                </p:cTn>
                              </p:par>
                              <p:par>
                                <p:cTn id="65" presetID="10" presetClass="exit" presetSubtype="0" fill="hold" grpId="0" nodeType="withEffect">
                                  <p:stCondLst>
                                    <p:cond delay="0"/>
                                  </p:stCondLst>
                                  <p:childTnLst>
                                    <p:animEffect transition="out" filter="fade">
                                      <p:cBhvr>
                                        <p:cTn id="66" dur="500"/>
                                        <p:tgtEl>
                                          <p:spTgt spid="8">
                                            <p:txEl>
                                              <p:pRg st="7" end="7"/>
                                            </p:txEl>
                                          </p:spTgt>
                                        </p:tgtEl>
                                      </p:cBhvr>
                                    </p:animEffect>
                                    <p:set>
                                      <p:cBhvr>
                                        <p:cTn id="67" dur="1" fill="hold">
                                          <p:stCondLst>
                                            <p:cond delay="499"/>
                                          </p:stCondLst>
                                        </p:cTn>
                                        <p:tgtEl>
                                          <p:spTgt spid="8">
                                            <p:txEl>
                                              <p:pRg st="7" end="7"/>
                                            </p:txEl>
                                          </p:spTgt>
                                        </p:tgtEl>
                                        <p:attrNameLst>
                                          <p:attrName>style.visibility</p:attrName>
                                        </p:attrNameLst>
                                      </p:cBhvr>
                                      <p:to>
                                        <p:strVal val="hidden"/>
                                      </p:to>
                                    </p:set>
                                  </p:childTnLst>
                                </p:cTn>
                              </p:par>
                              <p:par>
                                <p:cTn id="68" presetID="10" presetClass="exit" presetSubtype="0" fill="hold" grpId="0" nodeType="withEffect">
                                  <p:stCondLst>
                                    <p:cond delay="0"/>
                                  </p:stCondLst>
                                  <p:childTnLst>
                                    <p:animEffect transition="out" filter="fade">
                                      <p:cBhvr>
                                        <p:cTn id="69" dur="500"/>
                                        <p:tgtEl>
                                          <p:spTgt spid="8">
                                            <p:txEl>
                                              <p:pRg st="9" end="9"/>
                                            </p:txEl>
                                          </p:spTgt>
                                        </p:tgtEl>
                                      </p:cBhvr>
                                    </p:animEffect>
                                    <p:set>
                                      <p:cBhvr>
                                        <p:cTn id="70" dur="1" fill="hold">
                                          <p:stCondLst>
                                            <p:cond delay="499"/>
                                          </p:stCondLst>
                                        </p:cTn>
                                        <p:tgtEl>
                                          <p:spTgt spid="8">
                                            <p:txEl>
                                              <p:pRg st="9" end="9"/>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allAtOnce"/>
      <p:bldP spid="7" grpId="1" build="allAtOnce"/>
      <p:bldP spid="8" grpId="0" build="allAtOnce"/>
      <p:bldP spid="8" grpId="1"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B1C0B641-D1C4-3E0C-B432-8A48AAE1E43F}"/>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93B0369C-01C1-1DA9-DD1C-3D162B442EED}"/>
              </a:ext>
            </a:extLst>
          </p:cNvPr>
          <p:cNvPicPr>
            <a:picLocks noChangeAspect="1"/>
          </p:cNvPicPr>
          <p:nvPr/>
        </p:nvPicPr>
        <p:blipFill>
          <a:blip r:embed="rId3">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6804FC0E-FFBD-A12A-6F33-453FAE6B33A8}"/>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0E8CA822-8DE5-8886-2CCC-746CFCF0020E}"/>
              </a:ext>
            </a:extLst>
          </p:cNvPr>
          <p:cNvPicPr>
            <a:picLocks noChangeAspect="1"/>
          </p:cNvPicPr>
          <p:nvPr/>
        </p:nvPicPr>
        <p:blipFill>
          <a:blip r:embed="rId4"/>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A69BB93F-9C8A-5B52-049E-719AEE34A545}"/>
              </a:ext>
            </a:extLst>
          </p:cNvPr>
          <p:cNvPicPr>
            <a:picLocks noChangeAspect="1"/>
          </p:cNvPicPr>
          <p:nvPr/>
        </p:nvPicPr>
        <p:blipFill>
          <a:blip r:embed="rId4"/>
          <a:stretch>
            <a:fillRect/>
          </a:stretch>
        </p:blipFill>
        <p:spPr>
          <a:xfrm>
            <a:off x="274319" y="6189615"/>
            <a:ext cx="8595360" cy="45719"/>
          </a:xfrm>
          <a:prstGeom prst="rect">
            <a:avLst/>
          </a:prstGeom>
        </p:spPr>
      </p:pic>
      <p:sp>
        <p:nvSpPr>
          <p:cNvPr id="2" name="Rounded Rectangle 1">
            <a:extLst>
              <a:ext uri="{FF2B5EF4-FFF2-40B4-BE49-F238E27FC236}">
                <a16:creationId xmlns:a16="http://schemas.microsoft.com/office/drawing/2014/main" id="{33F1CD1F-5AE4-FB89-F213-6FEBE097090E}"/>
              </a:ext>
            </a:extLst>
          </p:cNvPr>
          <p:cNvSpPr/>
          <p:nvPr/>
        </p:nvSpPr>
        <p:spPr>
          <a:xfrm>
            <a:off x="1219473" y="2003896"/>
            <a:ext cx="6705054" cy="3638144"/>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9E6A799A-D40D-6584-D712-35D0C123540A}"/>
              </a:ext>
            </a:extLst>
          </p:cNvPr>
          <p:cNvSpPr/>
          <p:nvPr/>
        </p:nvSpPr>
        <p:spPr>
          <a:xfrm>
            <a:off x="1219473" y="1001956"/>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D2B309F-8A3D-DD1D-06D7-AB9D423AF2DB}"/>
              </a:ext>
            </a:extLst>
          </p:cNvPr>
          <p:cNvSpPr txBox="1"/>
          <p:nvPr/>
        </p:nvSpPr>
        <p:spPr>
          <a:xfrm>
            <a:off x="1184078" y="1070109"/>
            <a:ext cx="6775839" cy="461665"/>
          </a:xfrm>
          <a:prstGeom prst="rect">
            <a:avLst/>
          </a:prstGeom>
          <a:noFill/>
        </p:spPr>
        <p:txBody>
          <a:bodyPr wrap="square" rtlCol="0" anchor="ctr">
            <a:spAutoFit/>
          </a:bodyPr>
          <a:lstStyle/>
          <a:p>
            <a:pPr algn="ctr"/>
            <a:r>
              <a:rPr lang="en-US" sz="2400" b="1" spc="300" dirty="0">
                <a:solidFill>
                  <a:schemeClr val="bg1"/>
                </a:solidFill>
                <a:latin typeface="Orbitron Black" pitchFamily="2" charset="0"/>
              </a:rPr>
              <a:t>Synergy’s Core Vision</a:t>
            </a:r>
          </a:p>
        </p:txBody>
      </p:sp>
      <p:sp>
        <p:nvSpPr>
          <p:cNvPr id="8" name="TextBox 7">
            <a:extLst>
              <a:ext uri="{FF2B5EF4-FFF2-40B4-BE49-F238E27FC236}">
                <a16:creationId xmlns:a16="http://schemas.microsoft.com/office/drawing/2014/main" id="{F2F5BACD-044C-D0C9-865D-3B293C9B799E}"/>
              </a:ext>
            </a:extLst>
          </p:cNvPr>
          <p:cNvSpPr txBox="1"/>
          <p:nvPr/>
        </p:nvSpPr>
        <p:spPr>
          <a:xfrm>
            <a:off x="1760708" y="2167216"/>
            <a:ext cx="5622585" cy="3231654"/>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To create a unified, secure, interoperable, and future-proof blockchain environment where:</a:t>
            </a:r>
          </a:p>
          <a:p>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Chains communicate natively</a:t>
            </a:r>
          </a:p>
          <a:p>
            <a:pPr marL="171450" indent="-171450">
              <a:buFont typeface="Wingdings" pitchFamily="2" charset="2"/>
              <a:buChar char="v"/>
            </a:pPr>
            <a:endParaRPr lang="en-US" sz="1000"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Security is quantum-resilient</a:t>
            </a:r>
          </a:p>
          <a:p>
            <a:pPr marL="171450" indent="-171450">
              <a:buFont typeface="Wingdings" pitchFamily="2" charset="2"/>
              <a:buChar char="v"/>
            </a:pPr>
            <a:endParaRPr lang="en-US" sz="1000"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Developers build once and deploy everywhere</a:t>
            </a:r>
          </a:p>
          <a:p>
            <a:pPr marL="171450" indent="-171450">
              <a:buFont typeface="Wingdings" pitchFamily="2" charset="2"/>
              <a:buChar char="v"/>
            </a:pPr>
            <a:endParaRPr lang="en-US" sz="1000"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Enterprises trust the infrastructure</a:t>
            </a:r>
          </a:p>
          <a:p>
            <a:pPr marL="171450" indent="-171450">
              <a:buFont typeface="Wingdings" pitchFamily="2" charset="2"/>
              <a:buChar char="v"/>
            </a:pPr>
            <a:endParaRPr lang="en-US" sz="1000"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Users never lose assets to hacks, bots, or quantum breakthroughs</a:t>
            </a:r>
            <a:endParaRPr lang="en-US" spc="300" dirty="0">
              <a:solidFill>
                <a:schemeClr val="bg1"/>
              </a:solidFill>
              <a:latin typeface="Inter" panose="02000503000000020004" pitchFamily="2" charset="0"/>
              <a:ea typeface="Inter" panose="02000503000000020004" pitchFamily="2" charset="0"/>
            </a:endParaRPr>
          </a:p>
        </p:txBody>
      </p:sp>
      <p:sp>
        <p:nvSpPr>
          <p:cNvPr id="9" name="TextBox 8">
            <a:extLst>
              <a:ext uri="{FF2B5EF4-FFF2-40B4-BE49-F238E27FC236}">
                <a16:creationId xmlns:a16="http://schemas.microsoft.com/office/drawing/2014/main" id="{E5B5839E-06B5-28C9-358D-6205D8EBDC90}"/>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 under active U.S. Provisional Applications.</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14905143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2"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p:cTn id="7" dur="1000" fill="hold"/>
                                        <p:tgtEl>
                                          <p:spTgt spid="7">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7">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7">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1"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wipe(left)">
                                      <p:cBhvr>
                                        <p:cTn id="14" dur="500"/>
                                        <p:tgtEl>
                                          <p:spTgt spid="8">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1"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Effect transition="in" filter="wipe(left)">
                                      <p:cBhvr>
                                        <p:cTn id="19" dur="500"/>
                                        <p:tgtEl>
                                          <p:spTgt spid="8">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1" nodeType="click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wipe(left)">
                                      <p:cBhvr>
                                        <p:cTn id="24" dur="500"/>
                                        <p:tgtEl>
                                          <p:spTgt spid="8">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1" nodeType="clickEffect">
                                  <p:stCondLst>
                                    <p:cond delay="0"/>
                                  </p:stCondLst>
                                  <p:childTnLst>
                                    <p:set>
                                      <p:cBhvr>
                                        <p:cTn id="28" dur="1" fill="hold">
                                          <p:stCondLst>
                                            <p:cond delay="0"/>
                                          </p:stCondLst>
                                        </p:cTn>
                                        <p:tgtEl>
                                          <p:spTgt spid="8">
                                            <p:txEl>
                                              <p:pRg st="6" end="6"/>
                                            </p:txEl>
                                          </p:spTgt>
                                        </p:tgtEl>
                                        <p:attrNameLst>
                                          <p:attrName>style.visibility</p:attrName>
                                        </p:attrNameLst>
                                      </p:cBhvr>
                                      <p:to>
                                        <p:strVal val="visible"/>
                                      </p:to>
                                    </p:set>
                                    <p:animEffect transition="in" filter="wipe(left)">
                                      <p:cBhvr>
                                        <p:cTn id="29" dur="500"/>
                                        <p:tgtEl>
                                          <p:spTgt spid="8">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1" nodeType="clickEffect">
                                  <p:stCondLst>
                                    <p:cond delay="0"/>
                                  </p:stCondLst>
                                  <p:childTnLst>
                                    <p:set>
                                      <p:cBhvr>
                                        <p:cTn id="33" dur="1" fill="hold">
                                          <p:stCondLst>
                                            <p:cond delay="0"/>
                                          </p:stCondLst>
                                        </p:cTn>
                                        <p:tgtEl>
                                          <p:spTgt spid="8">
                                            <p:txEl>
                                              <p:pRg st="8" end="8"/>
                                            </p:txEl>
                                          </p:spTgt>
                                        </p:tgtEl>
                                        <p:attrNameLst>
                                          <p:attrName>style.visibility</p:attrName>
                                        </p:attrNameLst>
                                      </p:cBhvr>
                                      <p:to>
                                        <p:strVal val="visible"/>
                                      </p:to>
                                    </p:set>
                                    <p:animEffect transition="in" filter="wipe(left)">
                                      <p:cBhvr>
                                        <p:cTn id="34" dur="500"/>
                                        <p:tgtEl>
                                          <p:spTgt spid="8">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1" nodeType="clickEffect">
                                  <p:stCondLst>
                                    <p:cond delay="0"/>
                                  </p:stCondLst>
                                  <p:childTnLst>
                                    <p:set>
                                      <p:cBhvr>
                                        <p:cTn id="38" dur="1" fill="hold">
                                          <p:stCondLst>
                                            <p:cond delay="0"/>
                                          </p:stCondLst>
                                        </p:cTn>
                                        <p:tgtEl>
                                          <p:spTgt spid="8">
                                            <p:txEl>
                                              <p:pRg st="10" end="10"/>
                                            </p:txEl>
                                          </p:spTgt>
                                        </p:tgtEl>
                                        <p:attrNameLst>
                                          <p:attrName>style.visibility</p:attrName>
                                        </p:attrNameLst>
                                      </p:cBhvr>
                                      <p:to>
                                        <p:strVal val="visible"/>
                                      </p:to>
                                    </p:set>
                                    <p:animEffect transition="in" filter="wipe(left)">
                                      <p:cBhvr>
                                        <p:cTn id="39" dur="500"/>
                                        <p:tgtEl>
                                          <p:spTgt spid="8">
                                            <p:txEl>
                                              <p:pRg st="10" end="1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grpId="0" nodeType="clickEffect">
                                  <p:stCondLst>
                                    <p:cond delay="0"/>
                                  </p:stCondLst>
                                  <p:childTnLst>
                                    <p:animEffect transition="out" filter="fade">
                                      <p:cBhvr>
                                        <p:cTn id="43" dur="500"/>
                                        <p:tgtEl>
                                          <p:spTgt spid="7">
                                            <p:txEl>
                                              <p:pRg st="0" end="0"/>
                                            </p:txEl>
                                          </p:spTgt>
                                        </p:tgtEl>
                                      </p:cBhvr>
                                    </p:animEffect>
                                    <p:set>
                                      <p:cBhvr>
                                        <p:cTn id="44" dur="1" fill="hold">
                                          <p:stCondLst>
                                            <p:cond delay="499"/>
                                          </p:stCondLst>
                                        </p:cTn>
                                        <p:tgtEl>
                                          <p:spTgt spid="7">
                                            <p:txEl>
                                              <p:pRg st="0" end="0"/>
                                            </p:txEl>
                                          </p:spTgt>
                                        </p:tgtEl>
                                        <p:attrNameLst>
                                          <p:attrName>style.visibility</p:attrName>
                                        </p:attrNameLst>
                                      </p:cBhvr>
                                      <p:to>
                                        <p:strVal val="hidden"/>
                                      </p:to>
                                    </p:set>
                                  </p:childTnLst>
                                </p:cTn>
                              </p:par>
                              <p:par>
                                <p:cTn id="45" presetID="10" presetClass="exit" presetSubtype="0" fill="hold" grpId="0" nodeType="withEffect">
                                  <p:stCondLst>
                                    <p:cond delay="0"/>
                                  </p:stCondLst>
                                  <p:childTnLst>
                                    <p:animEffect transition="out" filter="fade">
                                      <p:cBhvr>
                                        <p:cTn id="46" dur="500"/>
                                        <p:tgtEl>
                                          <p:spTgt spid="8">
                                            <p:txEl>
                                              <p:pRg st="0" end="0"/>
                                            </p:txEl>
                                          </p:spTgt>
                                        </p:tgtEl>
                                      </p:cBhvr>
                                    </p:animEffect>
                                    <p:set>
                                      <p:cBhvr>
                                        <p:cTn id="47" dur="1" fill="hold">
                                          <p:stCondLst>
                                            <p:cond delay="499"/>
                                          </p:stCondLst>
                                        </p:cTn>
                                        <p:tgtEl>
                                          <p:spTgt spid="8">
                                            <p:txEl>
                                              <p:pRg st="0" end="0"/>
                                            </p:txEl>
                                          </p:spTgt>
                                        </p:tgtEl>
                                        <p:attrNameLst>
                                          <p:attrName>style.visibility</p:attrName>
                                        </p:attrNameLst>
                                      </p:cBhvr>
                                      <p:to>
                                        <p:strVal val="hidden"/>
                                      </p:to>
                                    </p:set>
                                  </p:childTnLst>
                                </p:cTn>
                              </p:par>
                              <p:par>
                                <p:cTn id="48" presetID="10" presetClass="exit" presetSubtype="0" fill="hold" grpId="0" nodeType="withEffect">
                                  <p:stCondLst>
                                    <p:cond delay="0"/>
                                  </p:stCondLst>
                                  <p:childTnLst>
                                    <p:animEffect transition="out" filter="fade">
                                      <p:cBhvr>
                                        <p:cTn id="49" dur="500"/>
                                        <p:tgtEl>
                                          <p:spTgt spid="8">
                                            <p:txEl>
                                              <p:pRg st="2" end="2"/>
                                            </p:txEl>
                                          </p:spTgt>
                                        </p:tgtEl>
                                      </p:cBhvr>
                                    </p:animEffect>
                                    <p:set>
                                      <p:cBhvr>
                                        <p:cTn id="50" dur="1" fill="hold">
                                          <p:stCondLst>
                                            <p:cond delay="499"/>
                                          </p:stCondLst>
                                        </p:cTn>
                                        <p:tgtEl>
                                          <p:spTgt spid="8">
                                            <p:txEl>
                                              <p:pRg st="2" end="2"/>
                                            </p:txEl>
                                          </p:spTgt>
                                        </p:tgtEl>
                                        <p:attrNameLst>
                                          <p:attrName>style.visibility</p:attrName>
                                        </p:attrNameLst>
                                      </p:cBhvr>
                                      <p:to>
                                        <p:strVal val="hidden"/>
                                      </p:to>
                                    </p:set>
                                  </p:childTnLst>
                                </p:cTn>
                              </p:par>
                              <p:par>
                                <p:cTn id="51" presetID="10" presetClass="exit" presetSubtype="0" fill="hold" grpId="0" nodeType="withEffect">
                                  <p:stCondLst>
                                    <p:cond delay="0"/>
                                  </p:stCondLst>
                                  <p:childTnLst>
                                    <p:animEffect transition="out" filter="fade">
                                      <p:cBhvr>
                                        <p:cTn id="52" dur="500"/>
                                        <p:tgtEl>
                                          <p:spTgt spid="8">
                                            <p:txEl>
                                              <p:pRg st="4" end="4"/>
                                            </p:txEl>
                                          </p:spTgt>
                                        </p:tgtEl>
                                      </p:cBhvr>
                                    </p:animEffect>
                                    <p:set>
                                      <p:cBhvr>
                                        <p:cTn id="53" dur="1" fill="hold">
                                          <p:stCondLst>
                                            <p:cond delay="499"/>
                                          </p:stCondLst>
                                        </p:cTn>
                                        <p:tgtEl>
                                          <p:spTgt spid="8">
                                            <p:txEl>
                                              <p:pRg st="4" end="4"/>
                                            </p:txEl>
                                          </p:spTgt>
                                        </p:tgtEl>
                                        <p:attrNameLst>
                                          <p:attrName>style.visibility</p:attrName>
                                        </p:attrNameLst>
                                      </p:cBhvr>
                                      <p:to>
                                        <p:strVal val="hidden"/>
                                      </p:to>
                                    </p:set>
                                  </p:childTnLst>
                                </p:cTn>
                              </p:par>
                              <p:par>
                                <p:cTn id="54" presetID="10" presetClass="exit" presetSubtype="0" fill="hold" grpId="0" nodeType="withEffect">
                                  <p:stCondLst>
                                    <p:cond delay="0"/>
                                  </p:stCondLst>
                                  <p:childTnLst>
                                    <p:animEffect transition="out" filter="fade">
                                      <p:cBhvr>
                                        <p:cTn id="55" dur="500"/>
                                        <p:tgtEl>
                                          <p:spTgt spid="8">
                                            <p:txEl>
                                              <p:pRg st="6" end="6"/>
                                            </p:txEl>
                                          </p:spTgt>
                                        </p:tgtEl>
                                      </p:cBhvr>
                                    </p:animEffect>
                                    <p:set>
                                      <p:cBhvr>
                                        <p:cTn id="56" dur="1" fill="hold">
                                          <p:stCondLst>
                                            <p:cond delay="499"/>
                                          </p:stCondLst>
                                        </p:cTn>
                                        <p:tgtEl>
                                          <p:spTgt spid="8">
                                            <p:txEl>
                                              <p:pRg st="6" end="6"/>
                                            </p:txEl>
                                          </p:spTgt>
                                        </p:tgtEl>
                                        <p:attrNameLst>
                                          <p:attrName>style.visibility</p:attrName>
                                        </p:attrNameLst>
                                      </p:cBhvr>
                                      <p:to>
                                        <p:strVal val="hidden"/>
                                      </p:to>
                                    </p:set>
                                  </p:childTnLst>
                                </p:cTn>
                              </p:par>
                              <p:par>
                                <p:cTn id="57" presetID="10" presetClass="exit" presetSubtype="0" fill="hold" grpId="0" nodeType="withEffect">
                                  <p:stCondLst>
                                    <p:cond delay="0"/>
                                  </p:stCondLst>
                                  <p:childTnLst>
                                    <p:animEffect transition="out" filter="fade">
                                      <p:cBhvr>
                                        <p:cTn id="58" dur="500"/>
                                        <p:tgtEl>
                                          <p:spTgt spid="8">
                                            <p:txEl>
                                              <p:pRg st="8" end="8"/>
                                            </p:txEl>
                                          </p:spTgt>
                                        </p:tgtEl>
                                      </p:cBhvr>
                                    </p:animEffect>
                                    <p:set>
                                      <p:cBhvr>
                                        <p:cTn id="59" dur="1" fill="hold">
                                          <p:stCondLst>
                                            <p:cond delay="499"/>
                                          </p:stCondLst>
                                        </p:cTn>
                                        <p:tgtEl>
                                          <p:spTgt spid="8">
                                            <p:txEl>
                                              <p:pRg st="8" end="8"/>
                                            </p:txEl>
                                          </p:spTgt>
                                        </p:tgtEl>
                                        <p:attrNameLst>
                                          <p:attrName>style.visibility</p:attrName>
                                        </p:attrNameLst>
                                      </p:cBhvr>
                                      <p:to>
                                        <p:strVal val="hidden"/>
                                      </p:to>
                                    </p:set>
                                  </p:childTnLst>
                                </p:cTn>
                              </p:par>
                              <p:par>
                                <p:cTn id="60" presetID="10" presetClass="exit" presetSubtype="0" fill="hold" grpId="0" nodeType="withEffect">
                                  <p:stCondLst>
                                    <p:cond delay="0"/>
                                  </p:stCondLst>
                                  <p:childTnLst>
                                    <p:animEffect transition="out" filter="fade">
                                      <p:cBhvr>
                                        <p:cTn id="61" dur="500"/>
                                        <p:tgtEl>
                                          <p:spTgt spid="8">
                                            <p:txEl>
                                              <p:pRg st="10" end="10"/>
                                            </p:txEl>
                                          </p:spTgt>
                                        </p:tgtEl>
                                      </p:cBhvr>
                                    </p:animEffect>
                                    <p:set>
                                      <p:cBhvr>
                                        <p:cTn id="62" dur="1" fill="hold">
                                          <p:stCondLst>
                                            <p:cond delay="499"/>
                                          </p:stCondLst>
                                        </p:cTn>
                                        <p:tgtEl>
                                          <p:spTgt spid="8">
                                            <p:txEl>
                                              <p:pRg st="10" end="1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allAtOnce"/>
      <p:bldP spid="7" grpId="2" build="allAtOnce"/>
      <p:bldP spid="8" grpId="0" build="allAtOnce"/>
      <p:bldP spid="8" grpId="1"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6F56A5B7-F292-7AF6-CA71-047A57C0C2D3}"/>
            </a:ext>
          </a:extLst>
        </p:cNvPr>
        <p:cNvGrpSpPr/>
        <p:nvPr/>
      </p:nvGrpSpPr>
      <p:grpSpPr>
        <a:xfrm>
          <a:off x="0" y="0"/>
          <a:ext cx="0" cy="0"/>
          <a:chOff x="0" y="0"/>
          <a:chExt cx="0" cy="0"/>
        </a:xfrm>
      </p:grpSpPr>
      <p:sp>
        <p:nvSpPr>
          <p:cNvPr id="17" name="Rounded Rectangle 16">
            <a:extLst>
              <a:ext uri="{FF2B5EF4-FFF2-40B4-BE49-F238E27FC236}">
                <a16:creationId xmlns:a16="http://schemas.microsoft.com/office/drawing/2014/main" id="{95DEB471-C935-2B4E-2A76-C80361FEE9C4}"/>
              </a:ext>
            </a:extLst>
          </p:cNvPr>
          <p:cNvSpPr/>
          <p:nvPr/>
        </p:nvSpPr>
        <p:spPr>
          <a:xfrm>
            <a:off x="1184078" y="1512809"/>
            <a:ext cx="6775839" cy="2040100"/>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8878C182-8917-4C0C-51E8-A3250886F97A}"/>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9D282300-C9F2-D5B0-84AA-052FD48230EF}"/>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463A773D-4A02-F7E1-169F-787C0F939111}"/>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0F9FF339-077C-9579-8618-B717BD15D346}"/>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53F785C2-2110-1074-FF91-6AB2CEDD0439}"/>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51A02201-E69A-60AE-2D8F-2F0975D54F4B}"/>
              </a:ext>
            </a:extLst>
          </p:cNvPr>
          <p:cNvSpPr/>
          <p:nvPr/>
        </p:nvSpPr>
        <p:spPr>
          <a:xfrm>
            <a:off x="1245083" y="3716436"/>
            <a:ext cx="1143000" cy="2309649"/>
          </a:xfrm>
          <a:prstGeom prst="roundRect">
            <a:avLst/>
          </a:prstGeom>
          <a:solidFill>
            <a:srgbClr val="0060FF">
              <a:alpha val="35000"/>
            </a:srgbClr>
          </a:solidFill>
          <a:ln w="25400">
            <a:solidFill>
              <a:srgbClr val="0060FF"/>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b="1" dirty="0">
                <a:latin typeface="Orbitron Black" pitchFamily="2" charset="0"/>
              </a:rPr>
              <a:t>SynQ</a:t>
            </a:r>
          </a:p>
        </p:txBody>
      </p:sp>
      <p:sp>
        <p:nvSpPr>
          <p:cNvPr id="7" name="Rounded Rectangle 6">
            <a:extLst>
              <a:ext uri="{FF2B5EF4-FFF2-40B4-BE49-F238E27FC236}">
                <a16:creationId xmlns:a16="http://schemas.microsoft.com/office/drawing/2014/main" id="{A06913A2-2DA3-7A26-7CE4-E84D0C0A319D}"/>
              </a:ext>
            </a:extLst>
          </p:cNvPr>
          <p:cNvSpPr/>
          <p:nvPr/>
        </p:nvSpPr>
        <p:spPr>
          <a:xfrm>
            <a:off x="1219473" y="778218"/>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B629507-8746-7AD5-185A-039DB5FE83BC}"/>
              </a:ext>
            </a:extLst>
          </p:cNvPr>
          <p:cNvSpPr txBox="1"/>
          <p:nvPr/>
        </p:nvSpPr>
        <p:spPr>
          <a:xfrm>
            <a:off x="1184078" y="846371"/>
            <a:ext cx="6775839" cy="461665"/>
          </a:xfrm>
          <a:prstGeom prst="rect">
            <a:avLst/>
          </a:prstGeom>
          <a:noFill/>
        </p:spPr>
        <p:txBody>
          <a:bodyPr wrap="square" rtlCol="0" anchor="ctr">
            <a:spAutoFit/>
          </a:bodyPr>
          <a:lstStyle/>
          <a:p>
            <a:pPr algn="ctr"/>
            <a:r>
              <a:rPr lang="en-US" sz="2400" b="1" spc="300" dirty="0">
                <a:solidFill>
                  <a:schemeClr val="bg1"/>
                </a:solidFill>
                <a:latin typeface="Orbitron Black" pitchFamily="2" charset="0"/>
              </a:rPr>
              <a:t>The Four Foundational Pillars</a:t>
            </a:r>
          </a:p>
        </p:txBody>
      </p:sp>
      <p:sp>
        <p:nvSpPr>
          <p:cNvPr id="9" name="TextBox 8">
            <a:extLst>
              <a:ext uri="{FF2B5EF4-FFF2-40B4-BE49-F238E27FC236}">
                <a16:creationId xmlns:a16="http://schemas.microsoft.com/office/drawing/2014/main" id="{5566F5F8-BD4C-3854-2CDD-BBDDD084FCCE}"/>
              </a:ext>
            </a:extLst>
          </p:cNvPr>
          <p:cNvSpPr txBox="1"/>
          <p:nvPr/>
        </p:nvSpPr>
        <p:spPr>
          <a:xfrm>
            <a:off x="1221673" y="1523691"/>
            <a:ext cx="6700655" cy="1923604"/>
          </a:xfrm>
          <a:prstGeom prst="rect">
            <a:avLst/>
          </a:prstGeom>
          <a:noFill/>
        </p:spPr>
        <p:txBody>
          <a:bodyPr wrap="square" rtlCol="0" anchor="ctr">
            <a:spAutoFit/>
          </a:bodyPr>
          <a:lstStyle/>
          <a:p>
            <a:pPr algn="ctr"/>
            <a:r>
              <a:rPr lang="en-US" sz="1300" b="1" u="sng" dirty="0">
                <a:solidFill>
                  <a:schemeClr val="bg1"/>
                </a:solidFill>
                <a:latin typeface="Inter" panose="02000503000000020004" pitchFamily="2" charset="0"/>
                <a:ea typeface="Inter" panose="02000503000000020004" pitchFamily="2" charset="0"/>
              </a:rPr>
              <a:t>Synergy stands on four innovations</a:t>
            </a:r>
          </a:p>
          <a:p>
            <a:endParaRPr lang="en-US" sz="500" dirty="0">
              <a:solidFill>
                <a:schemeClr val="bg1"/>
              </a:solidFill>
              <a:latin typeface="Inter" panose="02000503000000020004" pitchFamily="2" charset="0"/>
              <a:ea typeface="Inter" panose="02000503000000020004" pitchFamily="2" charset="0"/>
            </a:endParaRPr>
          </a:p>
          <a:p>
            <a:pPr marL="180975" indent="-180975">
              <a:buFont typeface="Wingdings" pitchFamily="2" charset="2"/>
              <a:buChar char="v"/>
            </a:pPr>
            <a:r>
              <a:rPr lang="en-US" sz="1300" b="1" dirty="0">
                <a:solidFill>
                  <a:schemeClr val="bg1"/>
                </a:solidFill>
                <a:latin typeface="Inter" panose="02000503000000020004" pitchFamily="2" charset="0"/>
                <a:ea typeface="Inter" panose="02000503000000020004" pitchFamily="2" charset="0"/>
              </a:rPr>
              <a:t>SynQ </a:t>
            </a:r>
            <a:r>
              <a:rPr lang="en-US" sz="1300" dirty="0">
                <a:solidFill>
                  <a:schemeClr val="bg1"/>
                </a:solidFill>
                <a:latin typeface="Inter" panose="02000503000000020004" pitchFamily="2" charset="0"/>
                <a:ea typeface="Inter" panose="02000503000000020004" pitchFamily="2" charset="0"/>
              </a:rPr>
              <a:t>— our quantum-secure smart-contract language and execution layer.</a:t>
            </a:r>
            <a:endParaRPr lang="en-US" sz="1300" b="1" dirty="0">
              <a:solidFill>
                <a:schemeClr val="bg1"/>
              </a:solidFill>
              <a:latin typeface="Inter" panose="02000503000000020004" pitchFamily="2" charset="0"/>
              <a:ea typeface="Inter" panose="02000503000000020004" pitchFamily="2" charset="0"/>
            </a:endParaRPr>
          </a:p>
          <a:p>
            <a:pPr marL="180975" indent="-180975">
              <a:buFont typeface="Wingdings" pitchFamily="2" charset="2"/>
              <a:buChar char="v"/>
            </a:pPr>
            <a:r>
              <a:rPr lang="en-US" sz="1300" b="1" dirty="0">
                <a:solidFill>
                  <a:schemeClr val="bg1"/>
                </a:solidFill>
                <a:latin typeface="Inter" panose="02000503000000020004" pitchFamily="2" charset="0"/>
                <a:ea typeface="Inter" panose="02000503000000020004" pitchFamily="2" charset="0"/>
              </a:rPr>
              <a:t>Synergy Cross-Chain Protocol (SXCP)</a:t>
            </a:r>
            <a:r>
              <a:rPr lang="en-US" sz="1300" dirty="0">
                <a:solidFill>
                  <a:schemeClr val="bg1"/>
                </a:solidFill>
                <a:latin typeface="Inter" panose="02000503000000020004" pitchFamily="2" charset="0"/>
                <a:ea typeface="Inter" panose="02000503000000020004" pitchFamily="2" charset="0"/>
              </a:rPr>
              <a:t> — bridgeless interoperability across all chains</a:t>
            </a:r>
          </a:p>
          <a:p>
            <a:pPr marL="180975" indent="-180975">
              <a:buFont typeface="Wingdings" pitchFamily="2" charset="2"/>
              <a:buChar char="v"/>
            </a:pPr>
            <a:r>
              <a:rPr lang="en-US" sz="1300" b="1" dirty="0">
                <a:solidFill>
                  <a:schemeClr val="bg1"/>
                </a:solidFill>
                <a:latin typeface="Inter" panose="02000503000000020004" pitchFamily="2" charset="0"/>
                <a:ea typeface="Inter" panose="02000503000000020004" pitchFamily="2" charset="0"/>
              </a:rPr>
              <a:t>Proof-of-Synergy (PoSy) Consensus </a:t>
            </a:r>
            <a:r>
              <a:rPr lang="en-US" sz="1300" dirty="0">
                <a:solidFill>
                  <a:schemeClr val="bg1"/>
                </a:solidFill>
                <a:latin typeface="Inter" panose="02000503000000020004" pitchFamily="2" charset="0"/>
                <a:ea typeface="Inter" panose="02000503000000020004" pitchFamily="2" charset="0"/>
              </a:rPr>
              <a:t>— cooperative, cluster-based consensus</a:t>
            </a:r>
          </a:p>
          <a:p>
            <a:pPr marL="180975" indent="-180975">
              <a:buFont typeface="Wingdings" pitchFamily="2" charset="2"/>
              <a:buChar char="v"/>
            </a:pPr>
            <a:r>
              <a:rPr lang="en-US" sz="1300" b="1" dirty="0">
                <a:solidFill>
                  <a:schemeClr val="bg1"/>
                </a:solidFill>
                <a:latin typeface="Inter" panose="02000503000000020004" pitchFamily="2" charset="0"/>
                <a:ea typeface="Inter" panose="02000503000000020004" pitchFamily="2" charset="0"/>
              </a:rPr>
              <a:t>Aegis Post-Quantum Cryptography Core </a:t>
            </a:r>
            <a:r>
              <a:rPr lang="en-US" sz="1300" dirty="0">
                <a:solidFill>
                  <a:schemeClr val="bg1"/>
                </a:solidFill>
                <a:latin typeface="Inter" panose="02000503000000020004" pitchFamily="2" charset="0"/>
                <a:ea typeface="Inter" panose="02000503000000020004" pitchFamily="2" charset="0"/>
              </a:rPr>
              <a:t>— an integrated post-quantum cryptographic engine</a:t>
            </a:r>
          </a:p>
          <a:p>
            <a:endParaRPr lang="en-US" sz="1000" dirty="0">
              <a:solidFill>
                <a:schemeClr val="bg1"/>
              </a:solidFill>
              <a:latin typeface="Inter" panose="02000503000000020004" pitchFamily="2" charset="0"/>
              <a:ea typeface="Inter" panose="02000503000000020004" pitchFamily="2" charset="0"/>
            </a:endParaRPr>
          </a:p>
          <a:p>
            <a:pPr algn="ctr"/>
            <a:r>
              <a:rPr lang="en-US" sz="1300" dirty="0">
                <a:solidFill>
                  <a:schemeClr val="bg1"/>
                </a:solidFill>
                <a:latin typeface="Inter" panose="02000503000000020004" pitchFamily="2" charset="0"/>
                <a:ea typeface="Inter" panose="02000503000000020004" pitchFamily="2" charset="0"/>
              </a:rPr>
              <a:t>This is not an incremental improvement — it’s a generational leap.</a:t>
            </a:r>
            <a:endParaRPr lang="en-US" sz="1300" spc="300" dirty="0">
              <a:solidFill>
                <a:schemeClr val="bg1"/>
              </a:solidFill>
              <a:latin typeface="Inter" panose="02000503000000020004" pitchFamily="2" charset="0"/>
              <a:ea typeface="Inter" panose="02000503000000020004" pitchFamily="2" charset="0"/>
            </a:endParaRPr>
          </a:p>
        </p:txBody>
      </p:sp>
      <p:sp>
        <p:nvSpPr>
          <p:cNvPr id="10" name="Rounded Rectangle 9">
            <a:extLst>
              <a:ext uri="{FF2B5EF4-FFF2-40B4-BE49-F238E27FC236}">
                <a16:creationId xmlns:a16="http://schemas.microsoft.com/office/drawing/2014/main" id="{970F099C-5BD2-5D17-FDBE-9CDBE9B4AA8C}"/>
              </a:ext>
            </a:extLst>
          </p:cNvPr>
          <p:cNvSpPr/>
          <p:nvPr/>
        </p:nvSpPr>
        <p:spPr>
          <a:xfrm>
            <a:off x="4927806" y="3716437"/>
            <a:ext cx="1143000" cy="2309649"/>
          </a:xfrm>
          <a:prstGeom prst="roundRect">
            <a:avLst/>
          </a:prstGeom>
          <a:solidFill>
            <a:srgbClr val="00FF66">
              <a:alpha val="35000"/>
            </a:srgbClr>
          </a:solidFill>
          <a:ln w="25400">
            <a:solidFill>
              <a:srgbClr val="00FF66"/>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b="1" dirty="0">
                <a:latin typeface="Orbitron Black" pitchFamily="2" charset="0"/>
              </a:rPr>
              <a:t>PoSy</a:t>
            </a:r>
          </a:p>
        </p:txBody>
      </p:sp>
      <p:sp>
        <p:nvSpPr>
          <p:cNvPr id="11" name="Rounded Rectangle 10">
            <a:extLst>
              <a:ext uri="{FF2B5EF4-FFF2-40B4-BE49-F238E27FC236}">
                <a16:creationId xmlns:a16="http://schemas.microsoft.com/office/drawing/2014/main" id="{22FFD305-0338-5539-157B-79A1D67724A8}"/>
              </a:ext>
            </a:extLst>
          </p:cNvPr>
          <p:cNvSpPr/>
          <p:nvPr/>
        </p:nvSpPr>
        <p:spPr>
          <a:xfrm>
            <a:off x="3086445" y="3701980"/>
            <a:ext cx="1143000" cy="2309649"/>
          </a:xfrm>
          <a:prstGeom prst="roundRect">
            <a:avLst/>
          </a:prstGeom>
          <a:solidFill>
            <a:srgbClr val="00CED1">
              <a:alpha val="35000"/>
            </a:srgbClr>
          </a:solidFill>
          <a:ln w="25400">
            <a:solidFill>
              <a:srgbClr val="00CED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b="1" dirty="0">
                <a:latin typeface="Orbitron Black" pitchFamily="2" charset="0"/>
              </a:rPr>
              <a:t>SXCP</a:t>
            </a:r>
          </a:p>
        </p:txBody>
      </p:sp>
      <p:sp>
        <p:nvSpPr>
          <p:cNvPr id="12" name="Rounded Rectangle 11">
            <a:extLst>
              <a:ext uri="{FF2B5EF4-FFF2-40B4-BE49-F238E27FC236}">
                <a16:creationId xmlns:a16="http://schemas.microsoft.com/office/drawing/2014/main" id="{83D73E52-1AA1-8041-FDCD-A736ED98EBCD}"/>
              </a:ext>
            </a:extLst>
          </p:cNvPr>
          <p:cNvSpPr/>
          <p:nvPr/>
        </p:nvSpPr>
        <p:spPr>
          <a:xfrm>
            <a:off x="6769168" y="3701980"/>
            <a:ext cx="1143000" cy="2309649"/>
          </a:xfrm>
          <a:prstGeom prst="roundRect">
            <a:avLst/>
          </a:prstGeom>
          <a:solidFill>
            <a:srgbClr val="7D00FF">
              <a:alpha val="35000"/>
            </a:srgbClr>
          </a:solidFill>
          <a:ln w="25400">
            <a:solidFill>
              <a:srgbClr val="7D00FF"/>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b="1" dirty="0">
                <a:latin typeface="Orbitron Black" pitchFamily="2" charset="0"/>
              </a:rPr>
              <a:t>Aegis</a:t>
            </a:r>
          </a:p>
        </p:txBody>
      </p:sp>
    </p:spTree>
    <p:extLst>
      <p:ext uri="{BB962C8B-B14F-4D97-AF65-F5344CB8AC3E}">
        <p14:creationId xmlns:p14="http://schemas.microsoft.com/office/powerpoint/2010/main" val="21148792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1"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2"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wipe(left)">
                                      <p:cBhvr>
                                        <p:cTn id="14" dur="500"/>
                                        <p:tgtEl>
                                          <p:spTgt spid="9">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2"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wipe(left)">
                                      <p:cBhvr>
                                        <p:cTn id="19" dur="500"/>
                                        <p:tgtEl>
                                          <p:spTgt spid="9">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7" presetClass="entr" presetSubtype="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1000"/>
                                        <p:tgtEl>
                                          <p:spTgt spid="3"/>
                                        </p:tgtEl>
                                      </p:cBhvr>
                                    </p:animEffect>
                                    <p:anim calcmode="lin" valueType="num">
                                      <p:cBhvr>
                                        <p:cTn id="25" dur="1000" fill="hold"/>
                                        <p:tgtEl>
                                          <p:spTgt spid="3"/>
                                        </p:tgtEl>
                                        <p:attrNameLst>
                                          <p:attrName>ppt_x</p:attrName>
                                        </p:attrNameLst>
                                      </p:cBhvr>
                                      <p:tavLst>
                                        <p:tav tm="0">
                                          <p:val>
                                            <p:strVal val="#ppt_x"/>
                                          </p:val>
                                        </p:tav>
                                        <p:tav tm="100000">
                                          <p:val>
                                            <p:strVal val="#ppt_x"/>
                                          </p:val>
                                        </p:tav>
                                      </p:tavLst>
                                    </p:anim>
                                    <p:anim calcmode="lin" valueType="num">
                                      <p:cBhvr>
                                        <p:cTn id="26" dur="900" decel="100000" fill="hold"/>
                                        <p:tgtEl>
                                          <p:spTgt spid="3"/>
                                        </p:tgtEl>
                                        <p:attrNameLst>
                                          <p:attrName>ppt_y</p:attrName>
                                        </p:attrNameLst>
                                      </p:cBhvr>
                                      <p:tavLst>
                                        <p:tav tm="0">
                                          <p:val>
                                            <p:strVal val="#ppt_y+1"/>
                                          </p:val>
                                        </p:tav>
                                        <p:tav tm="100000">
                                          <p:val>
                                            <p:strVal val="#ppt_y-.03"/>
                                          </p:val>
                                        </p:tav>
                                      </p:tavLst>
                                    </p:anim>
                                    <p:anim calcmode="lin" valueType="num">
                                      <p:cBhvr>
                                        <p:cTn id="27"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2" nodeType="clickEffect">
                                  <p:stCondLst>
                                    <p:cond delay="0"/>
                                  </p:stCondLst>
                                  <p:childTnLst>
                                    <p:set>
                                      <p:cBhvr>
                                        <p:cTn id="31" dur="1" fill="hold">
                                          <p:stCondLst>
                                            <p:cond delay="0"/>
                                          </p:stCondLst>
                                        </p:cTn>
                                        <p:tgtEl>
                                          <p:spTgt spid="9">
                                            <p:txEl>
                                              <p:pRg st="3" end="3"/>
                                            </p:txEl>
                                          </p:spTgt>
                                        </p:tgtEl>
                                        <p:attrNameLst>
                                          <p:attrName>style.visibility</p:attrName>
                                        </p:attrNameLst>
                                      </p:cBhvr>
                                      <p:to>
                                        <p:strVal val="visible"/>
                                      </p:to>
                                    </p:set>
                                    <p:animEffect transition="in" filter="wipe(left)">
                                      <p:cBhvr>
                                        <p:cTn id="32" dur="500"/>
                                        <p:tgtEl>
                                          <p:spTgt spid="9">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7"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1000"/>
                                        <p:tgtEl>
                                          <p:spTgt spid="11"/>
                                        </p:tgtEl>
                                      </p:cBhvr>
                                    </p:animEffect>
                                    <p:anim calcmode="lin" valueType="num">
                                      <p:cBhvr>
                                        <p:cTn id="38" dur="1000" fill="hold"/>
                                        <p:tgtEl>
                                          <p:spTgt spid="11"/>
                                        </p:tgtEl>
                                        <p:attrNameLst>
                                          <p:attrName>ppt_x</p:attrName>
                                        </p:attrNameLst>
                                      </p:cBhvr>
                                      <p:tavLst>
                                        <p:tav tm="0">
                                          <p:val>
                                            <p:strVal val="#ppt_x"/>
                                          </p:val>
                                        </p:tav>
                                        <p:tav tm="100000">
                                          <p:val>
                                            <p:strVal val="#ppt_x"/>
                                          </p:val>
                                        </p:tav>
                                      </p:tavLst>
                                    </p:anim>
                                    <p:anim calcmode="lin" valueType="num">
                                      <p:cBhvr>
                                        <p:cTn id="39" dur="900" decel="100000" fill="hold"/>
                                        <p:tgtEl>
                                          <p:spTgt spid="11"/>
                                        </p:tgtEl>
                                        <p:attrNameLst>
                                          <p:attrName>ppt_y</p:attrName>
                                        </p:attrNameLst>
                                      </p:cBhvr>
                                      <p:tavLst>
                                        <p:tav tm="0">
                                          <p:val>
                                            <p:strVal val="#ppt_y+1"/>
                                          </p:val>
                                        </p:tav>
                                        <p:tav tm="100000">
                                          <p:val>
                                            <p:strVal val="#ppt_y-.03"/>
                                          </p:val>
                                        </p:tav>
                                      </p:tavLst>
                                    </p:anim>
                                    <p:anim calcmode="lin" valueType="num">
                                      <p:cBhvr>
                                        <p:cTn id="40"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2" nodeType="clickEffect">
                                  <p:stCondLst>
                                    <p:cond delay="0"/>
                                  </p:stCondLst>
                                  <p:childTnLst>
                                    <p:set>
                                      <p:cBhvr>
                                        <p:cTn id="44" dur="1" fill="hold">
                                          <p:stCondLst>
                                            <p:cond delay="0"/>
                                          </p:stCondLst>
                                        </p:cTn>
                                        <p:tgtEl>
                                          <p:spTgt spid="9">
                                            <p:txEl>
                                              <p:pRg st="4" end="4"/>
                                            </p:txEl>
                                          </p:spTgt>
                                        </p:tgtEl>
                                        <p:attrNameLst>
                                          <p:attrName>style.visibility</p:attrName>
                                        </p:attrNameLst>
                                      </p:cBhvr>
                                      <p:to>
                                        <p:strVal val="visible"/>
                                      </p:to>
                                    </p:set>
                                    <p:animEffect transition="in" filter="wipe(left)">
                                      <p:cBhvr>
                                        <p:cTn id="45" dur="500"/>
                                        <p:tgtEl>
                                          <p:spTgt spid="9">
                                            <p:txEl>
                                              <p:pRg st="4" end="4"/>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7"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1000"/>
                                        <p:tgtEl>
                                          <p:spTgt spid="10"/>
                                        </p:tgtEl>
                                      </p:cBhvr>
                                    </p:animEffect>
                                    <p:anim calcmode="lin" valueType="num">
                                      <p:cBhvr>
                                        <p:cTn id="51" dur="1000" fill="hold"/>
                                        <p:tgtEl>
                                          <p:spTgt spid="10"/>
                                        </p:tgtEl>
                                        <p:attrNameLst>
                                          <p:attrName>ppt_x</p:attrName>
                                        </p:attrNameLst>
                                      </p:cBhvr>
                                      <p:tavLst>
                                        <p:tav tm="0">
                                          <p:val>
                                            <p:strVal val="#ppt_x"/>
                                          </p:val>
                                        </p:tav>
                                        <p:tav tm="100000">
                                          <p:val>
                                            <p:strVal val="#ppt_x"/>
                                          </p:val>
                                        </p:tav>
                                      </p:tavLst>
                                    </p:anim>
                                    <p:anim calcmode="lin" valueType="num">
                                      <p:cBhvr>
                                        <p:cTn id="52" dur="900" decel="100000" fill="hold"/>
                                        <p:tgtEl>
                                          <p:spTgt spid="10"/>
                                        </p:tgtEl>
                                        <p:attrNameLst>
                                          <p:attrName>ppt_y</p:attrName>
                                        </p:attrNameLst>
                                      </p:cBhvr>
                                      <p:tavLst>
                                        <p:tav tm="0">
                                          <p:val>
                                            <p:strVal val="#ppt_y+1"/>
                                          </p:val>
                                        </p:tav>
                                        <p:tav tm="100000">
                                          <p:val>
                                            <p:strVal val="#ppt_y-.03"/>
                                          </p:val>
                                        </p:tav>
                                      </p:tavLst>
                                    </p:anim>
                                    <p:anim calcmode="lin" valueType="num">
                                      <p:cBhvr>
                                        <p:cTn id="53"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2" nodeType="clickEffect">
                                  <p:stCondLst>
                                    <p:cond delay="0"/>
                                  </p:stCondLst>
                                  <p:childTnLst>
                                    <p:set>
                                      <p:cBhvr>
                                        <p:cTn id="57" dur="1" fill="hold">
                                          <p:stCondLst>
                                            <p:cond delay="0"/>
                                          </p:stCondLst>
                                        </p:cTn>
                                        <p:tgtEl>
                                          <p:spTgt spid="9">
                                            <p:txEl>
                                              <p:pRg st="5" end="5"/>
                                            </p:txEl>
                                          </p:spTgt>
                                        </p:tgtEl>
                                        <p:attrNameLst>
                                          <p:attrName>style.visibility</p:attrName>
                                        </p:attrNameLst>
                                      </p:cBhvr>
                                      <p:to>
                                        <p:strVal val="visible"/>
                                      </p:to>
                                    </p:set>
                                    <p:animEffect transition="in" filter="wipe(left)">
                                      <p:cBhvr>
                                        <p:cTn id="58" dur="500"/>
                                        <p:tgtEl>
                                          <p:spTgt spid="9">
                                            <p:txEl>
                                              <p:pRg st="5" end="5"/>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7"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1000"/>
                                        <p:tgtEl>
                                          <p:spTgt spid="12"/>
                                        </p:tgtEl>
                                      </p:cBhvr>
                                    </p:animEffect>
                                    <p:anim calcmode="lin" valueType="num">
                                      <p:cBhvr>
                                        <p:cTn id="64" dur="1000" fill="hold"/>
                                        <p:tgtEl>
                                          <p:spTgt spid="12"/>
                                        </p:tgtEl>
                                        <p:attrNameLst>
                                          <p:attrName>ppt_x</p:attrName>
                                        </p:attrNameLst>
                                      </p:cBhvr>
                                      <p:tavLst>
                                        <p:tav tm="0">
                                          <p:val>
                                            <p:strVal val="#ppt_x"/>
                                          </p:val>
                                        </p:tav>
                                        <p:tav tm="100000">
                                          <p:val>
                                            <p:strVal val="#ppt_x"/>
                                          </p:val>
                                        </p:tav>
                                      </p:tavLst>
                                    </p:anim>
                                    <p:anim calcmode="lin" valueType="num">
                                      <p:cBhvr>
                                        <p:cTn id="65" dur="900" decel="100000" fill="hold"/>
                                        <p:tgtEl>
                                          <p:spTgt spid="12"/>
                                        </p:tgtEl>
                                        <p:attrNameLst>
                                          <p:attrName>ppt_y</p:attrName>
                                        </p:attrNameLst>
                                      </p:cBhvr>
                                      <p:tavLst>
                                        <p:tav tm="0">
                                          <p:val>
                                            <p:strVal val="#ppt_y+1"/>
                                          </p:val>
                                        </p:tav>
                                        <p:tav tm="100000">
                                          <p:val>
                                            <p:strVal val="#ppt_y-.03"/>
                                          </p:val>
                                        </p:tav>
                                      </p:tavLst>
                                    </p:anim>
                                    <p:anim calcmode="lin" valueType="num">
                                      <p:cBhvr>
                                        <p:cTn id="66" dur="100" accel="100000" fill="hold">
                                          <p:stCondLst>
                                            <p:cond delay="900"/>
                                          </p:stCondLst>
                                        </p:cTn>
                                        <p:tgtEl>
                                          <p:spTgt spid="12"/>
                                        </p:tgtEl>
                                        <p:attrNameLst>
                                          <p:attrName>ppt_y</p:attrName>
                                        </p:attrNameLst>
                                      </p:cBhvr>
                                      <p:tavLst>
                                        <p:tav tm="0">
                                          <p:val>
                                            <p:strVal val="#ppt_y-.03"/>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2" nodeType="clickEffect">
                                  <p:stCondLst>
                                    <p:cond delay="0"/>
                                  </p:stCondLst>
                                  <p:childTnLst>
                                    <p:set>
                                      <p:cBhvr>
                                        <p:cTn id="70" dur="1" fill="hold">
                                          <p:stCondLst>
                                            <p:cond delay="0"/>
                                          </p:stCondLst>
                                        </p:cTn>
                                        <p:tgtEl>
                                          <p:spTgt spid="9">
                                            <p:txEl>
                                              <p:pRg st="7" end="7"/>
                                            </p:txEl>
                                          </p:spTgt>
                                        </p:tgtEl>
                                        <p:attrNameLst>
                                          <p:attrName>style.visibility</p:attrName>
                                        </p:attrNameLst>
                                      </p:cBhvr>
                                      <p:to>
                                        <p:strVal val="visible"/>
                                      </p:to>
                                    </p:set>
                                    <p:animEffect transition="in" filter="wipe(left)">
                                      <p:cBhvr>
                                        <p:cTn id="71" dur="500"/>
                                        <p:tgtEl>
                                          <p:spTgt spid="9">
                                            <p:txEl>
                                              <p:pRg st="7" end="7"/>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xit" presetSubtype="0" fill="hold" grpId="0" nodeType="clickEffect">
                                  <p:stCondLst>
                                    <p:cond delay="0"/>
                                  </p:stCondLst>
                                  <p:childTnLst>
                                    <p:animEffect transition="out" filter="fade">
                                      <p:cBhvr>
                                        <p:cTn id="75" dur="500"/>
                                        <p:tgtEl>
                                          <p:spTgt spid="8">
                                            <p:txEl>
                                              <p:pRg st="0" end="0"/>
                                            </p:txEl>
                                          </p:spTgt>
                                        </p:tgtEl>
                                      </p:cBhvr>
                                    </p:animEffect>
                                    <p:set>
                                      <p:cBhvr>
                                        <p:cTn id="76" dur="1" fill="hold">
                                          <p:stCondLst>
                                            <p:cond delay="499"/>
                                          </p:stCondLst>
                                        </p:cTn>
                                        <p:tgtEl>
                                          <p:spTgt spid="8">
                                            <p:txEl>
                                              <p:pRg st="0" end="0"/>
                                            </p:txEl>
                                          </p:spTgt>
                                        </p:tgtEl>
                                        <p:attrNameLst>
                                          <p:attrName>style.visibility</p:attrName>
                                        </p:attrNameLst>
                                      </p:cBhvr>
                                      <p:to>
                                        <p:strVal val="hidden"/>
                                      </p:to>
                                    </p:set>
                                  </p:childTnLst>
                                </p:cTn>
                              </p:par>
                              <p:par>
                                <p:cTn id="77" presetID="10" presetClass="exit" presetSubtype="0" fill="hold" grpId="0" nodeType="withEffect">
                                  <p:stCondLst>
                                    <p:cond delay="0"/>
                                  </p:stCondLst>
                                  <p:childTnLst>
                                    <p:animEffect transition="out" filter="fade">
                                      <p:cBhvr>
                                        <p:cTn id="78" dur="500"/>
                                        <p:tgtEl>
                                          <p:spTgt spid="9">
                                            <p:txEl>
                                              <p:pRg st="0" end="0"/>
                                            </p:txEl>
                                          </p:spTgt>
                                        </p:tgtEl>
                                      </p:cBhvr>
                                    </p:animEffect>
                                    <p:set>
                                      <p:cBhvr>
                                        <p:cTn id="79" dur="1" fill="hold">
                                          <p:stCondLst>
                                            <p:cond delay="499"/>
                                          </p:stCondLst>
                                        </p:cTn>
                                        <p:tgtEl>
                                          <p:spTgt spid="9">
                                            <p:txEl>
                                              <p:pRg st="0" end="0"/>
                                            </p:txEl>
                                          </p:spTgt>
                                        </p:tgtEl>
                                        <p:attrNameLst>
                                          <p:attrName>style.visibility</p:attrName>
                                        </p:attrNameLst>
                                      </p:cBhvr>
                                      <p:to>
                                        <p:strVal val="hidden"/>
                                      </p:to>
                                    </p:set>
                                  </p:childTnLst>
                                </p:cTn>
                              </p:par>
                              <p:par>
                                <p:cTn id="80" presetID="10" presetClass="exit" presetSubtype="0" fill="hold" grpId="0" nodeType="withEffect">
                                  <p:stCondLst>
                                    <p:cond delay="0"/>
                                  </p:stCondLst>
                                  <p:childTnLst>
                                    <p:animEffect transition="out" filter="fade">
                                      <p:cBhvr>
                                        <p:cTn id="81" dur="500"/>
                                        <p:tgtEl>
                                          <p:spTgt spid="9">
                                            <p:txEl>
                                              <p:pRg st="2" end="2"/>
                                            </p:txEl>
                                          </p:spTgt>
                                        </p:tgtEl>
                                      </p:cBhvr>
                                    </p:animEffect>
                                    <p:set>
                                      <p:cBhvr>
                                        <p:cTn id="82" dur="1" fill="hold">
                                          <p:stCondLst>
                                            <p:cond delay="499"/>
                                          </p:stCondLst>
                                        </p:cTn>
                                        <p:tgtEl>
                                          <p:spTgt spid="9">
                                            <p:txEl>
                                              <p:pRg st="2" end="2"/>
                                            </p:txEl>
                                          </p:spTgt>
                                        </p:tgtEl>
                                        <p:attrNameLst>
                                          <p:attrName>style.visibility</p:attrName>
                                        </p:attrNameLst>
                                      </p:cBhvr>
                                      <p:to>
                                        <p:strVal val="hidden"/>
                                      </p:to>
                                    </p:set>
                                  </p:childTnLst>
                                </p:cTn>
                              </p:par>
                              <p:par>
                                <p:cTn id="83" presetID="10" presetClass="exit" presetSubtype="0" fill="hold" grpId="0" nodeType="withEffect">
                                  <p:stCondLst>
                                    <p:cond delay="0"/>
                                  </p:stCondLst>
                                  <p:childTnLst>
                                    <p:animEffect transition="out" filter="fade">
                                      <p:cBhvr>
                                        <p:cTn id="84" dur="500"/>
                                        <p:tgtEl>
                                          <p:spTgt spid="9">
                                            <p:txEl>
                                              <p:pRg st="3" end="3"/>
                                            </p:txEl>
                                          </p:spTgt>
                                        </p:tgtEl>
                                      </p:cBhvr>
                                    </p:animEffect>
                                    <p:set>
                                      <p:cBhvr>
                                        <p:cTn id="85" dur="1" fill="hold">
                                          <p:stCondLst>
                                            <p:cond delay="499"/>
                                          </p:stCondLst>
                                        </p:cTn>
                                        <p:tgtEl>
                                          <p:spTgt spid="9">
                                            <p:txEl>
                                              <p:pRg st="3" end="3"/>
                                            </p:txEl>
                                          </p:spTgt>
                                        </p:tgtEl>
                                        <p:attrNameLst>
                                          <p:attrName>style.visibility</p:attrName>
                                        </p:attrNameLst>
                                      </p:cBhvr>
                                      <p:to>
                                        <p:strVal val="hidden"/>
                                      </p:to>
                                    </p:set>
                                  </p:childTnLst>
                                </p:cTn>
                              </p:par>
                              <p:par>
                                <p:cTn id="86" presetID="10" presetClass="exit" presetSubtype="0" fill="hold" grpId="0" nodeType="withEffect">
                                  <p:stCondLst>
                                    <p:cond delay="0"/>
                                  </p:stCondLst>
                                  <p:childTnLst>
                                    <p:animEffect transition="out" filter="fade">
                                      <p:cBhvr>
                                        <p:cTn id="87" dur="500"/>
                                        <p:tgtEl>
                                          <p:spTgt spid="9">
                                            <p:txEl>
                                              <p:pRg st="4" end="4"/>
                                            </p:txEl>
                                          </p:spTgt>
                                        </p:tgtEl>
                                      </p:cBhvr>
                                    </p:animEffect>
                                    <p:set>
                                      <p:cBhvr>
                                        <p:cTn id="88" dur="1" fill="hold">
                                          <p:stCondLst>
                                            <p:cond delay="499"/>
                                          </p:stCondLst>
                                        </p:cTn>
                                        <p:tgtEl>
                                          <p:spTgt spid="9">
                                            <p:txEl>
                                              <p:pRg st="4" end="4"/>
                                            </p:txEl>
                                          </p:spTgt>
                                        </p:tgtEl>
                                        <p:attrNameLst>
                                          <p:attrName>style.visibility</p:attrName>
                                        </p:attrNameLst>
                                      </p:cBhvr>
                                      <p:to>
                                        <p:strVal val="hidden"/>
                                      </p:to>
                                    </p:set>
                                  </p:childTnLst>
                                </p:cTn>
                              </p:par>
                              <p:par>
                                <p:cTn id="89" presetID="10" presetClass="exit" presetSubtype="0" fill="hold" grpId="0" nodeType="withEffect">
                                  <p:stCondLst>
                                    <p:cond delay="0"/>
                                  </p:stCondLst>
                                  <p:childTnLst>
                                    <p:animEffect transition="out" filter="fade">
                                      <p:cBhvr>
                                        <p:cTn id="90" dur="500"/>
                                        <p:tgtEl>
                                          <p:spTgt spid="9">
                                            <p:txEl>
                                              <p:pRg st="5" end="5"/>
                                            </p:txEl>
                                          </p:spTgt>
                                        </p:tgtEl>
                                      </p:cBhvr>
                                    </p:animEffect>
                                    <p:set>
                                      <p:cBhvr>
                                        <p:cTn id="91" dur="1" fill="hold">
                                          <p:stCondLst>
                                            <p:cond delay="499"/>
                                          </p:stCondLst>
                                        </p:cTn>
                                        <p:tgtEl>
                                          <p:spTgt spid="9">
                                            <p:txEl>
                                              <p:pRg st="5" end="5"/>
                                            </p:txEl>
                                          </p:spTgt>
                                        </p:tgtEl>
                                        <p:attrNameLst>
                                          <p:attrName>style.visibility</p:attrName>
                                        </p:attrNameLst>
                                      </p:cBhvr>
                                      <p:to>
                                        <p:strVal val="hidden"/>
                                      </p:to>
                                    </p:set>
                                  </p:childTnLst>
                                </p:cTn>
                              </p:par>
                              <p:par>
                                <p:cTn id="92" presetID="10" presetClass="exit" presetSubtype="0" fill="hold" grpId="0" nodeType="withEffect">
                                  <p:stCondLst>
                                    <p:cond delay="0"/>
                                  </p:stCondLst>
                                  <p:childTnLst>
                                    <p:animEffect transition="out" filter="fade">
                                      <p:cBhvr>
                                        <p:cTn id="93" dur="500"/>
                                        <p:tgtEl>
                                          <p:spTgt spid="9">
                                            <p:txEl>
                                              <p:pRg st="7" end="7"/>
                                            </p:txEl>
                                          </p:spTgt>
                                        </p:tgtEl>
                                      </p:cBhvr>
                                    </p:animEffect>
                                    <p:set>
                                      <p:cBhvr>
                                        <p:cTn id="94" dur="1" fill="hold">
                                          <p:stCondLst>
                                            <p:cond delay="499"/>
                                          </p:stCondLst>
                                        </p:cTn>
                                        <p:tgtEl>
                                          <p:spTgt spid="9">
                                            <p:txEl>
                                              <p:pRg st="7" end="7"/>
                                            </p:txEl>
                                          </p:spTgt>
                                        </p:tgtEl>
                                        <p:attrNameLst>
                                          <p:attrName>style.visibility</p:attrName>
                                        </p:attrNameLst>
                                      </p:cBhvr>
                                      <p:to>
                                        <p:strVal val="hidden"/>
                                      </p:to>
                                    </p:set>
                                  </p:childTnLst>
                                </p:cTn>
                              </p:par>
                            </p:childTnLst>
                          </p:cTn>
                        </p:par>
                        <p:par>
                          <p:cTn id="95" fill="hold">
                            <p:stCondLst>
                              <p:cond delay="500"/>
                            </p:stCondLst>
                            <p:childTnLst>
                              <p:par>
                                <p:cTn id="96" presetID="2" presetClass="exit" presetSubtype="8" fill="hold" grpId="1" nodeType="afterEffect">
                                  <p:stCondLst>
                                    <p:cond delay="0"/>
                                  </p:stCondLst>
                                  <p:childTnLst>
                                    <p:anim calcmode="lin" valueType="num">
                                      <p:cBhvr additive="base">
                                        <p:cTn id="97" dur="500"/>
                                        <p:tgtEl>
                                          <p:spTgt spid="3"/>
                                        </p:tgtEl>
                                        <p:attrNameLst>
                                          <p:attrName>ppt_x</p:attrName>
                                        </p:attrNameLst>
                                      </p:cBhvr>
                                      <p:tavLst>
                                        <p:tav tm="0">
                                          <p:val>
                                            <p:strVal val="ppt_x"/>
                                          </p:val>
                                        </p:tav>
                                        <p:tav tm="100000">
                                          <p:val>
                                            <p:strVal val="0-ppt_w/2"/>
                                          </p:val>
                                        </p:tav>
                                      </p:tavLst>
                                    </p:anim>
                                    <p:anim calcmode="lin" valueType="num">
                                      <p:cBhvr additive="base">
                                        <p:cTn id="98" dur="500"/>
                                        <p:tgtEl>
                                          <p:spTgt spid="3"/>
                                        </p:tgtEl>
                                        <p:attrNameLst>
                                          <p:attrName>ppt_y</p:attrName>
                                        </p:attrNameLst>
                                      </p:cBhvr>
                                      <p:tavLst>
                                        <p:tav tm="0">
                                          <p:val>
                                            <p:strVal val="ppt_y"/>
                                          </p:val>
                                        </p:tav>
                                        <p:tav tm="100000">
                                          <p:val>
                                            <p:strVal val="ppt_y"/>
                                          </p:val>
                                        </p:tav>
                                      </p:tavLst>
                                    </p:anim>
                                    <p:set>
                                      <p:cBhvr>
                                        <p:cTn id="99" dur="1" fill="hold">
                                          <p:stCondLst>
                                            <p:cond delay="499"/>
                                          </p:stCondLst>
                                        </p:cTn>
                                        <p:tgtEl>
                                          <p:spTgt spid="3"/>
                                        </p:tgtEl>
                                        <p:attrNameLst>
                                          <p:attrName>style.visibility</p:attrName>
                                        </p:attrNameLst>
                                      </p:cBhvr>
                                      <p:to>
                                        <p:strVal val="hidden"/>
                                      </p:to>
                                    </p:set>
                                  </p:childTnLst>
                                </p:cTn>
                              </p:par>
                              <p:par>
                                <p:cTn id="100" presetID="2" presetClass="exit" presetSubtype="8" fill="hold" grpId="1" nodeType="withEffect">
                                  <p:stCondLst>
                                    <p:cond delay="0"/>
                                  </p:stCondLst>
                                  <p:childTnLst>
                                    <p:anim calcmode="lin" valueType="num">
                                      <p:cBhvr additive="base">
                                        <p:cTn id="101" dur="500"/>
                                        <p:tgtEl>
                                          <p:spTgt spid="11"/>
                                        </p:tgtEl>
                                        <p:attrNameLst>
                                          <p:attrName>ppt_x</p:attrName>
                                        </p:attrNameLst>
                                      </p:cBhvr>
                                      <p:tavLst>
                                        <p:tav tm="0">
                                          <p:val>
                                            <p:strVal val="ppt_x"/>
                                          </p:val>
                                        </p:tav>
                                        <p:tav tm="100000">
                                          <p:val>
                                            <p:strVal val="0-ppt_w/2"/>
                                          </p:val>
                                        </p:tav>
                                      </p:tavLst>
                                    </p:anim>
                                    <p:anim calcmode="lin" valueType="num">
                                      <p:cBhvr additive="base">
                                        <p:cTn id="102" dur="500"/>
                                        <p:tgtEl>
                                          <p:spTgt spid="11"/>
                                        </p:tgtEl>
                                        <p:attrNameLst>
                                          <p:attrName>ppt_y</p:attrName>
                                        </p:attrNameLst>
                                      </p:cBhvr>
                                      <p:tavLst>
                                        <p:tav tm="0">
                                          <p:val>
                                            <p:strVal val="ppt_y"/>
                                          </p:val>
                                        </p:tav>
                                        <p:tav tm="100000">
                                          <p:val>
                                            <p:strVal val="ppt_y"/>
                                          </p:val>
                                        </p:tav>
                                      </p:tavLst>
                                    </p:anim>
                                    <p:set>
                                      <p:cBhvr>
                                        <p:cTn id="103" dur="1" fill="hold">
                                          <p:stCondLst>
                                            <p:cond delay="499"/>
                                          </p:stCondLst>
                                        </p:cTn>
                                        <p:tgtEl>
                                          <p:spTgt spid="11"/>
                                        </p:tgtEl>
                                        <p:attrNameLst>
                                          <p:attrName>style.visibility</p:attrName>
                                        </p:attrNameLst>
                                      </p:cBhvr>
                                      <p:to>
                                        <p:strVal val="hidden"/>
                                      </p:to>
                                    </p:set>
                                  </p:childTnLst>
                                </p:cTn>
                              </p:par>
                              <p:par>
                                <p:cTn id="104" presetID="2" presetClass="exit" presetSubtype="2" fill="hold" grpId="1" nodeType="withEffect">
                                  <p:stCondLst>
                                    <p:cond delay="0"/>
                                  </p:stCondLst>
                                  <p:childTnLst>
                                    <p:anim calcmode="lin" valueType="num">
                                      <p:cBhvr additive="base">
                                        <p:cTn id="105" dur="500"/>
                                        <p:tgtEl>
                                          <p:spTgt spid="10"/>
                                        </p:tgtEl>
                                        <p:attrNameLst>
                                          <p:attrName>ppt_x</p:attrName>
                                        </p:attrNameLst>
                                      </p:cBhvr>
                                      <p:tavLst>
                                        <p:tav tm="0">
                                          <p:val>
                                            <p:strVal val="ppt_x"/>
                                          </p:val>
                                        </p:tav>
                                        <p:tav tm="100000">
                                          <p:val>
                                            <p:strVal val="1+ppt_w/2"/>
                                          </p:val>
                                        </p:tav>
                                      </p:tavLst>
                                    </p:anim>
                                    <p:anim calcmode="lin" valueType="num">
                                      <p:cBhvr additive="base">
                                        <p:cTn id="106" dur="500"/>
                                        <p:tgtEl>
                                          <p:spTgt spid="10"/>
                                        </p:tgtEl>
                                        <p:attrNameLst>
                                          <p:attrName>ppt_y</p:attrName>
                                        </p:attrNameLst>
                                      </p:cBhvr>
                                      <p:tavLst>
                                        <p:tav tm="0">
                                          <p:val>
                                            <p:strVal val="ppt_y"/>
                                          </p:val>
                                        </p:tav>
                                        <p:tav tm="100000">
                                          <p:val>
                                            <p:strVal val="ppt_y"/>
                                          </p:val>
                                        </p:tav>
                                      </p:tavLst>
                                    </p:anim>
                                    <p:set>
                                      <p:cBhvr>
                                        <p:cTn id="107" dur="1" fill="hold">
                                          <p:stCondLst>
                                            <p:cond delay="499"/>
                                          </p:stCondLst>
                                        </p:cTn>
                                        <p:tgtEl>
                                          <p:spTgt spid="10"/>
                                        </p:tgtEl>
                                        <p:attrNameLst>
                                          <p:attrName>style.visibility</p:attrName>
                                        </p:attrNameLst>
                                      </p:cBhvr>
                                      <p:to>
                                        <p:strVal val="hidden"/>
                                      </p:to>
                                    </p:set>
                                  </p:childTnLst>
                                </p:cTn>
                              </p:par>
                              <p:par>
                                <p:cTn id="108" presetID="2" presetClass="exit" presetSubtype="2" fill="hold" grpId="1" nodeType="withEffect">
                                  <p:stCondLst>
                                    <p:cond delay="0"/>
                                  </p:stCondLst>
                                  <p:childTnLst>
                                    <p:anim calcmode="lin" valueType="num">
                                      <p:cBhvr additive="base">
                                        <p:cTn id="109" dur="500"/>
                                        <p:tgtEl>
                                          <p:spTgt spid="12"/>
                                        </p:tgtEl>
                                        <p:attrNameLst>
                                          <p:attrName>ppt_x</p:attrName>
                                        </p:attrNameLst>
                                      </p:cBhvr>
                                      <p:tavLst>
                                        <p:tav tm="0">
                                          <p:val>
                                            <p:strVal val="ppt_x"/>
                                          </p:val>
                                        </p:tav>
                                        <p:tav tm="100000">
                                          <p:val>
                                            <p:strVal val="1+ppt_w/2"/>
                                          </p:val>
                                        </p:tav>
                                      </p:tavLst>
                                    </p:anim>
                                    <p:anim calcmode="lin" valueType="num">
                                      <p:cBhvr additive="base">
                                        <p:cTn id="110" dur="500"/>
                                        <p:tgtEl>
                                          <p:spTgt spid="12"/>
                                        </p:tgtEl>
                                        <p:attrNameLst>
                                          <p:attrName>ppt_y</p:attrName>
                                        </p:attrNameLst>
                                      </p:cBhvr>
                                      <p:tavLst>
                                        <p:tav tm="0">
                                          <p:val>
                                            <p:strVal val="ppt_y"/>
                                          </p:val>
                                        </p:tav>
                                        <p:tav tm="100000">
                                          <p:val>
                                            <p:strVal val="ppt_y"/>
                                          </p:val>
                                        </p:tav>
                                      </p:tavLst>
                                    </p:anim>
                                    <p:set>
                                      <p:cBhvr>
                                        <p:cTn id="111"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8" grpId="0" uiExpand="1" build="allAtOnce"/>
      <p:bldP spid="8" grpId="1" build="allAtOnce"/>
      <p:bldP spid="9" grpId="0" build="allAtOnce"/>
      <p:bldP spid="9" grpId="2" uiExpand="1" build="p"/>
      <p:bldP spid="10" grpId="0" animBg="1"/>
      <p:bldP spid="10" grpId="1" animBg="1"/>
      <p:bldP spid="11" grpId="0" animBg="1"/>
      <p:bldP spid="11" grpId="1" animBg="1"/>
      <p:bldP spid="12" grpId="0" animBg="1"/>
      <p:bldP spid="12"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392EF1D5-379A-8442-909B-944569040A34}"/>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ED826240-7F2F-35C0-26A2-30FED2655311}"/>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97444BFB-D48F-B97E-6F05-6E9BEC98D090}"/>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306CCC0B-1709-8D23-C0D3-BE806950EAF1}"/>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F1D8D8D6-4BC3-853F-8E00-A71865776F95}"/>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A0D42214-C44B-76DB-54E9-9040A87F9D52}"/>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5C8A026A-A7FB-E2EB-B4AF-757CA34A7D6A}"/>
              </a:ext>
            </a:extLst>
          </p:cNvPr>
          <p:cNvSpPr/>
          <p:nvPr/>
        </p:nvSpPr>
        <p:spPr>
          <a:xfrm>
            <a:off x="1219473" y="2003896"/>
            <a:ext cx="6705054" cy="3638144"/>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26DEE9B5-40FA-6AE7-7E5D-E5007B8313A1}"/>
              </a:ext>
            </a:extLst>
          </p:cNvPr>
          <p:cNvSpPr/>
          <p:nvPr/>
        </p:nvSpPr>
        <p:spPr>
          <a:xfrm>
            <a:off x="1219473" y="1001956"/>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C1AEB93-9051-A385-E378-35A7B416D8F0}"/>
              </a:ext>
            </a:extLst>
          </p:cNvPr>
          <p:cNvSpPr txBox="1"/>
          <p:nvPr/>
        </p:nvSpPr>
        <p:spPr>
          <a:xfrm>
            <a:off x="1184078" y="1070109"/>
            <a:ext cx="6775839" cy="461665"/>
          </a:xfrm>
          <a:prstGeom prst="rect">
            <a:avLst/>
          </a:prstGeom>
          <a:noFill/>
        </p:spPr>
        <p:txBody>
          <a:bodyPr wrap="square" rtlCol="0" anchor="ctr">
            <a:spAutoFit/>
          </a:bodyPr>
          <a:lstStyle/>
          <a:p>
            <a:pPr algn="ctr"/>
            <a:r>
              <a:rPr lang="en-US" sz="2400" b="1" spc="300" dirty="0">
                <a:solidFill>
                  <a:schemeClr val="bg1"/>
                </a:solidFill>
                <a:latin typeface="Orbitron Black" pitchFamily="2" charset="0"/>
              </a:rPr>
              <a:t>Why the Timing is Perfect</a:t>
            </a:r>
          </a:p>
        </p:txBody>
      </p:sp>
      <p:sp>
        <p:nvSpPr>
          <p:cNvPr id="9" name="TextBox 8">
            <a:extLst>
              <a:ext uri="{FF2B5EF4-FFF2-40B4-BE49-F238E27FC236}">
                <a16:creationId xmlns:a16="http://schemas.microsoft.com/office/drawing/2014/main" id="{61BF869E-D0E4-33DB-23CD-4A5ECDCEE3BF}"/>
              </a:ext>
            </a:extLst>
          </p:cNvPr>
          <p:cNvSpPr txBox="1"/>
          <p:nvPr/>
        </p:nvSpPr>
        <p:spPr>
          <a:xfrm>
            <a:off x="1219473" y="2074882"/>
            <a:ext cx="6740443" cy="3416320"/>
          </a:xfrm>
          <a:prstGeom prst="rect">
            <a:avLst/>
          </a:prstGeom>
          <a:noFill/>
        </p:spPr>
        <p:txBody>
          <a:bodyPr wrap="square" rtlCol="0" anchor="ctr">
            <a:spAutoFit/>
          </a:bodyPr>
          <a:lstStyle/>
          <a:p>
            <a:pPr algn="ctr"/>
            <a:r>
              <a:rPr lang="en-US" dirty="0">
                <a:solidFill>
                  <a:schemeClr val="bg1"/>
                </a:solidFill>
                <a:latin typeface="Inter" panose="02000503000000020004" pitchFamily="2" charset="0"/>
                <a:ea typeface="Inter" panose="02000503000000020004" pitchFamily="2" charset="0"/>
              </a:rPr>
              <a:t>The world is approaching a critical convergence of…</a:t>
            </a:r>
          </a:p>
          <a:p>
            <a:endParaRPr lang="en-US" dirty="0">
              <a:solidFill>
                <a:schemeClr val="bg1"/>
              </a:solidFill>
              <a:latin typeface="Inter" panose="02000503000000020004" pitchFamily="2" charset="0"/>
              <a:ea typeface="Inter" panose="02000503000000020004" pitchFamily="2" charset="0"/>
            </a:endParaRPr>
          </a:p>
          <a:p>
            <a:pPr marL="1087438" indent="-271463">
              <a:buFont typeface="Wingdings" pitchFamily="2" charset="2"/>
              <a:buChar char="v"/>
            </a:pPr>
            <a:r>
              <a:rPr lang="en-US" dirty="0">
                <a:solidFill>
                  <a:schemeClr val="bg1"/>
                </a:solidFill>
                <a:latin typeface="Inter" panose="02000503000000020004" pitchFamily="2" charset="0"/>
                <a:ea typeface="Inter" panose="02000503000000020004" pitchFamily="2" charset="0"/>
              </a:rPr>
              <a:t>Quantum computing advancements</a:t>
            </a:r>
          </a:p>
          <a:p>
            <a:pPr marL="1087438" indent="-271463">
              <a:buFont typeface="Wingdings" pitchFamily="2" charset="2"/>
              <a:buChar char="v"/>
            </a:pPr>
            <a:r>
              <a:rPr lang="en-US" dirty="0">
                <a:solidFill>
                  <a:schemeClr val="bg1"/>
                </a:solidFill>
                <a:latin typeface="Inter" panose="02000503000000020004" pitchFamily="2" charset="0"/>
                <a:ea typeface="Inter" panose="02000503000000020004" pitchFamily="2" charset="0"/>
              </a:rPr>
              <a:t>Unprecedented bridge hacks</a:t>
            </a:r>
          </a:p>
          <a:p>
            <a:pPr marL="1087438" indent="-271463">
              <a:buFont typeface="Wingdings" pitchFamily="2" charset="2"/>
              <a:buChar char="v"/>
            </a:pPr>
            <a:r>
              <a:rPr lang="en-US" dirty="0">
                <a:solidFill>
                  <a:schemeClr val="bg1"/>
                </a:solidFill>
                <a:latin typeface="Inter" panose="02000503000000020004" pitchFamily="2" charset="0"/>
                <a:ea typeface="Inter" panose="02000503000000020004" pitchFamily="2" charset="0"/>
              </a:rPr>
              <a:t>Enterprises seeking real blockchain utility</a:t>
            </a:r>
          </a:p>
          <a:p>
            <a:pPr marL="1087438" indent="-271463">
              <a:buFont typeface="Wingdings" pitchFamily="2" charset="2"/>
              <a:buChar char="v"/>
            </a:pPr>
            <a:r>
              <a:rPr lang="en-US" dirty="0">
                <a:solidFill>
                  <a:schemeClr val="bg1"/>
                </a:solidFill>
                <a:latin typeface="Inter" panose="02000503000000020004" pitchFamily="2" charset="0"/>
                <a:ea typeface="Inter" panose="02000503000000020004" pitchFamily="2" charset="0"/>
              </a:rPr>
              <a:t>Government regulatory clarity</a:t>
            </a:r>
          </a:p>
          <a:p>
            <a:pPr marL="1087438" indent="-271463">
              <a:buFont typeface="Wingdings" pitchFamily="2" charset="2"/>
              <a:buChar char="v"/>
            </a:pPr>
            <a:r>
              <a:rPr lang="en-US" dirty="0">
                <a:solidFill>
                  <a:schemeClr val="bg1"/>
                </a:solidFill>
                <a:latin typeface="Inter" panose="02000503000000020004" pitchFamily="2" charset="0"/>
                <a:ea typeface="Inter" panose="02000503000000020004" pitchFamily="2" charset="0"/>
              </a:rPr>
              <a:t>Massive demand for cross-chain interaction</a:t>
            </a:r>
          </a:p>
          <a:p>
            <a:endParaRPr lang="en-US" dirty="0">
              <a:solidFill>
                <a:schemeClr val="bg1"/>
              </a:solidFill>
              <a:latin typeface="Inter" panose="02000503000000020004" pitchFamily="2" charset="0"/>
              <a:ea typeface="Inter" panose="02000503000000020004" pitchFamily="2" charset="0"/>
            </a:endParaRPr>
          </a:p>
          <a:p>
            <a:pPr algn="ctr"/>
            <a:r>
              <a:rPr lang="en-US" dirty="0">
                <a:solidFill>
                  <a:schemeClr val="bg1"/>
                </a:solidFill>
                <a:latin typeface="Inter" panose="02000503000000020004" pitchFamily="2" charset="0"/>
                <a:ea typeface="Inter" panose="02000503000000020004" pitchFamily="2" charset="0"/>
              </a:rPr>
              <a:t>Synergy Network is a forward-engineered blockchain built for the realities of tomorrow—anticipating the innovations, adversaries, challenges, and opportunities that the next era of technology will bring.</a:t>
            </a:r>
            <a:endParaRPr lang="en-US" spc="300" dirty="0">
              <a:solidFill>
                <a:schemeClr val="bg1"/>
              </a:solidFill>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5380681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1"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1"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wipe(left)">
                                      <p:cBhvr>
                                        <p:cTn id="14" dur="500"/>
                                        <p:tgtEl>
                                          <p:spTgt spid="9">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1"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wipe(left)">
                                      <p:cBhvr>
                                        <p:cTn id="19" dur="500"/>
                                        <p:tgtEl>
                                          <p:spTgt spid="9">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1" nodeType="click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wipe(left)">
                                      <p:cBhvr>
                                        <p:cTn id="24" dur="500"/>
                                        <p:tgtEl>
                                          <p:spTgt spid="9">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1" nodeType="click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wipe(left)">
                                      <p:cBhvr>
                                        <p:cTn id="29" dur="500"/>
                                        <p:tgtEl>
                                          <p:spTgt spid="9">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1" nodeType="clickEffect">
                                  <p:stCondLst>
                                    <p:cond delay="0"/>
                                  </p:stCondLst>
                                  <p:childTnLst>
                                    <p:set>
                                      <p:cBhvr>
                                        <p:cTn id="33" dur="1" fill="hold">
                                          <p:stCondLst>
                                            <p:cond delay="0"/>
                                          </p:stCondLst>
                                        </p:cTn>
                                        <p:tgtEl>
                                          <p:spTgt spid="9">
                                            <p:txEl>
                                              <p:pRg st="5" end="5"/>
                                            </p:txEl>
                                          </p:spTgt>
                                        </p:tgtEl>
                                        <p:attrNameLst>
                                          <p:attrName>style.visibility</p:attrName>
                                        </p:attrNameLst>
                                      </p:cBhvr>
                                      <p:to>
                                        <p:strVal val="visible"/>
                                      </p:to>
                                    </p:set>
                                    <p:animEffect transition="in" filter="wipe(left)">
                                      <p:cBhvr>
                                        <p:cTn id="34" dur="500"/>
                                        <p:tgtEl>
                                          <p:spTgt spid="9">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1" nodeType="clickEffect">
                                  <p:stCondLst>
                                    <p:cond delay="0"/>
                                  </p:stCondLst>
                                  <p:childTnLst>
                                    <p:set>
                                      <p:cBhvr>
                                        <p:cTn id="38" dur="1" fill="hold">
                                          <p:stCondLst>
                                            <p:cond delay="0"/>
                                          </p:stCondLst>
                                        </p:cTn>
                                        <p:tgtEl>
                                          <p:spTgt spid="9">
                                            <p:txEl>
                                              <p:pRg st="6" end="6"/>
                                            </p:txEl>
                                          </p:spTgt>
                                        </p:tgtEl>
                                        <p:attrNameLst>
                                          <p:attrName>style.visibility</p:attrName>
                                        </p:attrNameLst>
                                      </p:cBhvr>
                                      <p:to>
                                        <p:strVal val="visible"/>
                                      </p:to>
                                    </p:set>
                                    <p:animEffect transition="in" filter="wipe(left)">
                                      <p:cBhvr>
                                        <p:cTn id="39" dur="500"/>
                                        <p:tgtEl>
                                          <p:spTgt spid="9">
                                            <p:txEl>
                                              <p:pRg st="6" end="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grpId="0" nodeType="clickEffect">
                                  <p:stCondLst>
                                    <p:cond delay="0"/>
                                  </p:stCondLst>
                                  <p:childTnLst>
                                    <p:animEffect transition="out" filter="fade">
                                      <p:cBhvr>
                                        <p:cTn id="43" dur="500"/>
                                        <p:tgtEl>
                                          <p:spTgt spid="8">
                                            <p:txEl>
                                              <p:pRg st="0" end="0"/>
                                            </p:txEl>
                                          </p:spTgt>
                                        </p:tgtEl>
                                      </p:cBhvr>
                                    </p:animEffect>
                                    <p:set>
                                      <p:cBhvr>
                                        <p:cTn id="44" dur="1" fill="hold">
                                          <p:stCondLst>
                                            <p:cond delay="499"/>
                                          </p:stCondLst>
                                        </p:cTn>
                                        <p:tgtEl>
                                          <p:spTgt spid="8">
                                            <p:txEl>
                                              <p:pRg st="0" end="0"/>
                                            </p:txEl>
                                          </p:spTgt>
                                        </p:tgtEl>
                                        <p:attrNameLst>
                                          <p:attrName>style.visibility</p:attrName>
                                        </p:attrNameLst>
                                      </p:cBhvr>
                                      <p:to>
                                        <p:strVal val="hidden"/>
                                      </p:to>
                                    </p:set>
                                  </p:childTnLst>
                                </p:cTn>
                              </p:par>
                              <p:par>
                                <p:cTn id="45" presetID="10" presetClass="exit" presetSubtype="0" fill="hold" grpId="0" nodeType="withEffect">
                                  <p:stCondLst>
                                    <p:cond delay="0"/>
                                  </p:stCondLst>
                                  <p:childTnLst>
                                    <p:animEffect transition="out" filter="fade">
                                      <p:cBhvr>
                                        <p:cTn id="46" dur="500"/>
                                        <p:tgtEl>
                                          <p:spTgt spid="9">
                                            <p:txEl>
                                              <p:pRg st="0" end="0"/>
                                            </p:txEl>
                                          </p:spTgt>
                                        </p:tgtEl>
                                      </p:cBhvr>
                                    </p:animEffect>
                                    <p:set>
                                      <p:cBhvr>
                                        <p:cTn id="47" dur="1" fill="hold">
                                          <p:stCondLst>
                                            <p:cond delay="499"/>
                                          </p:stCondLst>
                                        </p:cTn>
                                        <p:tgtEl>
                                          <p:spTgt spid="9">
                                            <p:txEl>
                                              <p:pRg st="0" end="0"/>
                                            </p:txEl>
                                          </p:spTgt>
                                        </p:tgtEl>
                                        <p:attrNameLst>
                                          <p:attrName>style.visibility</p:attrName>
                                        </p:attrNameLst>
                                      </p:cBhvr>
                                      <p:to>
                                        <p:strVal val="hidden"/>
                                      </p:to>
                                    </p:set>
                                  </p:childTnLst>
                                </p:cTn>
                              </p:par>
                              <p:par>
                                <p:cTn id="48" presetID="10" presetClass="exit" presetSubtype="0" fill="hold" grpId="0" nodeType="withEffect">
                                  <p:stCondLst>
                                    <p:cond delay="0"/>
                                  </p:stCondLst>
                                  <p:childTnLst>
                                    <p:animEffect transition="out" filter="fade">
                                      <p:cBhvr>
                                        <p:cTn id="49" dur="500"/>
                                        <p:tgtEl>
                                          <p:spTgt spid="9">
                                            <p:txEl>
                                              <p:pRg st="2" end="2"/>
                                            </p:txEl>
                                          </p:spTgt>
                                        </p:tgtEl>
                                      </p:cBhvr>
                                    </p:animEffect>
                                    <p:set>
                                      <p:cBhvr>
                                        <p:cTn id="50" dur="1" fill="hold">
                                          <p:stCondLst>
                                            <p:cond delay="499"/>
                                          </p:stCondLst>
                                        </p:cTn>
                                        <p:tgtEl>
                                          <p:spTgt spid="9">
                                            <p:txEl>
                                              <p:pRg st="2" end="2"/>
                                            </p:txEl>
                                          </p:spTgt>
                                        </p:tgtEl>
                                        <p:attrNameLst>
                                          <p:attrName>style.visibility</p:attrName>
                                        </p:attrNameLst>
                                      </p:cBhvr>
                                      <p:to>
                                        <p:strVal val="hidden"/>
                                      </p:to>
                                    </p:set>
                                  </p:childTnLst>
                                </p:cTn>
                              </p:par>
                              <p:par>
                                <p:cTn id="51" presetID="10" presetClass="exit" presetSubtype="0" fill="hold" grpId="0" nodeType="withEffect">
                                  <p:stCondLst>
                                    <p:cond delay="0"/>
                                  </p:stCondLst>
                                  <p:childTnLst>
                                    <p:animEffect transition="out" filter="fade">
                                      <p:cBhvr>
                                        <p:cTn id="52" dur="500"/>
                                        <p:tgtEl>
                                          <p:spTgt spid="9">
                                            <p:txEl>
                                              <p:pRg st="3" end="3"/>
                                            </p:txEl>
                                          </p:spTgt>
                                        </p:tgtEl>
                                      </p:cBhvr>
                                    </p:animEffect>
                                    <p:set>
                                      <p:cBhvr>
                                        <p:cTn id="53" dur="1" fill="hold">
                                          <p:stCondLst>
                                            <p:cond delay="499"/>
                                          </p:stCondLst>
                                        </p:cTn>
                                        <p:tgtEl>
                                          <p:spTgt spid="9">
                                            <p:txEl>
                                              <p:pRg st="3" end="3"/>
                                            </p:txEl>
                                          </p:spTgt>
                                        </p:tgtEl>
                                        <p:attrNameLst>
                                          <p:attrName>style.visibility</p:attrName>
                                        </p:attrNameLst>
                                      </p:cBhvr>
                                      <p:to>
                                        <p:strVal val="hidden"/>
                                      </p:to>
                                    </p:set>
                                  </p:childTnLst>
                                </p:cTn>
                              </p:par>
                              <p:par>
                                <p:cTn id="54" presetID="10" presetClass="exit" presetSubtype="0" fill="hold" grpId="0" nodeType="withEffect">
                                  <p:stCondLst>
                                    <p:cond delay="0"/>
                                  </p:stCondLst>
                                  <p:childTnLst>
                                    <p:animEffect transition="out" filter="fade">
                                      <p:cBhvr>
                                        <p:cTn id="55" dur="500"/>
                                        <p:tgtEl>
                                          <p:spTgt spid="9">
                                            <p:txEl>
                                              <p:pRg st="4" end="4"/>
                                            </p:txEl>
                                          </p:spTgt>
                                        </p:tgtEl>
                                      </p:cBhvr>
                                    </p:animEffect>
                                    <p:set>
                                      <p:cBhvr>
                                        <p:cTn id="56" dur="1" fill="hold">
                                          <p:stCondLst>
                                            <p:cond delay="499"/>
                                          </p:stCondLst>
                                        </p:cTn>
                                        <p:tgtEl>
                                          <p:spTgt spid="9">
                                            <p:txEl>
                                              <p:pRg st="4" end="4"/>
                                            </p:txEl>
                                          </p:spTgt>
                                        </p:tgtEl>
                                        <p:attrNameLst>
                                          <p:attrName>style.visibility</p:attrName>
                                        </p:attrNameLst>
                                      </p:cBhvr>
                                      <p:to>
                                        <p:strVal val="hidden"/>
                                      </p:to>
                                    </p:set>
                                  </p:childTnLst>
                                </p:cTn>
                              </p:par>
                              <p:par>
                                <p:cTn id="57" presetID="10" presetClass="exit" presetSubtype="0" fill="hold" grpId="0" nodeType="withEffect">
                                  <p:stCondLst>
                                    <p:cond delay="0"/>
                                  </p:stCondLst>
                                  <p:childTnLst>
                                    <p:animEffect transition="out" filter="fade">
                                      <p:cBhvr>
                                        <p:cTn id="58" dur="500"/>
                                        <p:tgtEl>
                                          <p:spTgt spid="9">
                                            <p:txEl>
                                              <p:pRg st="5" end="5"/>
                                            </p:txEl>
                                          </p:spTgt>
                                        </p:tgtEl>
                                      </p:cBhvr>
                                    </p:animEffect>
                                    <p:set>
                                      <p:cBhvr>
                                        <p:cTn id="59" dur="1" fill="hold">
                                          <p:stCondLst>
                                            <p:cond delay="499"/>
                                          </p:stCondLst>
                                        </p:cTn>
                                        <p:tgtEl>
                                          <p:spTgt spid="9">
                                            <p:txEl>
                                              <p:pRg st="5" end="5"/>
                                            </p:txEl>
                                          </p:spTgt>
                                        </p:tgtEl>
                                        <p:attrNameLst>
                                          <p:attrName>style.visibility</p:attrName>
                                        </p:attrNameLst>
                                      </p:cBhvr>
                                      <p:to>
                                        <p:strVal val="hidden"/>
                                      </p:to>
                                    </p:set>
                                  </p:childTnLst>
                                </p:cTn>
                              </p:par>
                              <p:par>
                                <p:cTn id="60" presetID="10" presetClass="exit" presetSubtype="0" fill="hold" grpId="0" nodeType="withEffect">
                                  <p:stCondLst>
                                    <p:cond delay="0"/>
                                  </p:stCondLst>
                                  <p:childTnLst>
                                    <p:animEffect transition="out" filter="fade">
                                      <p:cBhvr>
                                        <p:cTn id="61" dur="500"/>
                                        <p:tgtEl>
                                          <p:spTgt spid="9">
                                            <p:txEl>
                                              <p:pRg st="6" end="6"/>
                                            </p:txEl>
                                          </p:spTgt>
                                        </p:tgtEl>
                                      </p:cBhvr>
                                    </p:animEffect>
                                    <p:set>
                                      <p:cBhvr>
                                        <p:cTn id="62" dur="1" fill="hold">
                                          <p:stCondLst>
                                            <p:cond delay="499"/>
                                          </p:stCondLst>
                                        </p:cTn>
                                        <p:tgtEl>
                                          <p:spTgt spid="9">
                                            <p:txEl>
                                              <p:pRg st="6" end="6"/>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allAtOnce"/>
      <p:bldP spid="8" grpId="1" build="allAtOnce"/>
      <p:bldP spid="9" grpId="0" build="allAtOnce"/>
      <p:bldP spid="9" grpId="1"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1FDC41A6-8DA1-52E4-A775-6384C1D041A5}"/>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3D60F1D9-C7E1-7604-0FC8-19C1E8CBECFF}"/>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81D3B410-F8E8-DBFD-C541-35D2B72D54CD}"/>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2F818076-D6A8-2F12-6754-DEAA6E57EF6F}"/>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9C838BF5-0371-A475-3AA0-7C21BDF16A99}"/>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A64EC110-7762-381A-128F-D46E115FBEA5}"/>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CFE9FC30-0C8D-3E73-0C2D-586B42C7E1CA}"/>
              </a:ext>
            </a:extLst>
          </p:cNvPr>
          <p:cNvSpPr/>
          <p:nvPr/>
        </p:nvSpPr>
        <p:spPr>
          <a:xfrm>
            <a:off x="1219473" y="2003896"/>
            <a:ext cx="6705054" cy="3638144"/>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BC0960B9-105E-FD42-47D1-63079AC15A80}"/>
              </a:ext>
            </a:extLst>
          </p:cNvPr>
          <p:cNvSpPr/>
          <p:nvPr/>
        </p:nvSpPr>
        <p:spPr>
          <a:xfrm>
            <a:off x="1219473" y="1001956"/>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4BF1FF5-57B6-82E7-AF8C-32F1D9F05010}"/>
              </a:ext>
            </a:extLst>
          </p:cNvPr>
          <p:cNvSpPr txBox="1"/>
          <p:nvPr/>
        </p:nvSpPr>
        <p:spPr>
          <a:xfrm>
            <a:off x="1184078" y="1070109"/>
            <a:ext cx="6775839" cy="461665"/>
          </a:xfrm>
          <a:prstGeom prst="rect">
            <a:avLst/>
          </a:prstGeom>
          <a:noFill/>
        </p:spPr>
        <p:txBody>
          <a:bodyPr wrap="square" rtlCol="0" anchor="ctr">
            <a:spAutoFit/>
          </a:bodyPr>
          <a:lstStyle/>
          <a:p>
            <a:pPr algn="ctr"/>
            <a:r>
              <a:rPr lang="en-US" sz="2400" b="1" spc="300" dirty="0">
                <a:solidFill>
                  <a:schemeClr val="bg1"/>
                </a:solidFill>
                <a:latin typeface="Orbitron Black" pitchFamily="2" charset="0"/>
              </a:rPr>
              <a:t>Ecosystem Components</a:t>
            </a:r>
          </a:p>
        </p:txBody>
      </p:sp>
      <p:sp>
        <p:nvSpPr>
          <p:cNvPr id="9" name="TextBox 8">
            <a:extLst>
              <a:ext uri="{FF2B5EF4-FFF2-40B4-BE49-F238E27FC236}">
                <a16:creationId xmlns:a16="http://schemas.microsoft.com/office/drawing/2014/main" id="{C4FC0A27-745C-9EF9-EB3C-D61AF5BAD8FF}"/>
              </a:ext>
            </a:extLst>
          </p:cNvPr>
          <p:cNvSpPr txBox="1"/>
          <p:nvPr/>
        </p:nvSpPr>
        <p:spPr>
          <a:xfrm>
            <a:off x="1219473" y="2074883"/>
            <a:ext cx="6740443" cy="3416320"/>
          </a:xfrm>
          <a:prstGeom prst="rect">
            <a:avLst/>
          </a:prstGeom>
          <a:noFill/>
        </p:spPr>
        <p:txBody>
          <a:bodyPr wrap="square" rtlCol="0" anchor="ctr">
            <a:spAutoFit/>
          </a:bodyPr>
          <a:lstStyle/>
          <a:p>
            <a:pPr algn="ctr"/>
            <a:r>
              <a:rPr lang="en-US" sz="1400" dirty="0">
                <a:solidFill>
                  <a:schemeClr val="bg1"/>
                </a:solidFill>
                <a:latin typeface="Inter" panose="02000503000000020004" pitchFamily="2" charset="0"/>
                <a:ea typeface="Inter" panose="02000503000000020004" pitchFamily="2" charset="0"/>
              </a:rPr>
              <a:t>Synergy includes a full-stack ecosystem:</a:t>
            </a:r>
          </a:p>
          <a:p>
            <a:pPr algn="ctr"/>
            <a:endParaRPr lang="en-US" sz="1400" dirty="0">
              <a:solidFill>
                <a:schemeClr val="bg1"/>
              </a:solidFill>
              <a:latin typeface="Inter" panose="02000503000000020004" pitchFamily="2" charset="0"/>
              <a:ea typeface="Inter" panose="02000503000000020004" pitchFamily="2" charset="0"/>
            </a:endParaRPr>
          </a:p>
          <a:p>
            <a:pPr marL="285750" indent="-285750">
              <a:spcAft>
                <a:spcPts val="600"/>
              </a:spcAft>
              <a:buFont typeface="Wingdings" pitchFamily="2" charset="2"/>
              <a:buChar char="v"/>
            </a:pPr>
            <a:r>
              <a:rPr lang="en-US" sz="1400" b="1" dirty="0">
                <a:solidFill>
                  <a:schemeClr val="bg1"/>
                </a:solidFill>
                <a:latin typeface="Inter" panose="02000503000000020004" pitchFamily="2" charset="0"/>
                <a:ea typeface="Inter" panose="02000503000000020004" pitchFamily="2" charset="0"/>
              </a:rPr>
              <a:t>Creator’s Portal: </a:t>
            </a:r>
            <a:r>
              <a:rPr lang="en-US" sz="1400" dirty="0">
                <a:solidFill>
                  <a:schemeClr val="bg1"/>
                </a:solidFill>
                <a:latin typeface="Inter" panose="02000503000000020004" pitchFamily="2" charset="0"/>
                <a:ea typeface="Inter" panose="02000503000000020004" pitchFamily="2" charset="0"/>
              </a:rPr>
              <a:t>A social platform and streamlined launch hub for token creation, NFT collections, and community-driven experiences.</a:t>
            </a:r>
          </a:p>
          <a:p>
            <a:pPr marL="285750" indent="-285750">
              <a:spcAft>
                <a:spcPts val="600"/>
              </a:spcAft>
              <a:buFont typeface="Wingdings" pitchFamily="2" charset="2"/>
              <a:buChar char="v"/>
            </a:pPr>
            <a:r>
              <a:rPr lang="en-US" sz="1400" b="1" dirty="0">
                <a:solidFill>
                  <a:schemeClr val="bg1"/>
                </a:solidFill>
                <a:latin typeface="Inter" panose="02000503000000020004" pitchFamily="2" charset="0"/>
                <a:ea typeface="Inter" panose="02000503000000020004" pitchFamily="2" charset="0"/>
              </a:rPr>
              <a:t>Universal Decentralized Exchange</a:t>
            </a:r>
            <a:r>
              <a:rPr lang="en-US" sz="1400" dirty="0">
                <a:solidFill>
                  <a:schemeClr val="bg1"/>
                </a:solidFill>
                <a:latin typeface="Inter" panose="02000503000000020004" pitchFamily="2" charset="0"/>
                <a:ea typeface="Inter" panose="02000503000000020004" pitchFamily="2" charset="0"/>
              </a:rPr>
              <a:t> </a:t>
            </a:r>
            <a:r>
              <a:rPr lang="en-US" sz="1400" b="1" dirty="0">
                <a:solidFill>
                  <a:schemeClr val="bg1"/>
                </a:solidFill>
                <a:latin typeface="Inter" panose="02000503000000020004" pitchFamily="2" charset="0"/>
                <a:ea typeface="Inter" panose="02000503000000020004" pitchFamily="2" charset="0"/>
              </a:rPr>
              <a:t>(uDEX): </a:t>
            </a:r>
            <a:r>
              <a:rPr lang="en-US" sz="1400" dirty="0">
                <a:solidFill>
                  <a:schemeClr val="bg1"/>
                </a:solidFill>
                <a:latin typeface="Inter" panose="02000503000000020004" pitchFamily="2" charset="0"/>
                <a:ea typeface="Inter" panose="02000503000000020004" pitchFamily="2" charset="0"/>
              </a:rPr>
              <a:t>A native, bridge-free exchange enabling seamless multi-chain asset swaps through unified routing.</a:t>
            </a:r>
          </a:p>
          <a:p>
            <a:pPr marL="285750" indent="-285750">
              <a:spcAft>
                <a:spcPts val="600"/>
              </a:spcAft>
              <a:buFont typeface="Wingdings" pitchFamily="2" charset="2"/>
              <a:buChar char="v"/>
            </a:pPr>
            <a:r>
              <a:rPr lang="en-US" sz="1400" b="1" dirty="0">
                <a:solidFill>
                  <a:schemeClr val="bg1"/>
                </a:solidFill>
                <a:latin typeface="Inter" panose="02000503000000020004" pitchFamily="2" charset="0"/>
                <a:ea typeface="Inter" panose="02000503000000020004" pitchFamily="2" charset="0"/>
              </a:rPr>
              <a:t>Universal Meta Addresses (UMA): </a:t>
            </a:r>
            <a:r>
              <a:rPr lang="en-US" sz="1400" dirty="0">
                <a:solidFill>
                  <a:schemeClr val="bg1"/>
                </a:solidFill>
                <a:latin typeface="Inter" panose="02000503000000020004" pitchFamily="2" charset="0"/>
                <a:ea typeface="Inter" panose="02000503000000020004" pitchFamily="2" charset="0"/>
              </a:rPr>
              <a:t>A universal, chain-agnostic identity that works across all supported networks.</a:t>
            </a:r>
          </a:p>
          <a:p>
            <a:pPr marL="285750" indent="-285750">
              <a:spcAft>
                <a:spcPts val="600"/>
              </a:spcAft>
              <a:buFont typeface="Wingdings" pitchFamily="2" charset="2"/>
              <a:buChar char="v"/>
            </a:pPr>
            <a:r>
              <a:rPr lang="en-US" sz="1400" b="1" dirty="0">
                <a:solidFill>
                  <a:schemeClr val="bg1"/>
                </a:solidFill>
                <a:latin typeface="Inter" panose="02000503000000020004" pitchFamily="2" charset="0"/>
                <a:ea typeface="Inter" panose="02000503000000020004" pitchFamily="2" charset="0"/>
              </a:rPr>
              <a:t>Self-Rescue Registry</a:t>
            </a:r>
            <a:r>
              <a:rPr lang="en-US" sz="1400" dirty="0">
                <a:solidFill>
                  <a:schemeClr val="bg1"/>
                </a:solidFill>
                <a:latin typeface="Inter" panose="02000503000000020004" pitchFamily="2" charset="0"/>
                <a:ea typeface="Inter" panose="02000503000000020004" pitchFamily="2" charset="0"/>
              </a:rPr>
              <a:t>: An on-chain framework for secure asset recovery, migration, and theft mitigation.</a:t>
            </a:r>
          </a:p>
          <a:p>
            <a:pPr marL="285750" indent="-285750">
              <a:spcAft>
                <a:spcPts val="600"/>
              </a:spcAft>
              <a:buFont typeface="Wingdings" pitchFamily="2" charset="2"/>
              <a:buChar char="v"/>
            </a:pPr>
            <a:r>
              <a:rPr lang="en-US" sz="1400" b="1" dirty="0">
                <a:solidFill>
                  <a:schemeClr val="bg1"/>
                </a:solidFill>
                <a:latin typeface="Inter" panose="02000503000000020004" pitchFamily="2" charset="0"/>
                <a:ea typeface="Inter" panose="02000503000000020004" pitchFamily="2" charset="0"/>
              </a:rPr>
              <a:t>Synergy Wallet: </a:t>
            </a:r>
            <a:r>
              <a:rPr lang="en-US" sz="1400" dirty="0">
                <a:solidFill>
                  <a:schemeClr val="bg1"/>
                </a:solidFill>
                <a:latin typeface="Inter" panose="02000503000000020004" pitchFamily="2" charset="0"/>
                <a:ea typeface="Inter" panose="02000503000000020004" pitchFamily="2" charset="0"/>
              </a:rPr>
              <a:t>A native wallet application that is quantum-safe and holds assets from any chain, in addition to synergy assets and includes optional </a:t>
            </a:r>
            <a:r>
              <a:rPr lang="en-US" sz="1400" dirty="0" err="1">
                <a:solidFill>
                  <a:schemeClr val="bg1"/>
                </a:solidFill>
                <a:latin typeface="Inter" panose="02000503000000020004" pitchFamily="2" charset="0"/>
                <a:ea typeface="Inter" panose="02000503000000020004" pitchFamily="2" charset="0"/>
              </a:rPr>
              <a:t>MultiSig</a:t>
            </a:r>
            <a:r>
              <a:rPr lang="en-US" sz="1400" dirty="0">
                <a:solidFill>
                  <a:schemeClr val="bg1"/>
                </a:solidFill>
                <a:latin typeface="Inter" panose="02000503000000020004" pitchFamily="2" charset="0"/>
                <a:ea typeface="Inter" panose="02000503000000020004" pitchFamily="2" charset="0"/>
              </a:rPr>
              <a:t> capabilities</a:t>
            </a:r>
          </a:p>
        </p:txBody>
      </p:sp>
    </p:spTree>
    <p:extLst>
      <p:ext uri="{BB962C8B-B14F-4D97-AF65-F5344CB8AC3E}">
        <p14:creationId xmlns:p14="http://schemas.microsoft.com/office/powerpoint/2010/main" val="12012350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1"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1"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wipe(left)">
                                      <p:cBhvr>
                                        <p:cTn id="14" dur="500"/>
                                        <p:tgtEl>
                                          <p:spTgt spid="9">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1"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wipe(left)">
                                      <p:cBhvr>
                                        <p:cTn id="19" dur="500"/>
                                        <p:tgtEl>
                                          <p:spTgt spid="9">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1" nodeType="click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wipe(left)">
                                      <p:cBhvr>
                                        <p:cTn id="24" dur="500"/>
                                        <p:tgtEl>
                                          <p:spTgt spid="9">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1" nodeType="click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wipe(left)">
                                      <p:cBhvr>
                                        <p:cTn id="29" dur="500"/>
                                        <p:tgtEl>
                                          <p:spTgt spid="9">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1" nodeType="clickEffect">
                                  <p:stCondLst>
                                    <p:cond delay="0"/>
                                  </p:stCondLst>
                                  <p:childTnLst>
                                    <p:set>
                                      <p:cBhvr>
                                        <p:cTn id="33" dur="1" fill="hold">
                                          <p:stCondLst>
                                            <p:cond delay="0"/>
                                          </p:stCondLst>
                                        </p:cTn>
                                        <p:tgtEl>
                                          <p:spTgt spid="9">
                                            <p:txEl>
                                              <p:pRg st="5" end="5"/>
                                            </p:txEl>
                                          </p:spTgt>
                                        </p:tgtEl>
                                        <p:attrNameLst>
                                          <p:attrName>style.visibility</p:attrName>
                                        </p:attrNameLst>
                                      </p:cBhvr>
                                      <p:to>
                                        <p:strVal val="visible"/>
                                      </p:to>
                                    </p:set>
                                    <p:animEffect transition="in" filter="wipe(left)">
                                      <p:cBhvr>
                                        <p:cTn id="34" dur="500"/>
                                        <p:tgtEl>
                                          <p:spTgt spid="9">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1" nodeType="clickEffect">
                                  <p:stCondLst>
                                    <p:cond delay="0"/>
                                  </p:stCondLst>
                                  <p:childTnLst>
                                    <p:set>
                                      <p:cBhvr>
                                        <p:cTn id="38" dur="1" fill="hold">
                                          <p:stCondLst>
                                            <p:cond delay="0"/>
                                          </p:stCondLst>
                                        </p:cTn>
                                        <p:tgtEl>
                                          <p:spTgt spid="9">
                                            <p:txEl>
                                              <p:pRg st="6" end="6"/>
                                            </p:txEl>
                                          </p:spTgt>
                                        </p:tgtEl>
                                        <p:attrNameLst>
                                          <p:attrName>style.visibility</p:attrName>
                                        </p:attrNameLst>
                                      </p:cBhvr>
                                      <p:to>
                                        <p:strVal val="visible"/>
                                      </p:to>
                                    </p:set>
                                    <p:animEffect transition="in" filter="wipe(left)">
                                      <p:cBhvr>
                                        <p:cTn id="39" dur="500"/>
                                        <p:tgtEl>
                                          <p:spTgt spid="9">
                                            <p:txEl>
                                              <p:pRg st="6" end="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grpId="0" nodeType="clickEffect">
                                  <p:stCondLst>
                                    <p:cond delay="0"/>
                                  </p:stCondLst>
                                  <p:childTnLst>
                                    <p:animEffect transition="out" filter="fade">
                                      <p:cBhvr>
                                        <p:cTn id="43" dur="500"/>
                                        <p:tgtEl>
                                          <p:spTgt spid="9">
                                            <p:txEl>
                                              <p:pRg st="0" end="0"/>
                                            </p:txEl>
                                          </p:spTgt>
                                        </p:tgtEl>
                                      </p:cBhvr>
                                    </p:animEffect>
                                    <p:set>
                                      <p:cBhvr>
                                        <p:cTn id="44" dur="1" fill="hold">
                                          <p:stCondLst>
                                            <p:cond delay="499"/>
                                          </p:stCondLst>
                                        </p:cTn>
                                        <p:tgtEl>
                                          <p:spTgt spid="9">
                                            <p:txEl>
                                              <p:pRg st="0" end="0"/>
                                            </p:txEl>
                                          </p:spTgt>
                                        </p:tgtEl>
                                        <p:attrNameLst>
                                          <p:attrName>style.visibility</p:attrName>
                                        </p:attrNameLst>
                                      </p:cBhvr>
                                      <p:to>
                                        <p:strVal val="hidden"/>
                                      </p:to>
                                    </p:set>
                                  </p:childTnLst>
                                </p:cTn>
                              </p:par>
                              <p:par>
                                <p:cTn id="45" presetID="10" presetClass="exit" presetSubtype="0" fill="hold" grpId="0" nodeType="withEffect">
                                  <p:stCondLst>
                                    <p:cond delay="0"/>
                                  </p:stCondLst>
                                  <p:childTnLst>
                                    <p:animEffect transition="out" filter="fade">
                                      <p:cBhvr>
                                        <p:cTn id="46" dur="500"/>
                                        <p:tgtEl>
                                          <p:spTgt spid="9">
                                            <p:txEl>
                                              <p:pRg st="2" end="2"/>
                                            </p:txEl>
                                          </p:spTgt>
                                        </p:tgtEl>
                                      </p:cBhvr>
                                    </p:animEffect>
                                    <p:set>
                                      <p:cBhvr>
                                        <p:cTn id="47" dur="1" fill="hold">
                                          <p:stCondLst>
                                            <p:cond delay="499"/>
                                          </p:stCondLst>
                                        </p:cTn>
                                        <p:tgtEl>
                                          <p:spTgt spid="9">
                                            <p:txEl>
                                              <p:pRg st="2" end="2"/>
                                            </p:txEl>
                                          </p:spTgt>
                                        </p:tgtEl>
                                        <p:attrNameLst>
                                          <p:attrName>style.visibility</p:attrName>
                                        </p:attrNameLst>
                                      </p:cBhvr>
                                      <p:to>
                                        <p:strVal val="hidden"/>
                                      </p:to>
                                    </p:set>
                                  </p:childTnLst>
                                </p:cTn>
                              </p:par>
                              <p:par>
                                <p:cTn id="48" presetID="10" presetClass="exit" presetSubtype="0" fill="hold" grpId="0" nodeType="withEffect">
                                  <p:stCondLst>
                                    <p:cond delay="0"/>
                                  </p:stCondLst>
                                  <p:childTnLst>
                                    <p:animEffect transition="out" filter="fade">
                                      <p:cBhvr>
                                        <p:cTn id="49" dur="500"/>
                                        <p:tgtEl>
                                          <p:spTgt spid="9">
                                            <p:txEl>
                                              <p:pRg st="3" end="3"/>
                                            </p:txEl>
                                          </p:spTgt>
                                        </p:tgtEl>
                                      </p:cBhvr>
                                    </p:animEffect>
                                    <p:set>
                                      <p:cBhvr>
                                        <p:cTn id="50" dur="1" fill="hold">
                                          <p:stCondLst>
                                            <p:cond delay="499"/>
                                          </p:stCondLst>
                                        </p:cTn>
                                        <p:tgtEl>
                                          <p:spTgt spid="9">
                                            <p:txEl>
                                              <p:pRg st="3" end="3"/>
                                            </p:txEl>
                                          </p:spTgt>
                                        </p:tgtEl>
                                        <p:attrNameLst>
                                          <p:attrName>style.visibility</p:attrName>
                                        </p:attrNameLst>
                                      </p:cBhvr>
                                      <p:to>
                                        <p:strVal val="hidden"/>
                                      </p:to>
                                    </p:set>
                                  </p:childTnLst>
                                </p:cTn>
                              </p:par>
                              <p:par>
                                <p:cTn id="51" presetID="10" presetClass="exit" presetSubtype="0" fill="hold" grpId="0" nodeType="withEffect">
                                  <p:stCondLst>
                                    <p:cond delay="0"/>
                                  </p:stCondLst>
                                  <p:childTnLst>
                                    <p:animEffect transition="out" filter="fade">
                                      <p:cBhvr>
                                        <p:cTn id="52" dur="500"/>
                                        <p:tgtEl>
                                          <p:spTgt spid="9">
                                            <p:txEl>
                                              <p:pRg st="4" end="4"/>
                                            </p:txEl>
                                          </p:spTgt>
                                        </p:tgtEl>
                                      </p:cBhvr>
                                    </p:animEffect>
                                    <p:set>
                                      <p:cBhvr>
                                        <p:cTn id="53" dur="1" fill="hold">
                                          <p:stCondLst>
                                            <p:cond delay="499"/>
                                          </p:stCondLst>
                                        </p:cTn>
                                        <p:tgtEl>
                                          <p:spTgt spid="9">
                                            <p:txEl>
                                              <p:pRg st="4" end="4"/>
                                            </p:txEl>
                                          </p:spTgt>
                                        </p:tgtEl>
                                        <p:attrNameLst>
                                          <p:attrName>style.visibility</p:attrName>
                                        </p:attrNameLst>
                                      </p:cBhvr>
                                      <p:to>
                                        <p:strVal val="hidden"/>
                                      </p:to>
                                    </p:set>
                                  </p:childTnLst>
                                </p:cTn>
                              </p:par>
                              <p:par>
                                <p:cTn id="54" presetID="10" presetClass="exit" presetSubtype="0" fill="hold" grpId="0" nodeType="withEffect">
                                  <p:stCondLst>
                                    <p:cond delay="0"/>
                                  </p:stCondLst>
                                  <p:childTnLst>
                                    <p:animEffect transition="out" filter="fade">
                                      <p:cBhvr>
                                        <p:cTn id="55" dur="500"/>
                                        <p:tgtEl>
                                          <p:spTgt spid="9">
                                            <p:txEl>
                                              <p:pRg st="5" end="5"/>
                                            </p:txEl>
                                          </p:spTgt>
                                        </p:tgtEl>
                                      </p:cBhvr>
                                    </p:animEffect>
                                    <p:set>
                                      <p:cBhvr>
                                        <p:cTn id="56" dur="1" fill="hold">
                                          <p:stCondLst>
                                            <p:cond delay="499"/>
                                          </p:stCondLst>
                                        </p:cTn>
                                        <p:tgtEl>
                                          <p:spTgt spid="9">
                                            <p:txEl>
                                              <p:pRg st="5" end="5"/>
                                            </p:txEl>
                                          </p:spTgt>
                                        </p:tgtEl>
                                        <p:attrNameLst>
                                          <p:attrName>style.visibility</p:attrName>
                                        </p:attrNameLst>
                                      </p:cBhvr>
                                      <p:to>
                                        <p:strVal val="hidden"/>
                                      </p:to>
                                    </p:set>
                                  </p:childTnLst>
                                </p:cTn>
                              </p:par>
                              <p:par>
                                <p:cTn id="57" presetID="10" presetClass="exit" presetSubtype="0" fill="hold" grpId="0" nodeType="withEffect">
                                  <p:stCondLst>
                                    <p:cond delay="0"/>
                                  </p:stCondLst>
                                  <p:childTnLst>
                                    <p:animEffect transition="out" filter="fade">
                                      <p:cBhvr>
                                        <p:cTn id="58" dur="500"/>
                                        <p:tgtEl>
                                          <p:spTgt spid="9">
                                            <p:txEl>
                                              <p:pRg st="6" end="6"/>
                                            </p:txEl>
                                          </p:spTgt>
                                        </p:tgtEl>
                                      </p:cBhvr>
                                    </p:animEffect>
                                    <p:set>
                                      <p:cBhvr>
                                        <p:cTn id="59" dur="1" fill="hold">
                                          <p:stCondLst>
                                            <p:cond delay="499"/>
                                          </p:stCondLst>
                                        </p:cTn>
                                        <p:tgtEl>
                                          <p:spTgt spid="9">
                                            <p:txEl>
                                              <p:pRg st="6" end="6"/>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build="allAtOnce"/>
      <p:bldP spid="9" grpId="0" build="allAtOnce"/>
      <p:bldP spid="9" grpId="1"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5A9163EA-D138-341A-F478-2BED7BAC5B66}"/>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D9D77B2C-52C6-ADC4-7781-B585A3AA2175}"/>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23C6E300-2F70-3F08-352E-E5AF6AB2A6B6}"/>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D7A6AD25-8959-7622-7777-A6BD4A604B76}"/>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5F403E2A-5CBC-486A-F790-49AD83A0C929}"/>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266EA29C-3A75-71BB-C535-70EEE4C9C5AF}"/>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FED855BA-F30C-F6E8-51A5-F826C2F86F18}"/>
              </a:ext>
            </a:extLst>
          </p:cNvPr>
          <p:cNvSpPr/>
          <p:nvPr/>
        </p:nvSpPr>
        <p:spPr>
          <a:xfrm>
            <a:off x="1219473" y="2003896"/>
            <a:ext cx="6705054" cy="3638144"/>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983BF5A7-66E7-ACCB-0EB0-8F127BE76B53}"/>
              </a:ext>
            </a:extLst>
          </p:cNvPr>
          <p:cNvSpPr/>
          <p:nvPr/>
        </p:nvSpPr>
        <p:spPr>
          <a:xfrm>
            <a:off x="1219473" y="1001956"/>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833BDA4-CE54-3BE8-C38A-8766EEFCD82A}"/>
              </a:ext>
            </a:extLst>
          </p:cNvPr>
          <p:cNvSpPr txBox="1"/>
          <p:nvPr/>
        </p:nvSpPr>
        <p:spPr>
          <a:xfrm>
            <a:off x="1184078" y="1070109"/>
            <a:ext cx="6775839" cy="461665"/>
          </a:xfrm>
          <a:prstGeom prst="rect">
            <a:avLst/>
          </a:prstGeom>
          <a:noFill/>
        </p:spPr>
        <p:txBody>
          <a:bodyPr wrap="square" rtlCol="0" anchor="ctr">
            <a:spAutoFit/>
          </a:bodyPr>
          <a:lstStyle/>
          <a:p>
            <a:pPr algn="ctr"/>
            <a:r>
              <a:rPr lang="en-US" sz="2400" b="1" spc="300" dirty="0">
                <a:solidFill>
                  <a:schemeClr val="bg1"/>
                </a:solidFill>
                <a:latin typeface="Orbitron Black" pitchFamily="2" charset="0"/>
              </a:rPr>
              <a:t>The Synergy Score</a:t>
            </a:r>
          </a:p>
        </p:txBody>
      </p:sp>
      <p:sp>
        <p:nvSpPr>
          <p:cNvPr id="9" name="TextBox 8">
            <a:extLst>
              <a:ext uri="{FF2B5EF4-FFF2-40B4-BE49-F238E27FC236}">
                <a16:creationId xmlns:a16="http://schemas.microsoft.com/office/drawing/2014/main" id="{EA8B7C4A-DB5B-0CCB-0D1B-4756779F9FA4}"/>
              </a:ext>
            </a:extLst>
          </p:cNvPr>
          <p:cNvSpPr txBox="1"/>
          <p:nvPr/>
        </p:nvSpPr>
        <p:spPr>
          <a:xfrm>
            <a:off x="1219473" y="2390355"/>
            <a:ext cx="6740443" cy="2785378"/>
          </a:xfrm>
          <a:prstGeom prst="rect">
            <a:avLst/>
          </a:prstGeom>
          <a:noFill/>
        </p:spPr>
        <p:txBody>
          <a:bodyPr wrap="square" rtlCol="0" anchor="ctr">
            <a:spAutoFit/>
          </a:bodyPr>
          <a:lstStyle/>
          <a:p>
            <a:pPr algn="ctr"/>
            <a:r>
              <a:rPr lang="en-US" sz="1400" dirty="0">
                <a:solidFill>
                  <a:schemeClr val="bg1"/>
                </a:solidFill>
                <a:latin typeface="Inter" panose="02000503000000020004" pitchFamily="2" charset="0"/>
                <a:ea typeface="Inter" panose="02000503000000020004" pitchFamily="2" charset="0"/>
              </a:rPr>
              <a:t>Traditional systems reward stake or hash power.</a:t>
            </a:r>
          </a:p>
          <a:p>
            <a:pPr algn="ctr"/>
            <a:r>
              <a:rPr lang="en-US" sz="1400" dirty="0">
                <a:solidFill>
                  <a:schemeClr val="bg1"/>
                </a:solidFill>
                <a:latin typeface="Inter" panose="02000503000000020004" pitchFamily="2" charset="0"/>
                <a:ea typeface="Inter" panose="02000503000000020004" pitchFamily="2" charset="0"/>
              </a:rPr>
              <a:t>Synergy rewards:</a:t>
            </a:r>
          </a:p>
          <a:p>
            <a:pPr marL="2005013" indent="-301625">
              <a:buFont typeface="Wingdings" pitchFamily="2" charset="2"/>
              <a:buChar char="v"/>
            </a:pPr>
            <a:endParaRPr lang="en-US" sz="1400" dirty="0">
              <a:solidFill>
                <a:schemeClr val="bg1"/>
              </a:solidFill>
              <a:latin typeface="Inter" panose="02000503000000020004" pitchFamily="2" charset="0"/>
              <a:ea typeface="Inter" panose="02000503000000020004" pitchFamily="2" charset="0"/>
            </a:endParaRPr>
          </a:p>
          <a:p>
            <a:pPr marL="2005013" indent="-301625">
              <a:lnSpc>
                <a:spcPct val="150000"/>
              </a:lnSpc>
              <a:buFont typeface="Wingdings" pitchFamily="2" charset="2"/>
              <a:buChar char="v"/>
            </a:pPr>
            <a:r>
              <a:rPr lang="en-US" sz="1400" dirty="0">
                <a:solidFill>
                  <a:schemeClr val="bg1"/>
                </a:solidFill>
                <a:latin typeface="Inter" panose="02000503000000020004" pitchFamily="2" charset="0"/>
                <a:ea typeface="Inter" panose="02000503000000020004" pitchFamily="2" charset="0"/>
              </a:rPr>
              <a:t>Uptime</a:t>
            </a:r>
          </a:p>
          <a:p>
            <a:pPr marL="2005013" indent="-301625">
              <a:lnSpc>
                <a:spcPct val="150000"/>
              </a:lnSpc>
              <a:buFont typeface="Wingdings" pitchFamily="2" charset="2"/>
              <a:buChar char="v"/>
            </a:pPr>
            <a:r>
              <a:rPr lang="en-US" sz="1400" dirty="0">
                <a:solidFill>
                  <a:schemeClr val="bg1"/>
                </a:solidFill>
                <a:latin typeface="Inter" panose="02000503000000020004" pitchFamily="2" charset="0"/>
                <a:ea typeface="Inter" panose="02000503000000020004" pitchFamily="2" charset="0"/>
              </a:rPr>
              <a:t>Historical accuracy</a:t>
            </a:r>
          </a:p>
          <a:p>
            <a:pPr marL="2005013" indent="-301625">
              <a:lnSpc>
                <a:spcPct val="150000"/>
              </a:lnSpc>
              <a:buFont typeface="Wingdings" pitchFamily="2" charset="2"/>
              <a:buChar char="v"/>
            </a:pPr>
            <a:r>
              <a:rPr lang="en-US" sz="1400" dirty="0">
                <a:solidFill>
                  <a:schemeClr val="bg1"/>
                </a:solidFill>
                <a:latin typeface="Inter" panose="02000503000000020004" pitchFamily="2" charset="0"/>
                <a:ea typeface="Inter" panose="02000503000000020004" pitchFamily="2" charset="0"/>
              </a:rPr>
              <a:t>Governance participation</a:t>
            </a:r>
          </a:p>
          <a:p>
            <a:pPr marL="2005013" indent="-301625">
              <a:lnSpc>
                <a:spcPct val="150000"/>
              </a:lnSpc>
              <a:buFont typeface="Wingdings" pitchFamily="2" charset="2"/>
              <a:buChar char="v"/>
            </a:pPr>
            <a:r>
              <a:rPr lang="en-US" sz="1400" dirty="0">
                <a:solidFill>
                  <a:schemeClr val="bg1"/>
                </a:solidFill>
                <a:latin typeface="Inter" panose="02000503000000020004" pitchFamily="2" charset="0"/>
                <a:ea typeface="Inter" panose="02000503000000020004" pitchFamily="2" charset="0"/>
              </a:rPr>
              <a:t>Cluster performance</a:t>
            </a:r>
          </a:p>
          <a:p>
            <a:pPr marL="2005013" indent="-301625">
              <a:lnSpc>
                <a:spcPct val="150000"/>
              </a:lnSpc>
              <a:buFont typeface="Wingdings" pitchFamily="2" charset="2"/>
              <a:buChar char="v"/>
            </a:pPr>
            <a:r>
              <a:rPr lang="en-US" sz="1400" dirty="0">
                <a:solidFill>
                  <a:schemeClr val="bg1"/>
                </a:solidFill>
                <a:latin typeface="Inter" panose="02000503000000020004" pitchFamily="2" charset="0"/>
                <a:ea typeface="Inter" panose="02000503000000020004" pitchFamily="2" charset="0"/>
              </a:rPr>
              <a:t>Reliability and honesty</a:t>
            </a:r>
          </a:p>
          <a:p>
            <a:pPr algn="ctr"/>
            <a:endParaRPr lang="en-US" sz="1400" dirty="0">
              <a:solidFill>
                <a:schemeClr val="bg1"/>
              </a:solidFill>
              <a:latin typeface="Inter" panose="02000503000000020004" pitchFamily="2" charset="0"/>
              <a:ea typeface="Inter" panose="02000503000000020004" pitchFamily="2" charset="0"/>
            </a:endParaRPr>
          </a:p>
          <a:p>
            <a:pPr algn="ctr"/>
            <a:r>
              <a:rPr lang="en-US" sz="1400" dirty="0">
                <a:solidFill>
                  <a:schemeClr val="bg1"/>
                </a:solidFill>
                <a:latin typeface="Inter" panose="02000503000000020004" pitchFamily="2" charset="0"/>
                <a:ea typeface="Inter" panose="02000503000000020004" pitchFamily="2" charset="0"/>
              </a:rPr>
              <a:t>This creates a sustainable, merit-based validator ecosystem.</a:t>
            </a:r>
            <a:endParaRPr lang="en-US" sz="1400" spc="300" dirty="0">
              <a:solidFill>
                <a:schemeClr val="bg1"/>
              </a:solidFill>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40783184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wipe(left)">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wipe(left)">
                                      <p:cBhvr>
                                        <p:cTn id="17" dur="500"/>
                                        <p:tgtEl>
                                          <p:spTgt spid="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1" nodeType="click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wipe(left)">
                                      <p:cBhvr>
                                        <p:cTn id="22" dur="500"/>
                                        <p:tgtEl>
                                          <p:spTgt spid="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1"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Effect transition="in" filter="wipe(left)">
                                      <p:cBhvr>
                                        <p:cTn id="27" dur="500"/>
                                        <p:tgtEl>
                                          <p:spTgt spid="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1" nodeType="clickEffect">
                                  <p:stCondLst>
                                    <p:cond delay="0"/>
                                  </p:stCondLst>
                                  <p:childTnLst>
                                    <p:set>
                                      <p:cBhvr>
                                        <p:cTn id="31" dur="1" fill="hold">
                                          <p:stCondLst>
                                            <p:cond delay="0"/>
                                          </p:stCondLst>
                                        </p:cTn>
                                        <p:tgtEl>
                                          <p:spTgt spid="9">
                                            <p:txEl>
                                              <p:pRg st="6" end="6"/>
                                            </p:txEl>
                                          </p:spTgt>
                                        </p:tgtEl>
                                        <p:attrNameLst>
                                          <p:attrName>style.visibility</p:attrName>
                                        </p:attrNameLst>
                                      </p:cBhvr>
                                      <p:to>
                                        <p:strVal val="visible"/>
                                      </p:to>
                                    </p:set>
                                    <p:animEffect transition="in" filter="wipe(left)">
                                      <p:cBhvr>
                                        <p:cTn id="32" dur="500"/>
                                        <p:tgtEl>
                                          <p:spTgt spid="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1" nodeType="clickEffect">
                                  <p:stCondLst>
                                    <p:cond delay="0"/>
                                  </p:stCondLst>
                                  <p:childTnLst>
                                    <p:set>
                                      <p:cBhvr>
                                        <p:cTn id="36" dur="1" fill="hold">
                                          <p:stCondLst>
                                            <p:cond delay="0"/>
                                          </p:stCondLst>
                                        </p:cTn>
                                        <p:tgtEl>
                                          <p:spTgt spid="9">
                                            <p:txEl>
                                              <p:pRg st="7" end="7"/>
                                            </p:txEl>
                                          </p:spTgt>
                                        </p:tgtEl>
                                        <p:attrNameLst>
                                          <p:attrName>style.visibility</p:attrName>
                                        </p:attrNameLst>
                                      </p:cBhvr>
                                      <p:to>
                                        <p:strVal val="visible"/>
                                      </p:to>
                                    </p:set>
                                    <p:animEffect transition="in" filter="wipe(left)">
                                      <p:cBhvr>
                                        <p:cTn id="37" dur="500"/>
                                        <p:tgtEl>
                                          <p:spTgt spid="9">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1" nodeType="clickEffect">
                                  <p:stCondLst>
                                    <p:cond delay="0"/>
                                  </p:stCondLst>
                                  <p:childTnLst>
                                    <p:set>
                                      <p:cBhvr>
                                        <p:cTn id="41" dur="1" fill="hold">
                                          <p:stCondLst>
                                            <p:cond delay="0"/>
                                          </p:stCondLst>
                                        </p:cTn>
                                        <p:tgtEl>
                                          <p:spTgt spid="9">
                                            <p:txEl>
                                              <p:pRg st="9" end="9"/>
                                            </p:txEl>
                                          </p:spTgt>
                                        </p:tgtEl>
                                        <p:attrNameLst>
                                          <p:attrName>style.visibility</p:attrName>
                                        </p:attrNameLst>
                                      </p:cBhvr>
                                      <p:to>
                                        <p:strVal val="visible"/>
                                      </p:to>
                                    </p:set>
                                    <p:animEffect transition="in" filter="wipe(left)">
                                      <p:cBhvr>
                                        <p:cTn id="42" dur="500"/>
                                        <p:tgtEl>
                                          <p:spTgt spid="9">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0" nodeType="clickEffect">
                                  <p:stCondLst>
                                    <p:cond delay="0"/>
                                  </p:stCondLst>
                                  <p:childTnLst>
                                    <p:animEffect transition="out" filter="fade">
                                      <p:cBhvr>
                                        <p:cTn id="46" dur="500"/>
                                        <p:tgtEl>
                                          <p:spTgt spid="8">
                                            <p:txEl>
                                              <p:pRg st="0" end="0"/>
                                            </p:txEl>
                                          </p:spTgt>
                                        </p:tgtEl>
                                      </p:cBhvr>
                                    </p:animEffect>
                                    <p:set>
                                      <p:cBhvr>
                                        <p:cTn id="47" dur="1" fill="hold">
                                          <p:stCondLst>
                                            <p:cond delay="499"/>
                                          </p:stCondLst>
                                        </p:cTn>
                                        <p:tgtEl>
                                          <p:spTgt spid="8">
                                            <p:txEl>
                                              <p:pRg st="0" end="0"/>
                                            </p:txEl>
                                          </p:spTgt>
                                        </p:tgtEl>
                                        <p:attrNameLst>
                                          <p:attrName>style.visibility</p:attrName>
                                        </p:attrNameLst>
                                      </p:cBhvr>
                                      <p:to>
                                        <p:strVal val="hidden"/>
                                      </p:to>
                                    </p:set>
                                  </p:childTnLst>
                                </p:cTn>
                              </p:par>
                              <p:par>
                                <p:cTn id="48" presetID="10" presetClass="exit" presetSubtype="0" fill="hold" grpId="0" nodeType="withEffect">
                                  <p:stCondLst>
                                    <p:cond delay="0"/>
                                  </p:stCondLst>
                                  <p:childTnLst>
                                    <p:animEffect transition="out" filter="fade">
                                      <p:cBhvr>
                                        <p:cTn id="49" dur="500"/>
                                        <p:tgtEl>
                                          <p:spTgt spid="9">
                                            <p:txEl>
                                              <p:pRg st="0" end="0"/>
                                            </p:txEl>
                                          </p:spTgt>
                                        </p:tgtEl>
                                      </p:cBhvr>
                                    </p:animEffect>
                                    <p:set>
                                      <p:cBhvr>
                                        <p:cTn id="50" dur="1" fill="hold">
                                          <p:stCondLst>
                                            <p:cond delay="499"/>
                                          </p:stCondLst>
                                        </p:cTn>
                                        <p:tgtEl>
                                          <p:spTgt spid="9">
                                            <p:txEl>
                                              <p:pRg st="0" end="0"/>
                                            </p:txEl>
                                          </p:spTgt>
                                        </p:tgtEl>
                                        <p:attrNameLst>
                                          <p:attrName>style.visibility</p:attrName>
                                        </p:attrNameLst>
                                      </p:cBhvr>
                                      <p:to>
                                        <p:strVal val="hidden"/>
                                      </p:to>
                                    </p:set>
                                  </p:childTnLst>
                                </p:cTn>
                              </p:par>
                              <p:par>
                                <p:cTn id="51" presetID="10" presetClass="exit" presetSubtype="0" fill="hold" grpId="0" nodeType="withEffect">
                                  <p:stCondLst>
                                    <p:cond delay="0"/>
                                  </p:stCondLst>
                                  <p:childTnLst>
                                    <p:animEffect transition="out" filter="fade">
                                      <p:cBhvr>
                                        <p:cTn id="52" dur="500"/>
                                        <p:tgtEl>
                                          <p:spTgt spid="9">
                                            <p:txEl>
                                              <p:pRg st="1" end="1"/>
                                            </p:txEl>
                                          </p:spTgt>
                                        </p:tgtEl>
                                      </p:cBhvr>
                                    </p:animEffect>
                                    <p:set>
                                      <p:cBhvr>
                                        <p:cTn id="53" dur="1" fill="hold">
                                          <p:stCondLst>
                                            <p:cond delay="499"/>
                                          </p:stCondLst>
                                        </p:cTn>
                                        <p:tgtEl>
                                          <p:spTgt spid="9">
                                            <p:txEl>
                                              <p:pRg st="1" end="1"/>
                                            </p:txEl>
                                          </p:spTgt>
                                        </p:tgtEl>
                                        <p:attrNameLst>
                                          <p:attrName>style.visibility</p:attrName>
                                        </p:attrNameLst>
                                      </p:cBhvr>
                                      <p:to>
                                        <p:strVal val="hidden"/>
                                      </p:to>
                                    </p:set>
                                  </p:childTnLst>
                                </p:cTn>
                              </p:par>
                              <p:par>
                                <p:cTn id="54" presetID="10" presetClass="exit" presetSubtype="0" fill="hold" grpId="0" nodeType="withEffect">
                                  <p:stCondLst>
                                    <p:cond delay="0"/>
                                  </p:stCondLst>
                                  <p:childTnLst>
                                    <p:animEffect transition="out" filter="fade">
                                      <p:cBhvr>
                                        <p:cTn id="55" dur="500"/>
                                        <p:tgtEl>
                                          <p:spTgt spid="9">
                                            <p:txEl>
                                              <p:pRg st="3" end="3"/>
                                            </p:txEl>
                                          </p:spTgt>
                                        </p:tgtEl>
                                      </p:cBhvr>
                                    </p:animEffect>
                                    <p:set>
                                      <p:cBhvr>
                                        <p:cTn id="56" dur="1" fill="hold">
                                          <p:stCondLst>
                                            <p:cond delay="499"/>
                                          </p:stCondLst>
                                        </p:cTn>
                                        <p:tgtEl>
                                          <p:spTgt spid="9">
                                            <p:txEl>
                                              <p:pRg st="3" end="3"/>
                                            </p:txEl>
                                          </p:spTgt>
                                        </p:tgtEl>
                                        <p:attrNameLst>
                                          <p:attrName>style.visibility</p:attrName>
                                        </p:attrNameLst>
                                      </p:cBhvr>
                                      <p:to>
                                        <p:strVal val="hidden"/>
                                      </p:to>
                                    </p:set>
                                  </p:childTnLst>
                                </p:cTn>
                              </p:par>
                              <p:par>
                                <p:cTn id="57" presetID="10" presetClass="exit" presetSubtype="0" fill="hold" grpId="0" nodeType="withEffect">
                                  <p:stCondLst>
                                    <p:cond delay="0"/>
                                  </p:stCondLst>
                                  <p:childTnLst>
                                    <p:animEffect transition="out" filter="fade">
                                      <p:cBhvr>
                                        <p:cTn id="58" dur="500"/>
                                        <p:tgtEl>
                                          <p:spTgt spid="9">
                                            <p:txEl>
                                              <p:pRg st="4" end="4"/>
                                            </p:txEl>
                                          </p:spTgt>
                                        </p:tgtEl>
                                      </p:cBhvr>
                                    </p:animEffect>
                                    <p:set>
                                      <p:cBhvr>
                                        <p:cTn id="59" dur="1" fill="hold">
                                          <p:stCondLst>
                                            <p:cond delay="499"/>
                                          </p:stCondLst>
                                        </p:cTn>
                                        <p:tgtEl>
                                          <p:spTgt spid="9">
                                            <p:txEl>
                                              <p:pRg st="4" end="4"/>
                                            </p:txEl>
                                          </p:spTgt>
                                        </p:tgtEl>
                                        <p:attrNameLst>
                                          <p:attrName>style.visibility</p:attrName>
                                        </p:attrNameLst>
                                      </p:cBhvr>
                                      <p:to>
                                        <p:strVal val="hidden"/>
                                      </p:to>
                                    </p:set>
                                  </p:childTnLst>
                                </p:cTn>
                              </p:par>
                              <p:par>
                                <p:cTn id="60" presetID="10" presetClass="exit" presetSubtype="0" fill="hold" grpId="0" nodeType="withEffect">
                                  <p:stCondLst>
                                    <p:cond delay="0"/>
                                  </p:stCondLst>
                                  <p:childTnLst>
                                    <p:animEffect transition="out" filter="fade">
                                      <p:cBhvr>
                                        <p:cTn id="61" dur="500"/>
                                        <p:tgtEl>
                                          <p:spTgt spid="9">
                                            <p:txEl>
                                              <p:pRg st="5" end="5"/>
                                            </p:txEl>
                                          </p:spTgt>
                                        </p:tgtEl>
                                      </p:cBhvr>
                                    </p:animEffect>
                                    <p:set>
                                      <p:cBhvr>
                                        <p:cTn id="62" dur="1" fill="hold">
                                          <p:stCondLst>
                                            <p:cond delay="499"/>
                                          </p:stCondLst>
                                        </p:cTn>
                                        <p:tgtEl>
                                          <p:spTgt spid="9">
                                            <p:txEl>
                                              <p:pRg st="5" end="5"/>
                                            </p:txEl>
                                          </p:spTgt>
                                        </p:tgtEl>
                                        <p:attrNameLst>
                                          <p:attrName>style.visibility</p:attrName>
                                        </p:attrNameLst>
                                      </p:cBhvr>
                                      <p:to>
                                        <p:strVal val="hidden"/>
                                      </p:to>
                                    </p:set>
                                  </p:childTnLst>
                                </p:cTn>
                              </p:par>
                              <p:par>
                                <p:cTn id="63" presetID="10" presetClass="exit" presetSubtype="0" fill="hold" grpId="0" nodeType="withEffect">
                                  <p:stCondLst>
                                    <p:cond delay="0"/>
                                  </p:stCondLst>
                                  <p:childTnLst>
                                    <p:animEffect transition="out" filter="fade">
                                      <p:cBhvr>
                                        <p:cTn id="64" dur="500"/>
                                        <p:tgtEl>
                                          <p:spTgt spid="9">
                                            <p:txEl>
                                              <p:pRg st="6" end="6"/>
                                            </p:txEl>
                                          </p:spTgt>
                                        </p:tgtEl>
                                      </p:cBhvr>
                                    </p:animEffect>
                                    <p:set>
                                      <p:cBhvr>
                                        <p:cTn id="65" dur="1" fill="hold">
                                          <p:stCondLst>
                                            <p:cond delay="499"/>
                                          </p:stCondLst>
                                        </p:cTn>
                                        <p:tgtEl>
                                          <p:spTgt spid="9">
                                            <p:txEl>
                                              <p:pRg st="6" end="6"/>
                                            </p:txEl>
                                          </p:spTgt>
                                        </p:tgtEl>
                                        <p:attrNameLst>
                                          <p:attrName>style.visibility</p:attrName>
                                        </p:attrNameLst>
                                      </p:cBhvr>
                                      <p:to>
                                        <p:strVal val="hidden"/>
                                      </p:to>
                                    </p:set>
                                  </p:childTnLst>
                                </p:cTn>
                              </p:par>
                              <p:par>
                                <p:cTn id="66" presetID="10" presetClass="exit" presetSubtype="0" fill="hold" grpId="0" nodeType="withEffect">
                                  <p:stCondLst>
                                    <p:cond delay="0"/>
                                  </p:stCondLst>
                                  <p:childTnLst>
                                    <p:animEffect transition="out" filter="fade">
                                      <p:cBhvr>
                                        <p:cTn id="67" dur="500"/>
                                        <p:tgtEl>
                                          <p:spTgt spid="9">
                                            <p:txEl>
                                              <p:pRg st="7" end="7"/>
                                            </p:txEl>
                                          </p:spTgt>
                                        </p:tgtEl>
                                      </p:cBhvr>
                                    </p:animEffect>
                                    <p:set>
                                      <p:cBhvr>
                                        <p:cTn id="68" dur="1" fill="hold">
                                          <p:stCondLst>
                                            <p:cond delay="499"/>
                                          </p:stCondLst>
                                        </p:cTn>
                                        <p:tgtEl>
                                          <p:spTgt spid="9">
                                            <p:txEl>
                                              <p:pRg st="7" end="7"/>
                                            </p:txEl>
                                          </p:spTgt>
                                        </p:tgtEl>
                                        <p:attrNameLst>
                                          <p:attrName>style.visibility</p:attrName>
                                        </p:attrNameLst>
                                      </p:cBhvr>
                                      <p:to>
                                        <p:strVal val="hidden"/>
                                      </p:to>
                                    </p:set>
                                  </p:childTnLst>
                                </p:cTn>
                              </p:par>
                              <p:par>
                                <p:cTn id="69" presetID="10" presetClass="exit" presetSubtype="0" fill="hold" grpId="0" nodeType="withEffect">
                                  <p:stCondLst>
                                    <p:cond delay="0"/>
                                  </p:stCondLst>
                                  <p:childTnLst>
                                    <p:animEffect transition="out" filter="fade">
                                      <p:cBhvr>
                                        <p:cTn id="70" dur="500"/>
                                        <p:tgtEl>
                                          <p:spTgt spid="9">
                                            <p:txEl>
                                              <p:pRg st="9" end="9"/>
                                            </p:txEl>
                                          </p:spTgt>
                                        </p:tgtEl>
                                      </p:cBhvr>
                                    </p:animEffect>
                                    <p:set>
                                      <p:cBhvr>
                                        <p:cTn id="71" dur="1" fill="hold">
                                          <p:stCondLst>
                                            <p:cond delay="499"/>
                                          </p:stCondLst>
                                        </p:cTn>
                                        <p:tgtEl>
                                          <p:spTgt spid="9">
                                            <p:txEl>
                                              <p:pRg st="9" end="9"/>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allAtOnce"/>
      <p:bldP spid="9" grpId="0" build="allAtOnce"/>
      <p:bldP spid="9" grpId="1"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B47A2FE3-B4CE-2475-99B2-EC34E2A0F90B}"/>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1F02B436-5E6A-2187-7DAD-1CCD41FB5DC4}"/>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4C248B5C-8C3B-57C5-3352-745B2EF86BBE}"/>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BF762C04-AE8E-641A-6CA6-4CDE53AB3FE1}"/>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9735D33E-B374-0CCA-7CA5-40617824E69A}"/>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93D7EB7C-BB6A-DE8E-4D7D-79012C43A873}"/>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3A5FCAAB-EBE1-6C2B-59C1-A6FE6015C7C3}"/>
              </a:ext>
            </a:extLst>
          </p:cNvPr>
          <p:cNvSpPr/>
          <p:nvPr/>
        </p:nvSpPr>
        <p:spPr>
          <a:xfrm>
            <a:off x="1219473" y="2003896"/>
            <a:ext cx="6705054" cy="3638144"/>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6163349C-FBBA-A547-2040-BA73C402B314}"/>
              </a:ext>
            </a:extLst>
          </p:cNvPr>
          <p:cNvSpPr/>
          <p:nvPr/>
        </p:nvSpPr>
        <p:spPr>
          <a:xfrm>
            <a:off x="1219473" y="1001956"/>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8AA3192-1DE6-F04F-B646-4B4A4BA215FC}"/>
              </a:ext>
            </a:extLst>
          </p:cNvPr>
          <p:cNvSpPr txBox="1"/>
          <p:nvPr/>
        </p:nvSpPr>
        <p:spPr>
          <a:xfrm>
            <a:off x="1184078" y="1070109"/>
            <a:ext cx="6775839" cy="461665"/>
          </a:xfrm>
          <a:prstGeom prst="rect">
            <a:avLst/>
          </a:prstGeom>
          <a:noFill/>
        </p:spPr>
        <p:txBody>
          <a:bodyPr wrap="square" rtlCol="0" anchor="ctr">
            <a:spAutoFit/>
          </a:bodyPr>
          <a:lstStyle/>
          <a:p>
            <a:pPr algn="ctr"/>
            <a:r>
              <a:rPr lang="en-US" sz="2400" b="1" spc="300" dirty="0">
                <a:solidFill>
                  <a:schemeClr val="bg1"/>
                </a:solidFill>
                <a:latin typeface="Orbitron Black" pitchFamily="2" charset="0"/>
              </a:rPr>
              <a:t>Synergy Coin (SNRG) Overview</a:t>
            </a:r>
          </a:p>
        </p:txBody>
      </p:sp>
      <p:sp>
        <p:nvSpPr>
          <p:cNvPr id="9" name="TextBox 8">
            <a:extLst>
              <a:ext uri="{FF2B5EF4-FFF2-40B4-BE49-F238E27FC236}">
                <a16:creationId xmlns:a16="http://schemas.microsoft.com/office/drawing/2014/main" id="{AA426D1E-62ED-D0FE-91EB-658161D3A1E6}"/>
              </a:ext>
            </a:extLst>
          </p:cNvPr>
          <p:cNvSpPr txBox="1"/>
          <p:nvPr/>
        </p:nvSpPr>
        <p:spPr>
          <a:xfrm>
            <a:off x="1849121" y="2074884"/>
            <a:ext cx="5211944" cy="3416320"/>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Max Supply: 12,000,000,000</a:t>
            </a:r>
          </a:p>
          <a:p>
            <a:r>
              <a:rPr lang="en-US" dirty="0">
                <a:solidFill>
                  <a:schemeClr val="bg1"/>
                </a:solidFill>
                <a:latin typeface="Inter" panose="02000503000000020004" pitchFamily="2" charset="0"/>
                <a:ea typeface="Inter" panose="02000503000000020004" pitchFamily="2" charset="0"/>
              </a:rPr>
              <a:t>Decimals: 9</a:t>
            </a:r>
          </a:p>
          <a:p>
            <a:r>
              <a:rPr lang="en-US" dirty="0">
                <a:solidFill>
                  <a:schemeClr val="bg1"/>
                </a:solidFill>
                <a:latin typeface="Inter" panose="02000503000000020004" pitchFamily="2" charset="0"/>
                <a:ea typeface="Inter" panose="02000503000000020004" pitchFamily="2" charset="0"/>
              </a:rPr>
              <a:t>Utility:</a:t>
            </a:r>
          </a:p>
          <a:p>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Gas</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Staking</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Governance</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Cross-chain collateral</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Incentives for </a:t>
            </a:r>
            <a:r>
              <a:rPr lang="en-US" dirty="0" err="1">
                <a:solidFill>
                  <a:schemeClr val="bg1"/>
                </a:solidFill>
                <a:latin typeface="Inter" panose="02000503000000020004" pitchFamily="2" charset="0"/>
                <a:ea typeface="Inter" panose="02000503000000020004" pitchFamily="2" charset="0"/>
              </a:rPr>
              <a:t>relayers</a:t>
            </a:r>
            <a:r>
              <a:rPr lang="en-US" dirty="0">
                <a:solidFill>
                  <a:schemeClr val="bg1"/>
                </a:solidFill>
                <a:latin typeface="Inter" panose="02000503000000020004" pitchFamily="2" charset="0"/>
                <a:ea typeface="Inter" panose="02000503000000020004" pitchFamily="2" charset="0"/>
              </a:rPr>
              <a:t> + validators</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SNRG is foundational across PoSy, SXCP, SynQ, UMA, and Aegis.</a:t>
            </a:r>
            <a:endParaRPr lang="en-US" spc="300" dirty="0">
              <a:solidFill>
                <a:schemeClr val="bg1"/>
              </a:solidFill>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23966685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1"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1"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wipe(left)">
                                      <p:cBhvr>
                                        <p:cTn id="14" dur="500"/>
                                        <p:tgtEl>
                                          <p:spTgt spid="9">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1"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animEffect transition="in" filter="wipe(left)">
                                      <p:cBhvr>
                                        <p:cTn id="19" dur="500"/>
                                        <p:tgtEl>
                                          <p:spTgt spid="9">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1" nodeType="clickEffect">
                                  <p:stCondLst>
                                    <p:cond delay="0"/>
                                  </p:stCondLst>
                                  <p:childTnLst>
                                    <p:set>
                                      <p:cBhvr>
                                        <p:cTn id="23" dur="1" fill="hold">
                                          <p:stCondLst>
                                            <p:cond delay="0"/>
                                          </p:stCondLst>
                                        </p:cTn>
                                        <p:tgtEl>
                                          <p:spTgt spid="9">
                                            <p:txEl>
                                              <p:pRg st="2" end="2"/>
                                            </p:txEl>
                                          </p:spTgt>
                                        </p:tgtEl>
                                        <p:attrNameLst>
                                          <p:attrName>style.visibility</p:attrName>
                                        </p:attrNameLst>
                                      </p:cBhvr>
                                      <p:to>
                                        <p:strVal val="visible"/>
                                      </p:to>
                                    </p:set>
                                    <p:animEffect transition="in" filter="wipe(left)">
                                      <p:cBhvr>
                                        <p:cTn id="24" dur="500"/>
                                        <p:tgtEl>
                                          <p:spTgt spid="9">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1" nodeType="click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wipe(left)">
                                      <p:cBhvr>
                                        <p:cTn id="29" dur="500"/>
                                        <p:tgtEl>
                                          <p:spTgt spid="9">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1" nodeType="clickEffect">
                                  <p:stCondLst>
                                    <p:cond delay="0"/>
                                  </p:stCondLst>
                                  <p:childTnLst>
                                    <p:set>
                                      <p:cBhvr>
                                        <p:cTn id="33" dur="1" fill="hold">
                                          <p:stCondLst>
                                            <p:cond delay="0"/>
                                          </p:stCondLst>
                                        </p:cTn>
                                        <p:tgtEl>
                                          <p:spTgt spid="9">
                                            <p:txEl>
                                              <p:pRg st="5" end="5"/>
                                            </p:txEl>
                                          </p:spTgt>
                                        </p:tgtEl>
                                        <p:attrNameLst>
                                          <p:attrName>style.visibility</p:attrName>
                                        </p:attrNameLst>
                                      </p:cBhvr>
                                      <p:to>
                                        <p:strVal val="visible"/>
                                      </p:to>
                                    </p:set>
                                    <p:animEffect transition="in" filter="wipe(left)">
                                      <p:cBhvr>
                                        <p:cTn id="34" dur="500"/>
                                        <p:tgtEl>
                                          <p:spTgt spid="9">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1" nodeType="clickEffect">
                                  <p:stCondLst>
                                    <p:cond delay="0"/>
                                  </p:stCondLst>
                                  <p:childTnLst>
                                    <p:set>
                                      <p:cBhvr>
                                        <p:cTn id="38" dur="1" fill="hold">
                                          <p:stCondLst>
                                            <p:cond delay="0"/>
                                          </p:stCondLst>
                                        </p:cTn>
                                        <p:tgtEl>
                                          <p:spTgt spid="9">
                                            <p:txEl>
                                              <p:pRg st="6" end="6"/>
                                            </p:txEl>
                                          </p:spTgt>
                                        </p:tgtEl>
                                        <p:attrNameLst>
                                          <p:attrName>style.visibility</p:attrName>
                                        </p:attrNameLst>
                                      </p:cBhvr>
                                      <p:to>
                                        <p:strVal val="visible"/>
                                      </p:to>
                                    </p:set>
                                    <p:animEffect transition="in" filter="wipe(left)">
                                      <p:cBhvr>
                                        <p:cTn id="39" dur="500"/>
                                        <p:tgtEl>
                                          <p:spTgt spid="9">
                                            <p:txEl>
                                              <p:pRg st="6" end="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1" nodeType="clickEffect">
                                  <p:stCondLst>
                                    <p:cond delay="0"/>
                                  </p:stCondLst>
                                  <p:childTnLst>
                                    <p:set>
                                      <p:cBhvr>
                                        <p:cTn id="43" dur="1" fill="hold">
                                          <p:stCondLst>
                                            <p:cond delay="0"/>
                                          </p:stCondLst>
                                        </p:cTn>
                                        <p:tgtEl>
                                          <p:spTgt spid="9">
                                            <p:txEl>
                                              <p:pRg st="7" end="7"/>
                                            </p:txEl>
                                          </p:spTgt>
                                        </p:tgtEl>
                                        <p:attrNameLst>
                                          <p:attrName>style.visibility</p:attrName>
                                        </p:attrNameLst>
                                      </p:cBhvr>
                                      <p:to>
                                        <p:strVal val="visible"/>
                                      </p:to>
                                    </p:set>
                                    <p:animEffect transition="in" filter="wipe(left)">
                                      <p:cBhvr>
                                        <p:cTn id="44" dur="500"/>
                                        <p:tgtEl>
                                          <p:spTgt spid="9">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1" nodeType="clickEffect">
                                  <p:stCondLst>
                                    <p:cond delay="0"/>
                                  </p:stCondLst>
                                  <p:childTnLst>
                                    <p:set>
                                      <p:cBhvr>
                                        <p:cTn id="48" dur="1" fill="hold">
                                          <p:stCondLst>
                                            <p:cond delay="0"/>
                                          </p:stCondLst>
                                        </p:cTn>
                                        <p:tgtEl>
                                          <p:spTgt spid="9">
                                            <p:txEl>
                                              <p:pRg st="8" end="8"/>
                                            </p:txEl>
                                          </p:spTgt>
                                        </p:tgtEl>
                                        <p:attrNameLst>
                                          <p:attrName>style.visibility</p:attrName>
                                        </p:attrNameLst>
                                      </p:cBhvr>
                                      <p:to>
                                        <p:strVal val="visible"/>
                                      </p:to>
                                    </p:set>
                                    <p:animEffect transition="in" filter="wipe(left)">
                                      <p:cBhvr>
                                        <p:cTn id="49" dur="500"/>
                                        <p:tgtEl>
                                          <p:spTgt spid="9">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1" nodeType="clickEffect">
                                  <p:stCondLst>
                                    <p:cond delay="0"/>
                                  </p:stCondLst>
                                  <p:childTnLst>
                                    <p:set>
                                      <p:cBhvr>
                                        <p:cTn id="53" dur="1" fill="hold">
                                          <p:stCondLst>
                                            <p:cond delay="0"/>
                                          </p:stCondLst>
                                        </p:cTn>
                                        <p:tgtEl>
                                          <p:spTgt spid="9">
                                            <p:txEl>
                                              <p:pRg st="10" end="10"/>
                                            </p:txEl>
                                          </p:spTgt>
                                        </p:tgtEl>
                                        <p:attrNameLst>
                                          <p:attrName>style.visibility</p:attrName>
                                        </p:attrNameLst>
                                      </p:cBhvr>
                                      <p:to>
                                        <p:strVal val="visible"/>
                                      </p:to>
                                    </p:set>
                                    <p:animEffect transition="in" filter="wipe(left)">
                                      <p:cBhvr>
                                        <p:cTn id="54" dur="500"/>
                                        <p:tgtEl>
                                          <p:spTgt spid="9">
                                            <p:txEl>
                                              <p:pRg st="10" end="1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xit" presetSubtype="0" fill="hold" grpId="0" nodeType="clickEffect">
                                  <p:stCondLst>
                                    <p:cond delay="0"/>
                                  </p:stCondLst>
                                  <p:childTnLst>
                                    <p:animEffect transition="out" filter="fade">
                                      <p:cBhvr>
                                        <p:cTn id="58" dur="500"/>
                                        <p:tgtEl>
                                          <p:spTgt spid="8">
                                            <p:txEl>
                                              <p:pRg st="0" end="0"/>
                                            </p:txEl>
                                          </p:spTgt>
                                        </p:tgtEl>
                                      </p:cBhvr>
                                    </p:animEffect>
                                    <p:set>
                                      <p:cBhvr>
                                        <p:cTn id="59" dur="1" fill="hold">
                                          <p:stCondLst>
                                            <p:cond delay="499"/>
                                          </p:stCondLst>
                                        </p:cTn>
                                        <p:tgtEl>
                                          <p:spTgt spid="8">
                                            <p:txEl>
                                              <p:pRg st="0" end="0"/>
                                            </p:txEl>
                                          </p:spTgt>
                                        </p:tgtEl>
                                        <p:attrNameLst>
                                          <p:attrName>style.visibility</p:attrName>
                                        </p:attrNameLst>
                                      </p:cBhvr>
                                      <p:to>
                                        <p:strVal val="hidden"/>
                                      </p:to>
                                    </p:set>
                                  </p:childTnLst>
                                </p:cTn>
                              </p:par>
                              <p:par>
                                <p:cTn id="60" presetID="10" presetClass="exit" presetSubtype="0" fill="hold" grpId="0" nodeType="withEffect">
                                  <p:stCondLst>
                                    <p:cond delay="0"/>
                                  </p:stCondLst>
                                  <p:childTnLst>
                                    <p:animEffect transition="out" filter="fade">
                                      <p:cBhvr>
                                        <p:cTn id="61" dur="500"/>
                                        <p:tgtEl>
                                          <p:spTgt spid="9">
                                            <p:txEl>
                                              <p:pRg st="0" end="0"/>
                                            </p:txEl>
                                          </p:spTgt>
                                        </p:tgtEl>
                                      </p:cBhvr>
                                    </p:animEffect>
                                    <p:set>
                                      <p:cBhvr>
                                        <p:cTn id="62" dur="1" fill="hold">
                                          <p:stCondLst>
                                            <p:cond delay="499"/>
                                          </p:stCondLst>
                                        </p:cTn>
                                        <p:tgtEl>
                                          <p:spTgt spid="9">
                                            <p:txEl>
                                              <p:pRg st="0" end="0"/>
                                            </p:txEl>
                                          </p:spTgt>
                                        </p:tgtEl>
                                        <p:attrNameLst>
                                          <p:attrName>style.visibility</p:attrName>
                                        </p:attrNameLst>
                                      </p:cBhvr>
                                      <p:to>
                                        <p:strVal val="hidden"/>
                                      </p:to>
                                    </p:set>
                                  </p:childTnLst>
                                </p:cTn>
                              </p:par>
                              <p:par>
                                <p:cTn id="63" presetID="10" presetClass="exit" presetSubtype="0" fill="hold" grpId="0" nodeType="withEffect">
                                  <p:stCondLst>
                                    <p:cond delay="0"/>
                                  </p:stCondLst>
                                  <p:childTnLst>
                                    <p:animEffect transition="out" filter="fade">
                                      <p:cBhvr>
                                        <p:cTn id="64" dur="500"/>
                                        <p:tgtEl>
                                          <p:spTgt spid="9">
                                            <p:txEl>
                                              <p:pRg st="1" end="1"/>
                                            </p:txEl>
                                          </p:spTgt>
                                        </p:tgtEl>
                                      </p:cBhvr>
                                    </p:animEffect>
                                    <p:set>
                                      <p:cBhvr>
                                        <p:cTn id="65" dur="1" fill="hold">
                                          <p:stCondLst>
                                            <p:cond delay="499"/>
                                          </p:stCondLst>
                                        </p:cTn>
                                        <p:tgtEl>
                                          <p:spTgt spid="9">
                                            <p:txEl>
                                              <p:pRg st="1" end="1"/>
                                            </p:txEl>
                                          </p:spTgt>
                                        </p:tgtEl>
                                        <p:attrNameLst>
                                          <p:attrName>style.visibility</p:attrName>
                                        </p:attrNameLst>
                                      </p:cBhvr>
                                      <p:to>
                                        <p:strVal val="hidden"/>
                                      </p:to>
                                    </p:set>
                                  </p:childTnLst>
                                </p:cTn>
                              </p:par>
                              <p:par>
                                <p:cTn id="66" presetID="10" presetClass="exit" presetSubtype="0" fill="hold" grpId="0" nodeType="withEffect">
                                  <p:stCondLst>
                                    <p:cond delay="0"/>
                                  </p:stCondLst>
                                  <p:childTnLst>
                                    <p:animEffect transition="out" filter="fade">
                                      <p:cBhvr>
                                        <p:cTn id="67" dur="500"/>
                                        <p:tgtEl>
                                          <p:spTgt spid="9">
                                            <p:txEl>
                                              <p:pRg st="2" end="2"/>
                                            </p:txEl>
                                          </p:spTgt>
                                        </p:tgtEl>
                                      </p:cBhvr>
                                    </p:animEffect>
                                    <p:set>
                                      <p:cBhvr>
                                        <p:cTn id="68" dur="1" fill="hold">
                                          <p:stCondLst>
                                            <p:cond delay="499"/>
                                          </p:stCondLst>
                                        </p:cTn>
                                        <p:tgtEl>
                                          <p:spTgt spid="9">
                                            <p:txEl>
                                              <p:pRg st="2" end="2"/>
                                            </p:txEl>
                                          </p:spTgt>
                                        </p:tgtEl>
                                        <p:attrNameLst>
                                          <p:attrName>style.visibility</p:attrName>
                                        </p:attrNameLst>
                                      </p:cBhvr>
                                      <p:to>
                                        <p:strVal val="hidden"/>
                                      </p:to>
                                    </p:set>
                                  </p:childTnLst>
                                </p:cTn>
                              </p:par>
                              <p:par>
                                <p:cTn id="69" presetID="10" presetClass="exit" presetSubtype="0" fill="hold" grpId="0" nodeType="withEffect">
                                  <p:stCondLst>
                                    <p:cond delay="0"/>
                                  </p:stCondLst>
                                  <p:childTnLst>
                                    <p:animEffect transition="out" filter="fade">
                                      <p:cBhvr>
                                        <p:cTn id="70" dur="500"/>
                                        <p:tgtEl>
                                          <p:spTgt spid="9">
                                            <p:txEl>
                                              <p:pRg st="4" end="4"/>
                                            </p:txEl>
                                          </p:spTgt>
                                        </p:tgtEl>
                                      </p:cBhvr>
                                    </p:animEffect>
                                    <p:set>
                                      <p:cBhvr>
                                        <p:cTn id="71" dur="1" fill="hold">
                                          <p:stCondLst>
                                            <p:cond delay="499"/>
                                          </p:stCondLst>
                                        </p:cTn>
                                        <p:tgtEl>
                                          <p:spTgt spid="9">
                                            <p:txEl>
                                              <p:pRg st="4" end="4"/>
                                            </p:txEl>
                                          </p:spTgt>
                                        </p:tgtEl>
                                        <p:attrNameLst>
                                          <p:attrName>style.visibility</p:attrName>
                                        </p:attrNameLst>
                                      </p:cBhvr>
                                      <p:to>
                                        <p:strVal val="hidden"/>
                                      </p:to>
                                    </p:set>
                                  </p:childTnLst>
                                </p:cTn>
                              </p:par>
                              <p:par>
                                <p:cTn id="72" presetID="10" presetClass="exit" presetSubtype="0" fill="hold" grpId="0" nodeType="withEffect">
                                  <p:stCondLst>
                                    <p:cond delay="0"/>
                                  </p:stCondLst>
                                  <p:childTnLst>
                                    <p:animEffect transition="out" filter="fade">
                                      <p:cBhvr>
                                        <p:cTn id="73" dur="500"/>
                                        <p:tgtEl>
                                          <p:spTgt spid="9">
                                            <p:txEl>
                                              <p:pRg st="5" end="5"/>
                                            </p:txEl>
                                          </p:spTgt>
                                        </p:tgtEl>
                                      </p:cBhvr>
                                    </p:animEffect>
                                    <p:set>
                                      <p:cBhvr>
                                        <p:cTn id="74" dur="1" fill="hold">
                                          <p:stCondLst>
                                            <p:cond delay="499"/>
                                          </p:stCondLst>
                                        </p:cTn>
                                        <p:tgtEl>
                                          <p:spTgt spid="9">
                                            <p:txEl>
                                              <p:pRg st="5" end="5"/>
                                            </p:txEl>
                                          </p:spTgt>
                                        </p:tgtEl>
                                        <p:attrNameLst>
                                          <p:attrName>style.visibility</p:attrName>
                                        </p:attrNameLst>
                                      </p:cBhvr>
                                      <p:to>
                                        <p:strVal val="hidden"/>
                                      </p:to>
                                    </p:set>
                                  </p:childTnLst>
                                </p:cTn>
                              </p:par>
                              <p:par>
                                <p:cTn id="75" presetID="10" presetClass="exit" presetSubtype="0" fill="hold" grpId="0" nodeType="withEffect">
                                  <p:stCondLst>
                                    <p:cond delay="0"/>
                                  </p:stCondLst>
                                  <p:childTnLst>
                                    <p:animEffect transition="out" filter="fade">
                                      <p:cBhvr>
                                        <p:cTn id="76" dur="500"/>
                                        <p:tgtEl>
                                          <p:spTgt spid="9">
                                            <p:txEl>
                                              <p:pRg st="6" end="6"/>
                                            </p:txEl>
                                          </p:spTgt>
                                        </p:tgtEl>
                                      </p:cBhvr>
                                    </p:animEffect>
                                    <p:set>
                                      <p:cBhvr>
                                        <p:cTn id="77" dur="1" fill="hold">
                                          <p:stCondLst>
                                            <p:cond delay="499"/>
                                          </p:stCondLst>
                                        </p:cTn>
                                        <p:tgtEl>
                                          <p:spTgt spid="9">
                                            <p:txEl>
                                              <p:pRg st="6" end="6"/>
                                            </p:txEl>
                                          </p:spTgt>
                                        </p:tgtEl>
                                        <p:attrNameLst>
                                          <p:attrName>style.visibility</p:attrName>
                                        </p:attrNameLst>
                                      </p:cBhvr>
                                      <p:to>
                                        <p:strVal val="hidden"/>
                                      </p:to>
                                    </p:set>
                                  </p:childTnLst>
                                </p:cTn>
                              </p:par>
                              <p:par>
                                <p:cTn id="78" presetID="10" presetClass="exit" presetSubtype="0" fill="hold" grpId="0" nodeType="withEffect">
                                  <p:stCondLst>
                                    <p:cond delay="0"/>
                                  </p:stCondLst>
                                  <p:childTnLst>
                                    <p:animEffect transition="out" filter="fade">
                                      <p:cBhvr>
                                        <p:cTn id="79" dur="500"/>
                                        <p:tgtEl>
                                          <p:spTgt spid="9">
                                            <p:txEl>
                                              <p:pRg st="7" end="7"/>
                                            </p:txEl>
                                          </p:spTgt>
                                        </p:tgtEl>
                                      </p:cBhvr>
                                    </p:animEffect>
                                    <p:set>
                                      <p:cBhvr>
                                        <p:cTn id="80" dur="1" fill="hold">
                                          <p:stCondLst>
                                            <p:cond delay="499"/>
                                          </p:stCondLst>
                                        </p:cTn>
                                        <p:tgtEl>
                                          <p:spTgt spid="9">
                                            <p:txEl>
                                              <p:pRg st="7" end="7"/>
                                            </p:txEl>
                                          </p:spTgt>
                                        </p:tgtEl>
                                        <p:attrNameLst>
                                          <p:attrName>style.visibility</p:attrName>
                                        </p:attrNameLst>
                                      </p:cBhvr>
                                      <p:to>
                                        <p:strVal val="hidden"/>
                                      </p:to>
                                    </p:set>
                                  </p:childTnLst>
                                </p:cTn>
                              </p:par>
                              <p:par>
                                <p:cTn id="81" presetID="10" presetClass="exit" presetSubtype="0" fill="hold" grpId="0" nodeType="withEffect">
                                  <p:stCondLst>
                                    <p:cond delay="0"/>
                                  </p:stCondLst>
                                  <p:childTnLst>
                                    <p:animEffect transition="out" filter="fade">
                                      <p:cBhvr>
                                        <p:cTn id="82" dur="500"/>
                                        <p:tgtEl>
                                          <p:spTgt spid="9">
                                            <p:txEl>
                                              <p:pRg st="8" end="8"/>
                                            </p:txEl>
                                          </p:spTgt>
                                        </p:tgtEl>
                                      </p:cBhvr>
                                    </p:animEffect>
                                    <p:set>
                                      <p:cBhvr>
                                        <p:cTn id="83" dur="1" fill="hold">
                                          <p:stCondLst>
                                            <p:cond delay="499"/>
                                          </p:stCondLst>
                                        </p:cTn>
                                        <p:tgtEl>
                                          <p:spTgt spid="9">
                                            <p:txEl>
                                              <p:pRg st="8" end="8"/>
                                            </p:txEl>
                                          </p:spTgt>
                                        </p:tgtEl>
                                        <p:attrNameLst>
                                          <p:attrName>style.visibility</p:attrName>
                                        </p:attrNameLst>
                                      </p:cBhvr>
                                      <p:to>
                                        <p:strVal val="hidden"/>
                                      </p:to>
                                    </p:set>
                                  </p:childTnLst>
                                </p:cTn>
                              </p:par>
                              <p:par>
                                <p:cTn id="84" presetID="10" presetClass="exit" presetSubtype="0" fill="hold" grpId="0" nodeType="withEffect">
                                  <p:stCondLst>
                                    <p:cond delay="0"/>
                                  </p:stCondLst>
                                  <p:childTnLst>
                                    <p:animEffect transition="out" filter="fade">
                                      <p:cBhvr>
                                        <p:cTn id="85" dur="500"/>
                                        <p:tgtEl>
                                          <p:spTgt spid="9">
                                            <p:txEl>
                                              <p:pRg st="10" end="10"/>
                                            </p:txEl>
                                          </p:spTgt>
                                        </p:tgtEl>
                                      </p:cBhvr>
                                    </p:animEffect>
                                    <p:set>
                                      <p:cBhvr>
                                        <p:cTn id="86" dur="1" fill="hold">
                                          <p:stCondLst>
                                            <p:cond delay="499"/>
                                          </p:stCondLst>
                                        </p:cTn>
                                        <p:tgtEl>
                                          <p:spTgt spid="9">
                                            <p:txEl>
                                              <p:pRg st="10" end="1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allAtOnce"/>
      <p:bldP spid="8" grpId="1" build="allAtOnce"/>
      <p:bldP spid="9" grpId="0" build="allAtOnce"/>
      <p:bldP spid="9" grpId="1"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6A17C17C-942F-092E-3F98-2240FD399F87}"/>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72C7F329-FBD7-E9CC-396D-C0C8B474CA5D}"/>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8C7780C4-A96D-B09E-75BC-E9C111393406}"/>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38D0ED0F-F4F6-AC99-C8ED-D3308B8CFC9A}"/>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7D952806-33E9-74F6-DF6E-22AF7112ACF7}"/>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5820F9C2-265F-D086-4831-AE7B511F7A99}"/>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1C36F708-5A9F-3E94-9A79-C861B35169DC}"/>
              </a:ext>
            </a:extLst>
          </p:cNvPr>
          <p:cNvSpPr/>
          <p:nvPr/>
        </p:nvSpPr>
        <p:spPr>
          <a:xfrm>
            <a:off x="1219473" y="1403707"/>
            <a:ext cx="6705054" cy="4625598"/>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319E0FBD-2914-D279-40F0-A1913630EAF7}"/>
              </a:ext>
            </a:extLst>
          </p:cNvPr>
          <p:cNvSpPr/>
          <p:nvPr/>
        </p:nvSpPr>
        <p:spPr>
          <a:xfrm>
            <a:off x="1219473" y="646356"/>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1616092-5FCC-4856-58E8-325C8A737197}"/>
              </a:ext>
            </a:extLst>
          </p:cNvPr>
          <p:cNvSpPr txBox="1"/>
          <p:nvPr/>
        </p:nvSpPr>
        <p:spPr>
          <a:xfrm>
            <a:off x="1184078" y="714509"/>
            <a:ext cx="6775839" cy="461665"/>
          </a:xfrm>
          <a:prstGeom prst="rect">
            <a:avLst/>
          </a:prstGeom>
          <a:noFill/>
        </p:spPr>
        <p:txBody>
          <a:bodyPr wrap="square" rtlCol="0" anchor="ctr">
            <a:spAutoFit/>
          </a:bodyPr>
          <a:lstStyle/>
          <a:p>
            <a:pPr algn="ctr"/>
            <a:r>
              <a:rPr lang="en-US" sz="2400" b="1" spc="300" dirty="0">
                <a:solidFill>
                  <a:schemeClr val="bg1"/>
                </a:solidFill>
                <a:latin typeface="Orbitron Black" pitchFamily="2" charset="0"/>
              </a:rPr>
              <a:t>Development Roadmap</a:t>
            </a:r>
          </a:p>
        </p:txBody>
      </p:sp>
      <p:sp>
        <p:nvSpPr>
          <p:cNvPr id="9" name="TextBox 8">
            <a:extLst>
              <a:ext uri="{FF2B5EF4-FFF2-40B4-BE49-F238E27FC236}">
                <a16:creationId xmlns:a16="http://schemas.microsoft.com/office/drawing/2014/main" id="{51305DB1-6BA4-FF51-0E74-DDC09DC2B0BA}"/>
              </a:ext>
            </a:extLst>
          </p:cNvPr>
          <p:cNvSpPr txBox="1"/>
          <p:nvPr/>
        </p:nvSpPr>
        <p:spPr>
          <a:xfrm>
            <a:off x="1757452" y="1627081"/>
            <a:ext cx="6105717" cy="4247317"/>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Phase 1 – Devnet Launch &amp; Presale Start: Dec 1, 2025</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Phase 2 – Testnet Launch: February 2026</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Phase 3 – Mainnet-Beta: August 2026</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Phase 4 – uDEX Launch: September 2026</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Phase 5 – Creator’s Portal Launch: October 2026</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Phase 6 – SNRG on External DEXs: November 2026</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Phase 7 – CEX Listings: December 2026</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Phase 8 – Mainnet Launch: Jan 1, 2027</a:t>
            </a:r>
          </a:p>
        </p:txBody>
      </p:sp>
    </p:spTree>
    <p:extLst>
      <p:ext uri="{BB962C8B-B14F-4D97-AF65-F5344CB8AC3E}">
        <p14:creationId xmlns:p14="http://schemas.microsoft.com/office/powerpoint/2010/main" val="40291099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1"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1"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wipe(left)">
                                      <p:cBhvr>
                                        <p:cTn id="14" dur="500"/>
                                        <p:tgtEl>
                                          <p:spTgt spid="9">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1"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wipe(left)">
                                      <p:cBhvr>
                                        <p:cTn id="19" dur="500"/>
                                        <p:tgtEl>
                                          <p:spTgt spid="9">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1" nodeType="clickEffect">
                                  <p:stCondLst>
                                    <p:cond delay="0"/>
                                  </p:stCondLst>
                                  <p:childTnLst>
                                    <p:set>
                                      <p:cBhvr>
                                        <p:cTn id="23" dur="1" fill="hold">
                                          <p:stCondLst>
                                            <p:cond delay="0"/>
                                          </p:stCondLst>
                                        </p:cTn>
                                        <p:tgtEl>
                                          <p:spTgt spid="9">
                                            <p:txEl>
                                              <p:pRg st="4" end="4"/>
                                            </p:txEl>
                                          </p:spTgt>
                                        </p:tgtEl>
                                        <p:attrNameLst>
                                          <p:attrName>style.visibility</p:attrName>
                                        </p:attrNameLst>
                                      </p:cBhvr>
                                      <p:to>
                                        <p:strVal val="visible"/>
                                      </p:to>
                                    </p:set>
                                    <p:animEffect transition="in" filter="wipe(left)">
                                      <p:cBhvr>
                                        <p:cTn id="24" dur="500"/>
                                        <p:tgtEl>
                                          <p:spTgt spid="9">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1" nodeType="clickEffect">
                                  <p:stCondLst>
                                    <p:cond delay="0"/>
                                  </p:stCondLst>
                                  <p:childTnLst>
                                    <p:set>
                                      <p:cBhvr>
                                        <p:cTn id="28" dur="1" fill="hold">
                                          <p:stCondLst>
                                            <p:cond delay="0"/>
                                          </p:stCondLst>
                                        </p:cTn>
                                        <p:tgtEl>
                                          <p:spTgt spid="9">
                                            <p:txEl>
                                              <p:pRg st="6" end="6"/>
                                            </p:txEl>
                                          </p:spTgt>
                                        </p:tgtEl>
                                        <p:attrNameLst>
                                          <p:attrName>style.visibility</p:attrName>
                                        </p:attrNameLst>
                                      </p:cBhvr>
                                      <p:to>
                                        <p:strVal val="visible"/>
                                      </p:to>
                                    </p:set>
                                    <p:animEffect transition="in" filter="wipe(left)">
                                      <p:cBhvr>
                                        <p:cTn id="29" dur="500"/>
                                        <p:tgtEl>
                                          <p:spTgt spid="9">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1" nodeType="clickEffect">
                                  <p:stCondLst>
                                    <p:cond delay="0"/>
                                  </p:stCondLst>
                                  <p:childTnLst>
                                    <p:set>
                                      <p:cBhvr>
                                        <p:cTn id="33" dur="1" fill="hold">
                                          <p:stCondLst>
                                            <p:cond delay="0"/>
                                          </p:stCondLst>
                                        </p:cTn>
                                        <p:tgtEl>
                                          <p:spTgt spid="9">
                                            <p:txEl>
                                              <p:pRg st="8" end="8"/>
                                            </p:txEl>
                                          </p:spTgt>
                                        </p:tgtEl>
                                        <p:attrNameLst>
                                          <p:attrName>style.visibility</p:attrName>
                                        </p:attrNameLst>
                                      </p:cBhvr>
                                      <p:to>
                                        <p:strVal val="visible"/>
                                      </p:to>
                                    </p:set>
                                    <p:animEffect transition="in" filter="wipe(left)">
                                      <p:cBhvr>
                                        <p:cTn id="34" dur="500"/>
                                        <p:tgtEl>
                                          <p:spTgt spid="9">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1" nodeType="clickEffect">
                                  <p:stCondLst>
                                    <p:cond delay="0"/>
                                  </p:stCondLst>
                                  <p:childTnLst>
                                    <p:set>
                                      <p:cBhvr>
                                        <p:cTn id="38" dur="1" fill="hold">
                                          <p:stCondLst>
                                            <p:cond delay="0"/>
                                          </p:stCondLst>
                                        </p:cTn>
                                        <p:tgtEl>
                                          <p:spTgt spid="9">
                                            <p:txEl>
                                              <p:pRg st="10" end="10"/>
                                            </p:txEl>
                                          </p:spTgt>
                                        </p:tgtEl>
                                        <p:attrNameLst>
                                          <p:attrName>style.visibility</p:attrName>
                                        </p:attrNameLst>
                                      </p:cBhvr>
                                      <p:to>
                                        <p:strVal val="visible"/>
                                      </p:to>
                                    </p:set>
                                    <p:animEffect transition="in" filter="wipe(left)">
                                      <p:cBhvr>
                                        <p:cTn id="39" dur="500"/>
                                        <p:tgtEl>
                                          <p:spTgt spid="9">
                                            <p:txEl>
                                              <p:pRg st="10" end="1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1" nodeType="clickEffect">
                                  <p:stCondLst>
                                    <p:cond delay="0"/>
                                  </p:stCondLst>
                                  <p:childTnLst>
                                    <p:set>
                                      <p:cBhvr>
                                        <p:cTn id="43" dur="1" fill="hold">
                                          <p:stCondLst>
                                            <p:cond delay="0"/>
                                          </p:stCondLst>
                                        </p:cTn>
                                        <p:tgtEl>
                                          <p:spTgt spid="9">
                                            <p:txEl>
                                              <p:pRg st="12" end="12"/>
                                            </p:txEl>
                                          </p:spTgt>
                                        </p:tgtEl>
                                        <p:attrNameLst>
                                          <p:attrName>style.visibility</p:attrName>
                                        </p:attrNameLst>
                                      </p:cBhvr>
                                      <p:to>
                                        <p:strVal val="visible"/>
                                      </p:to>
                                    </p:set>
                                    <p:animEffect transition="in" filter="wipe(left)">
                                      <p:cBhvr>
                                        <p:cTn id="44" dur="500"/>
                                        <p:tgtEl>
                                          <p:spTgt spid="9">
                                            <p:txEl>
                                              <p:pRg st="12" end="1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1" nodeType="clickEffect">
                                  <p:stCondLst>
                                    <p:cond delay="0"/>
                                  </p:stCondLst>
                                  <p:childTnLst>
                                    <p:set>
                                      <p:cBhvr>
                                        <p:cTn id="48" dur="1" fill="hold">
                                          <p:stCondLst>
                                            <p:cond delay="0"/>
                                          </p:stCondLst>
                                        </p:cTn>
                                        <p:tgtEl>
                                          <p:spTgt spid="9">
                                            <p:txEl>
                                              <p:pRg st="14" end="14"/>
                                            </p:txEl>
                                          </p:spTgt>
                                        </p:tgtEl>
                                        <p:attrNameLst>
                                          <p:attrName>style.visibility</p:attrName>
                                        </p:attrNameLst>
                                      </p:cBhvr>
                                      <p:to>
                                        <p:strVal val="visible"/>
                                      </p:to>
                                    </p:set>
                                    <p:animEffect transition="in" filter="wipe(left)">
                                      <p:cBhvr>
                                        <p:cTn id="49" dur="500"/>
                                        <p:tgtEl>
                                          <p:spTgt spid="9">
                                            <p:txEl>
                                              <p:pRg st="14" end="14"/>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grpId="0" nodeType="clickEffect">
                                  <p:stCondLst>
                                    <p:cond delay="0"/>
                                  </p:stCondLst>
                                  <p:childTnLst>
                                    <p:animEffect transition="out" filter="fade">
                                      <p:cBhvr>
                                        <p:cTn id="53" dur="500"/>
                                        <p:tgtEl>
                                          <p:spTgt spid="8">
                                            <p:txEl>
                                              <p:pRg st="0" end="0"/>
                                            </p:txEl>
                                          </p:spTgt>
                                        </p:tgtEl>
                                      </p:cBhvr>
                                    </p:animEffect>
                                    <p:set>
                                      <p:cBhvr>
                                        <p:cTn id="54" dur="1" fill="hold">
                                          <p:stCondLst>
                                            <p:cond delay="499"/>
                                          </p:stCondLst>
                                        </p:cTn>
                                        <p:tgtEl>
                                          <p:spTgt spid="8">
                                            <p:txEl>
                                              <p:pRg st="0" end="0"/>
                                            </p:txEl>
                                          </p:spTgt>
                                        </p:tgtEl>
                                        <p:attrNameLst>
                                          <p:attrName>style.visibility</p:attrName>
                                        </p:attrNameLst>
                                      </p:cBhvr>
                                      <p:to>
                                        <p:strVal val="hidden"/>
                                      </p:to>
                                    </p:set>
                                  </p:childTnLst>
                                </p:cTn>
                              </p:par>
                              <p:par>
                                <p:cTn id="55" presetID="10" presetClass="exit" presetSubtype="0" fill="hold" grpId="0" nodeType="withEffect">
                                  <p:stCondLst>
                                    <p:cond delay="0"/>
                                  </p:stCondLst>
                                  <p:childTnLst>
                                    <p:animEffect transition="out" filter="fade">
                                      <p:cBhvr>
                                        <p:cTn id="56" dur="500"/>
                                        <p:tgtEl>
                                          <p:spTgt spid="9">
                                            <p:txEl>
                                              <p:pRg st="0" end="0"/>
                                            </p:txEl>
                                          </p:spTgt>
                                        </p:tgtEl>
                                      </p:cBhvr>
                                    </p:animEffect>
                                    <p:set>
                                      <p:cBhvr>
                                        <p:cTn id="57" dur="1" fill="hold">
                                          <p:stCondLst>
                                            <p:cond delay="499"/>
                                          </p:stCondLst>
                                        </p:cTn>
                                        <p:tgtEl>
                                          <p:spTgt spid="9">
                                            <p:txEl>
                                              <p:pRg st="0" end="0"/>
                                            </p:txEl>
                                          </p:spTgt>
                                        </p:tgtEl>
                                        <p:attrNameLst>
                                          <p:attrName>style.visibility</p:attrName>
                                        </p:attrNameLst>
                                      </p:cBhvr>
                                      <p:to>
                                        <p:strVal val="hidden"/>
                                      </p:to>
                                    </p:set>
                                  </p:childTnLst>
                                </p:cTn>
                              </p:par>
                              <p:par>
                                <p:cTn id="58" presetID="10" presetClass="exit" presetSubtype="0" fill="hold" grpId="0" nodeType="withEffect">
                                  <p:stCondLst>
                                    <p:cond delay="0"/>
                                  </p:stCondLst>
                                  <p:childTnLst>
                                    <p:animEffect transition="out" filter="fade">
                                      <p:cBhvr>
                                        <p:cTn id="59" dur="500"/>
                                        <p:tgtEl>
                                          <p:spTgt spid="9">
                                            <p:txEl>
                                              <p:pRg st="2" end="2"/>
                                            </p:txEl>
                                          </p:spTgt>
                                        </p:tgtEl>
                                      </p:cBhvr>
                                    </p:animEffect>
                                    <p:set>
                                      <p:cBhvr>
                                        <p:cTn id="60" dur="1" fill="hold">
                                          <p:stCondLst>
                                            <p:cond delay="499"/>
                                          </p:stCondLst>
                                        </p:cTn>
                                        <p:tgtEl>
                                          <p:spTgt spid="9">
                                            <p:txEl>
                                              <p:pRg st="2" end="2"/>
                                            </p:txEl>
                                          </p:spTgt>
                                        </p:tgtEl>
                                        <p:attrNameLst>
                                          <p:attrName>style.visibility</p:attrName>
                                        </p:attrNameLst>
                                      </p:cBhvr>
                                      <p:to>
                                        <p:strVal val="hidden"/>
                                      </p:to>
                                    </p:set>
                                  </p:childTnLst>
                                </p:cTn>
                              </p:par>
                              <p:par>
                                <p:cTn id="61" presetID="10" presetClass="exit" presetSubtype="0" fill="hold" grpId="0" nodeType="withEffect">
                                  <p:stCondLst>
                                    <p:cond delay="0"/>
                                  </p:stCondLst>
                                  <p:childTnLst>
                                    <p:animEffect transition="out" filter="fade">
                                      <p:cBhvr>
                                        <p:cTn id="62" dur="500"/>
                                        <p:tgtEl>
                                          <p:spTgt spid="9">
                                            <p:txEl>
                                              <p:pRg st="4" end="4"/>
                                            </p:txEl>
                                          </p:spTgt>
                                        </p:tgtEl>
                                      </p:cBhvr>
                                    </p:animEffect>
                                    <p:set>
                                      <p:cBhvr>
                                        <p:cTn id="63" dur="1" fill="hold">
                                          <p:stCondLst>
                                            <p:cond delay="499"/>
                                          </p:stCondLst>
                                        </p:cTn>
                                        <p:tgtEl>
                                          <p:spTgt spid="9">
                                            <p:txEl>
                                              <p:pRg st="4" end="4"/>
                                            </p:txEl>
                                          </p:spTgt>
                                        </p:tgtEl>
                                        <p:attrNameLst>
                                          <p:attrName>style.visibility</p:attrName>
                                        </p:attrNameLst>
                                      </p:cBhvr>
                                      <p:to>
                                        <p:strVal val="hidden"/>
                                      </p:to>
                                    </p:set>
                                  </p:childTnLst>
                                </p:cTn>
                              </p:par>
                              <p:par>
                                <p:cTn id="64" presetID="10" presetClass="exit" presetSubtype="0" fill="hold" grpId="0" nodeType="withEffect">
                                  <p:stCondLst>
                                    <p:cond delay="0"/>
                                  </p:stCondLst>
                                  <p:childTnLst>
                                    <p:animEffect transition="out" filter="fade">
                                      <p:cBhvr>
                                        <p:cTn id="65" dur="500"/>
                                        <p:tgtEl>
                                          <p:spTgt spid="9">
                                            <p:txEl>
                                              <p:pRg st="6" end="6"/>
                                            </p:txEl>
                                          </p:spTgt>
                                        </p:tgtEl>
                                      </p:cBhvr>
                                    </p:animEffect>
                                    <p:set>
                                      <p:cBhvr>
                                        <p:cTn id="66" dur="1" fill="hold">
                                          <p:stCondLst>
                                            <p:cond delay="499"/>
                                          </p:stCondLst>
                                        </p:cTn>
                                        <p:tgtEl>
                                          <p:spTgt spid="9">
                                            <p:txEl>
                                              <p:pRg st="6" end="6"/>
                                            </p:txEl>
                                          </p:spTgt>
                                        </p:tgtEl>
                                        <p:attrNameLst>
                                          <p:attrName>style.visibility</p:attrName>
                                        </p:attrNameLst>
                                      </p:cBhvr>
                                      <p:to>
                                        <p:strVal val="hidden"/>
                                      </p:to>
                                    </p:set>
                                  </p:childTnLst>
                                </p:cTn>
                              </p:par>
                              <p:par>
                                <p:cTn id="67" presetID="10" presetClass="exit" presetSubtype="0" fill="hold" grpId="0" nodeType="withEffect">
                                  <p:stCondLst>
                                    <p:cond delay="0"/>
                                  </p:stCondLst>
                                  <p:childTnLst>
                                    <p:animEffect transition="out" filter="fade">
                                      <p:cBhvr>
                                        <p:cTn id="68" dur="500"/>
                                        <p:tgtEl>
                                          <p:spTgt spid="9">
                                            <p:txEl>
                                              <p:pRg st="8" end="8"/>
                                            </p:txEl>
                                          </p:spTgt>
                                        </p:tgtEl>
                                      </p:cBhvr>
                                    </p:animEffect>
                                    <p:set>
                                      <p:cBhvr>
                                        <p:cTn id="69" dur="1" fill="hold">
                                          <p:stCondLst>
                                            <p:cond delay="499"/>
                                          </p:stCondLst>
                                        </p:cTn>
                                        <p:tgtEl>
                                          <p:spTgt spid="9">
                                            <p:txEl>
                                              <p:pRg st="8" end="8"/>
                                            </p:txEl>
                                          </p:spTgt>
                                        </p:tgtEl>
                                        <p:attrNameLst>
                                          <p:attrName>style.visibility</p:attrName>
                                        </p:attrNameLst>
                                      </p:cBhvr>
                                      <p:to>
                                        <p:strVal val="hidden"/>
                                      </p:to>
                                    </p:set>
                                  </p:childTnLst>
                                </p:cTn>
                              </p:par>
                              <p:par>
                                <p:cTn id="70" presetID="10" presetClass="exit" presetSubtype="0" fill="hold" grpId="0" nodeType="withEffect">
                                  <p:stCondLst>
                                    <p:cond delay="0"/>
                                  </p:stCondLst>
                                  <p:childTnLst>
                                    <p:animEffect transition="out" filter="fade">
                                      <p:cBhvr>
                                        <p:cTn id="71" dur="500"/>
                                        <p:tgtEl>
                                          <p:spTgt spid="9">
                                            <p:txEl>
                                              <p:pRg st="10" end="10"/>
                                            </p:txEl>
                                          </p:spTgt>
                                        </p:tgtEl>
                                      </p:cBhvr>
                                    </p:animEffect>
                                    <p:set>
                                      <p:cBhvr>
                                        <p:cTn id="72" dur="1" fill="hold">
                                          <p:stCondLst>
                                            <p:cond delay="499"/>
                                          </p:stCondLst>
                                        </p:cTn>
                                        <p:tgtEl>
                                          <p:spTgt spid="9">
                                            <p:txEl>
                                              <p:pRg st="10" end="10"/>
                                            </p:txEl>
                                          </p:spTgt>
                                        </p:tgtEl>
                                        <p:attrNameLst>
                                          <p:attrName>style.visibility</p:attrName>
                                        </p:attrNameLst>
                                      </p:cBhvr>
                                      <p:to>
                                        <p:strVal val="hidden"/>
                                      </p:to>
                                    </p:set>
                                  </p:childTnLst>
                                </p:cTn>
                              </p:par>
                              <p:par>
                                <p:cTn id="73" presetID="10" presetClass="exit" presetSubtype="0" fill="hold" grpId="0" nodeType="withEffect">
                                  <p:stCondLst>
                                    <p:cond delay="0"/>
                                  </p:stCondLst>
                                  <p:childTnLst>
                                    <p:animEffect transition="out" filter="fade">
                                      <p:cBhvr>
                                        <p:cTn id="74" dur="500"/>
                                        <p:tgtEl>
                                          <p:spTgt spid="9">
                                            <p:txEl>
                                              <p:pRg st="12" end="12"/>
                                            </p:txEl>
                                          </p:spTgt>
                                        </p:tgtEl>
                                      </p:cBhvr>
                                    </p:animEffect>
                                    <p:set>
                                      <p:cBhvr>
                                        <p:cTn id="75" dur="1" fill="hold">
                                          <p:stCondLst>
                                            <p:cond delay="499"/>
                                          </p:stCondLst>
                                        </p:cTn>
                                        <p:tgtEl>
                                          <p:spTgt spid="9">
                                            <p:txEl>
                                              <p:pRg st="12" end="12"/>
                                            </p:txEl>
                                          </p:spTgt>
                                        </p:tgtEl>
                                        <p:attrNameLst>
                                          <p:attrName>style.visibility</p:attrName>
                                        </p:attrNameLst>
                                      </p:cBhvr>
                                      <p:to>
                                        <p:strVal val="hidden"/>
                                      </p:to>
                                    </p:set>
                                  </p:childTnLst>
                                </p:cTn>
                              </p:par>
                              <p:par>
                                <p:cTn id="76" presetID="10" presetClass="exit" presetSubtype="0" fill="hold" grpId="0" nodeType="withEffect">
                                  <p:stCondLst>
                                    <p:cond delay="0"/>
                                  </p:stCondLst>
                                  <p:childTnLst>
                                    <p:animEffect transition="out" filter="fade">
                                      <p:cBhvr>
                                        <p:cTn id="77" dur="500"/>
                                        <p:tgtEl>
                                          <p:spTgt spid="9">
                                            <p:txEl>
                                              <p:pRg st="14" end="14"/>
                                            </p:txEl>
                                          </p:spTgt>
                                        </p:tgtEl>
                                      </p:cBhvr>
                                    </p:animEffect>
                                    <p:set>
                                      <p:cBhvr>
                                        <p:cTn id="78" dur="1" fill="hold">
                                          <p:stCondLst>
                                            <p:cond delay="499"/>
                                          </p:stCondLst>
                                        </p:cTn>
                                        <p:tgtEl>
                                          <p:spTgt spid="9">
                                            <p:txEl>
                                              <p:pRg st="14" end="1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allAtOnce"/>
      <p:bldP spid="8" grpId="1" build="allAtOnce"/>
      <p:bldP spid="9" grpId="0" build="allAtOnce"/>
      <p:bldP spid="9" grpId="1"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B34881D3-7E9B-D738-FCAA-026AE9295EF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136C70B-4DC5-E945-4585-87AE5C8353CD}"/>
              </a:ext>
            </a:extLst>
          </p:cNvPr>
          <p:cNvSpPr/>
          <p:nvPr/>
        </p:nvSpPr>
        <p:spPr>
          <a:xfrm>
            <a:off x="274319" y="509102"/>
            <a:ext cx="8595360" cy="5726232"/>
          </a:xfrm>
          <a:prstGeom prst="rect">
            <a:avLst/>
          </a:prstGeom>
          <a:noFill/>
          <a:ln w="38100">
            <a:gradFill>
              <a:gsLst>
                <a:gs pos="0">
                  <a:srgbClr val="0060FF"/>
                </a:gs>
                <a:gs pos="33000">
                  <a:srgbClr val="00CED1"/>
                </a:gs>
                <a:gs pos="66000">
                  <a:srgbClr val="00FF66"/>
                </a:gs>
                <a:gs pos="99000">
                  <a:srgbClr val="7D00FF"/>
                </a:gs>
              </a:gsLst>
              <a:lin ang="0" scaled="0"/>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7C85E13-2A56-7D90-B12D-48DFDED73230}"/>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pic>
        <p:nvPicPr>
          <p:cNvPr id="3" name="Picture 2" descr="A blue and green circle&#10;&#10;AI-generated content may be incorrect.">
            <a:extLst>
              <a:ext uri="{FF2B5EF4-FFF2-40B4-BE49-F238E27FC236}">
                <a16:creationId xmlns:a16="http://schemas.microsoft.com/office/drawing/2014/main" id="{C2364DDE-CB9F-B7E0-D09F-BAABBDB1FC4F}"/>
              </a:ext>
            </a:extLst>
          </p:cNvPr>
          <p:cNvPicPr>
            <a:picLocks noChangeAspect="1"/>
          </p:cNvPicPr>
          <p:nvPr/>
        </p:nvPicPr>
        <p:blipFill>
          <a:blip r:embed="rId2">
            <a:alphaModFix amt="50000"/>
          </a:blip>
          <a:stretch>
            <a:fillRect/>
          </a:stretch>
        </p:blipFill>
        <p:spPr>
          <a:xfrm>
            <a:off x="2652696" y="1509696"/>
            <a:ext cx="3838608" cy="3838608"/>
          </a:xfrm>
          <a:prstGeom prst="rect">
            <a:avLst/>
          </a:prstGeom>
        </p:spPr>
      </p:pic>
      <p:sp>
        <p:nvSpPr>
          <p:cNvPr id="7" name="TextBox 6">
            <a:extLst>
              <a:ext uri="{FF2B5EF4-FFF2-40B4-BE49-F238E27FC236}">
                <a16:creationId xmlns:a16="http://schemas.microsoft.com/office/drawing/2014/main" id="{AFA961A5-A4A8-F768-9BF7-97C1B84B940C}"/>
              </a:ext>
            </a:extLst>
          </p:cNvPr>
          <p:cNvSpPr txBox="1"/>
          <p:nvPr/>
        </p:nvSpPr>
        <p:spPr>
          <a:xfrm>
            <a:off x="929640" y="2967335"/>
            <a:ext cx="7284720" cy="923330"/>
          </a:xfrm>
          <a:prstGeom prst="rect">
            <a:avLst/>
          </a:prstGeom>
          <a:noFill/>
        </p:spPr>
        <p:txBody>
          <a:bodyPr wrap="square">
            <a:spAutoFit/>
          </a:bodyPr>
          <a:lstStyle/>
          <a:p>
            <a:pPr algn="ctr">
              <a:defRPr sz="6000">
                <a:solidFill>
                  <a:srgbClr val="FFFFFF"/>
                </a:solidFill>
                <a:latin typeface="Arial"/>
              </a:defRPr>
            </a:pPr>
            <a:r>
              <a:rPr sz="5400" b="1" dirty="0">
                <a:latin typeface="Orbitron Black" pitchFamily="2" charset="0"/>
              </a:rPr>
              <a:t>Synergy </a:t>
            </a:r>
            <a:r>
              <a:rPr lang="en-US" sz="5400" b="1" dirty="0">
                <a:latin typeface="Orbitron Black" pitchFamily="2" charset="0"/>
              </a:rPr>
              <a:t> </a:t>
            </a:r>
            <a:r>
              <a:rPr sz="5400" b="1" dirty="0">
                <a:latin typeface="Orbitron Black" pitchFamily="2" charset="0"/>
              </a:rPr>
              <a:t>Network</a:t>
            </a:r>
          </a:p>
        </p:txBody>
      </p:sp>
    </p:spTree>
    <p:extLst>
      <p:ext uri="{BB962C8B-B14F-4D97-AF65-F5344CB8AC3E}">
        <p14:creationId xmlns:p14="http://schemas.microsoft.com/office/powerpoint/2010/main" val="9439643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0DA1CBC8-635A-7BD1-0FEE-77FFC6588CD2}"/>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778FC814-9BC7-AC51-71E1-3A581D3EA388}"/>
              </a:ext>
            </a:extLst>
          </p:cNvPr>
          <p:cNvSpPr/>
          <p:nvPr/>
        </p:nvSpPr>
        <p:spPr>
          <a:xfrm>
            <a:off x="1219473" y="2473414"/>
            <a:ext cx="6705054" cy="1911173"/>
          </a:xfrm>
          <a:prstGeom prst="roundRect">
            <a:avLst/>
          </a:prstGeom>
          <a:solidFill>
            <a:srgbClr val="00FF66">
              <a:alpha val="15000"/>
            </a:srgbClr>
          </a:solidFill>
          <a:ln w="25400">
            <a:solidFill>
              <a:srgbClr val="00FF66"/>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E11D03AF-4ACD-2CE3-87DF-60472C3DE304}"/>
              </a:ext>
            </a:extLst>
          </p:cNvPr>
          <p:cNvSpPr/>
          <p:nvPr/>
        </p:nvSpPr>
        <p:spPr>
          <a:xfrm>
            <a:off x="274318" y="6191790"/>
            <a:ext cx="8595360" cy="45719"/>
          </a:xfrm>
          <a:prstGeom prst="rect">
            <a:avLst/>
          </a:prstGeom>
          <a:solidFill>
            <a:srgbClr val="00FF66"/>
          </a:solidFill>
          <a:ln>
            <a:solidFill>
              <a:srgbClr val="00F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B556E6B-52C2-5B35-4631-E6E879683BE7}"/>
              </a:ext>
            </a:extLst>
          </p:cNvPr>
          <p:cNvSpPr/>
          <p:nvPr/>
        </p:nvSpPr>
        <p:spPr>
          <a:xfrm>
            <a:off x="274319" y="497840"/>
            <a:ext cx="8595360" cy="45719"/>
          </a:xfrm>
          <a:prstGeom prst="rect">
            <a:avLst/>
          </a:prstGeom>
          <a:solidFill>
            <a:srgbClr val="00FF66"/>
          </a:solidFill>
          <a:ln>
            <a:solidFill>
              <a:srgbClr val="00F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48A8BBB3-1E7B-4EDE-6AB6-A51579B36141}"/>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60E36EC4-E853-C9D5-2E7E-9CCBD0361BFA}"/>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FB253105-77D7-E1E1-7BA4-EF03D461822B}"/>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8" name="TextBox 7">
            <a:extLst>
              <a:ext uri="{FF2B5EF4-FFF2-40B4-BE49-F238E27FC236}">
                <a16:creationId xmlns:a16="http://schemas.microsoft.com/office/drawing/2014/main" id="{9BEF3000-165F-5A68-32D1-F0FC8073C7FE}"/>
              </a:ext>
            </a:extLst>
          </p:cNvPr>
          <p:cNvSpPr txBox="1"/>
          <p:nvPr/>
        </p:nvSpPr>
        <p:spPr>
          <a:xfrm>
            <a:off x="1219473" y="2733555"/>
            <a:ext cx="6705054" cy="830997"/>
          </a:xfrm>
          <a:prstGeom prst="rect">
            <a:avLst/>
          </a:prstGeom>
          <a:noFill/>
        </p:spPr>
        <p:txBody>
          <a:bodyPr wrap="square" rtlCol="0" anchor="ctr">
            <a:spAutoFit/>
          </a:bodyPr>
          <a:lstStyle/>
          <a:p>
            <a:pPr algn="ctr"/>
            <a:r>
              <a:rPr lang="en-US" sz="2400" b="1" spc="300" dirty="0">
                <a:solidFill>
                  <a:srgbClr val="00FF66"/>
                </a:solidFill>
                <a:latin typeface="Orbitron Black" pitchFamily="2" charset="0"/>
              </a:rPr>
              <a:t>Proof-of-Synergy Consensus</a:t>
            </a:r>
          </a:p>
          <a:p>
            <a:pPr algn="ctr"/>
            <a:r>
              <a:rPr lang="en-US" sz="2400" b="1" spc="300" dirty="0">
                <a:solidFill>
                  <a:srgbClr val="00FF66"/>
                </a:solidFill>
                <a:latin typeface="Orbitron Black" pitchFamily="2" charset="0"/>
              </a:rPr>
              <a:t>(PoSy)</a:t>
            </a:r>
          </a:p>
        </p:txBody>
      </p:sp>
      <p:sp>
        <p:nvSpPr>
          <p:cNvPr id="5" name="TextBox 4">
            <a:extLst>
              <a:ext uri="{FF2B5EF4-FFF2-40B4-BE49-F238E27FC236}">
                <a16:creationId xmlns:a16="http://schemas.microsoft.com/office/drawing/2014/main" id="{EC24B8B1-5AEC-18F2-F166-8EECCA67F4CB}"/>
              </a:ext>
            </a:extLst>
          </p:cNvPr>
          <p:cNvSpPr txBox="1"/>
          <p:nvPr/>
        </p:nvSpPr>
        <p:spPr>
          <a:xfrm>
            <a:off x="1625600" y="3726387"/>
            <a:ext cx="5892800" cy="338554"/>
          </a:xfrm>
          <a:prstGeom prst="rect">
            <a:avLst/>
          </a:prstGeom>
          <a:noFill/>
        </p:spPr>
        <p:txBody>
          <a:bodyPr wrap="square" rtlCol="0">
            <a:spAutoFit/>
          </a:bodyPr>
          <a:lstStyle/>
          <a:p>
            <a:pPr algn="ctr"/>
            <a:r>
              <a:rPr lang="en-US" sz="1600" b="1" i="1" dirty="0">
                <a:solidFill>
                  <a:schemeClr val="bg1"/>
                </a:solidFill>
                <a:latin typeface="Inter" panose="02000503000000020004" pitchFamily="2" charset="0"/>
                <a:ea typeface="Inter" panose="02000503000000020004" pitchFamily="2" charset="0"/>
              </a:rPr>
              <a:t>The World’s First Fully Cooperative Consensus.</a:t>
            </a:r>
          </a:p>
        </p:txBody>
      </p:sp>
    </p:spTree>
    <p:extLst>
      <p:ext uri="{BB962C8B-B14F-4D97-AF65-F5344CB8AC3E}">
        <p14:creationId xmlns:p14="http://schemas.microsoft.com/office/powerpoint/2010/main" val="39908476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FC3D1BE6-D2EA-4D2B-E350-7E05B762169E}"/>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01AC4F84-2208-B821-723F-233E858988F9}"/>
              </a:ext>
            </a:extLst>
          </p:cNvPr>
          <p:cNvSpPr/>
          <p:nvPr/>
        </p:nvSpPr>
        <p:spPr>
          <a:xfrm>
            <a:off x="1219473" y="1289227"/>
            <a:ext cx="6705054" cy="521485"/>
          </a:xfrm>
          <a:prstGeom prst="roundRect">
            <a:avLst/>
          </a:prstGeom>
          <a:solidFill>
            <a:srgbClr val="00FF66">
              <a:alpha val="15000"/>
            </a:srgbClr>
          </a:solidFill>
          <a:ln w="25400">
            <a:solidFill>
              <a:srgbClr val="00FF66"/>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BBCF79-8989-82AF-24F4-F1D2D7645901}"/>
              </a:ext>
            </a:extLst>
          </p:cNvPr>
          <p:cNvSpPr/>
          <p:nvPr/>
        </p:nvSpPr>
        <p:spPr>
          <a:xfrm>
            <a:off x="274318" y="6191790"/>
            <a:ext cx="8595360" cy="45719"/>
          </a:xfrm>
          <a:prstGeom prst="rect">
            <a:avLst/>
          </a:prstGeom>
          <a:solidFill>
            <a:srgbClr val="00FF66"/>
          </a:solidFill>
          <a:ln>
            <a:solidFill>
              <a:srgbClr val="00F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7ECA7DC-01CB-DD2E-D437-2D4087D48007}"/>
              </a:ext>
            </a:extLst>
          </p:cNvPr>
          <p:cNvSpPr/>
          <p:nvPr/>
        </p:nvSpPr>
        <p:spPr>
          <a:xfrm>
            <a:off x="274319" y="497840"/>
            <a:ext cx="8595360" cy="45719"/>
          </a:xfrm>
          <a:prstGeom prst="rect">
            <a:avLst/>
          </a:prstGeom>
          <a:solidFill>
            <a:srgbClr val="00FF66"/>
          </a:solidFill>
          <a:ln>
            <a:solidFill>
              <a:srgbClr val="00F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3F2CAB5E-0960-2CB7-2366-D5A8CE981AC0}"/>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AB71A56F-6649-A1A9-828C-CE797E3007E1}"/>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87DBF44F-5A1E-8980-8BC0-E448F300CBD1}"/>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6" name="Rounded Rectangle 5">
            <a:extLst>
              <a:ext uri="{FF2B5EF4-FFF2-40B4-BE49-F238E27FC236}">
                <a16:creationId xmlns:a16="http://schemas.microsoft.com/office/drawing/2014/main" id="{39FE7764-CCC9-CB28-15A8-6F5F64EA4289}"/>
              </a:ext>
            </a:extLst>
          </p:cNvPr>
          <p:cNvSpPr/>
          <p:nvPr/>
        </p:nvSpPr>
        <p:spPr>
          <a:xfrm>
            <a:off x="1219473" y="2128519"/>
            <a:ext cx="6705054" cy="3405717"/>
          </a:xfrm>
          <a:prstGeom prst="roundRect">
            <a:avLst>
              <a:gd name="adj" fmla="val 2049"/>
            </a:avLst>
          </a:prstGeom>
          <a:solidFill>
            <a:srgbClr val="00FF66">
              <a:alpha val="15000"/>
            </a:srgbClr>
          </a:solidFill>
          <a:ln w="25400">
            <a:solidFill>
              <a:srgbClr val="00FF66"/>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65E09A3-A66F-3673-EE27-58F9B6EECF67}"/>
              </a:ext>
            </a:extLst>
          </p:cNvPr>
          <p:cNvSpPr txBox="1"/>
          <p:nvPr/>
        </p:nvSpPr>
        <p:spPr>
          <a:xfrm>
            <a:off x="1184078" y="134904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Why Consensus Needs Reinvention</a:t>
            </a:r>
            <a:endParaRPr lang="en-US" sz="2000" b="1" spc="300" dirty="0">
              <a:solidFill>
                <a:schemeClr val="bg1"/>
              </a:solidFill>
              <a:latin typeface="Orbitron Black" pitchFamily="2" charset="0"/>
            </a:endParaRPr>
          </a:p>
        </p:txBody>
      </p:sp>
      <p:sp>
        <p:nvSpPr>
          <p:cNvPr id="13" name="TextBox 12">
            <a:extLst>
              <a:ext uri="{FF2B5EF4-FFF2-40B4-BE49-F238E27FC236}">
                <a16:creationId xmlns:a16="http://schemas.microsoft.com/office/drawing/2014/main" id="{69A0F49E-7963-AC0B-A2A0-165D014AF0A7}"/>
              </a:ext>
            </a:extLst>
          </p:cNvPr>
          <p:cNvSpPr txBox="1"/>
          <p:nvPr/>
        </p:nvSpPr>
        <p:spPr>
          <a:xfrm>
            <a:off x="1351280" y="2480658"/>
            <a:ext cx="6353031" cy="2585323"/>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Bitcoin wastes power.</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Ethereum centralizes staking.</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Most </a:t>
            </a:r>
            <a:r>
              <a:rPr lang="en-US" dirty="0" err="1">
                <a:solidFill>
                  <a:schemeClr val="bg1"/>
                </a:solidFill>
                <a:latin typeface="Inter" panose="02000503000000020004" pitchFamily="2" charset="0"/>
                <a:ea typeface="Inter" panose="02000503000000020004" pitchFamily="2" charset="0"/>
              </a:rPr>
              <a:t>PoS</a:t>
            </a:r>
            <a:r>
              <a:rPr lang="en-US" dirty="0">
                <a:solidFill>
                  <a:schemeClr val="bg1"/>
                </a:solidFill>
                <a:latin typeface="Inter" panose="02000503000000020004" pitchFamily="2" charset="0"/>
                <a:ea typeface="Inter" panose="02000503000000020004" pitchFamily="2" charset="0"/>
              </a:rPr>
              <a:t> chains concentrate voting power in the top 1%.</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None reward collaboration — only competition.</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PoSy changes the economic model entirely.</a:t>
            </a:r>
          </a:p>
        </p:txBody>
      </p:sp>
    </p:spTree>
    <p:extLst>
      <p:ext uri="{BB962C8B-B14F-4D97-AF65-F5344CB8AC3E}">
        <p14:creationId xmlns:p14="http://schemas.microsoft.com/office/powerpoint/2010/main" val="35975708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ou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anim calcmode="lin" valueType="num">
                                      <p:cBhvr>
                                        <p:cTn id="17" dur="1000" fill="hold"/>
                                        <p:tgtEl>
                                          <p:spTgt spid="12">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12">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12">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iterate type="wd">
                                    <p:tmPct val="10000"/>
                                  </p:iterate>
                                  <p:childTnLst>
                                    <p:set>
                                      <p:cBhvr>
                                        <p:cTn id="23" dur="1" fill="hold">
                                          <p:stCondLst>
                                            <p:cond delay="0"/>
                                          </p:stCondLst>
                                        </p:cTn>
                                        <p:tgtEl>
                                          <p:spTgt spid="13">
                                            <p:txEl>
                                              <p:pRg st="0" end="0"/>
                                            </p:txEl>
                                          </p:spTgt>
                                        </p:tgtEl>
                                        <p:attrNameLst>
                                          <p:attrName>style.visibility</p:attrName>
                                        </p:attrNameLst>
                                      </p:cBhvr>
                                      <p:to>
                                        <p:strVal val="visible"/>
                                      </p:to>
                                    </p:set>
                                    <p:anim calcmode="lin" valueType="num">
                                      <p:cBhvr additive="base">
                                        <p:cTn id="24" dur="500"/>
                                        <p:tgtEl>
                                          <p:spTgt spid="13">
                                            <p:txEl>
                                              <p:pRg st="0" end="0"/>
                                            </p:txEl>
                                          </p:spTgt>
                                        </p:tgtEl>
                                        <p:attrNameLst>
                                          <p:attrName>ppt_y</p:attrName>
                                        </p:attrNameLst>
                                      </p:cBhvr>
                                      <p:tavLst>
                                        <p:tav tm="0">
                                          <p:val>
                                            <p:strVal val="#ppt_y-#ppt_h*1.125000"/>
                                          </p:val>
                                        </p:tav>
                                        <p:tav tm="100000">
                                          <p:val>
                                            <p:strVal val="#ppt_y"/>
                                          </p:val>
                                        </p:tav>
                                      </p:tavLst>
                                    </p:anim>
                                    <p:animEffect transition="in" filter="wipe(down)">
                                      <p:cBhvr>
                                        <p:cTn id="25" dur="500"/>
                                        <p:tgtEl>
                                          <p:spTgt spid="13">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iterate type="wd">
                                    <p:tmPct val="10000"/>
                                  </p:iterate>
                                  <p:childTnLst>
                                    <p:set>
                                      <p:cBhvr>
                                        <p:cTn id="29" dur="1" fill="hold">
                                          <p:stCondLst>
                                            <p:cond delay="0"/>
                                          </p:stCondLst>
                                        </p:cTn>
                                        <p:tgtEl>
                                          <p:spTgt spid="13">
                                            <p:txEl>
                                              <p:pRg st="2" end="2"/>
                                            </p:txEl>
                                          </p:spTgt>
                                        </p:tgtEl>
                                        <p:attrNameLst>
                                          <p:attrName>style.visibility</p:attrName>
                                        </p:attrNameLst>
                                      </p:cBhvr>
                                      <p:to>
                                        <p:strVal val="visible"/>
                                      </p:to>
                                    </p:set>
                                    <p:anim calcmode="lin" valueType="num">
                                      <p:cBhvr additive="base">
                                        <p:cTn id="30" dur="500"/>
                                        <p:tgtEl>
                                          <p:spTgt spid="13">
                                            <p:txEl>
                                              <p:pRg st="2" end="2"/>
                                            </p:txEl>
                                          </p:spTgt>
                                        </p:tgtEl>
                                        <p:attrNameLst>
                                          <p:attrName>ppt_y</p:attrName>
                                        </p:attrNameLst>
                                      </p:cBhvr>
                                      <p:tavLst>
                                        <p:tav tm="0">
                                          <p:val>
                                            <p:strVal val="#ppt_y-#ppt_h*1.125000"/>
                                          </p:val>
                                        </p:tav>
                                        <p:tav tm="100000">
                                          <p:val>
                                            <p:strVal val="#ppt_y"/>
                                          </p:val>
                                        </p:tav>
                                      </p:tavLst>
                                    </p:anim>
                                    <p:animEffect transition="in" filter="wipe(down)">
                                      <p:cBhvr>
                                        <p:cTn id="31" dur="500"/>
                                        <p:tgtEl>
                                          <p:spTgt spid="13">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iterate type="wd">
                                    <p:tmPct val="10000"/>
                                  </p:iterate>
                                  <p:childTnLst>
                                    <p:set>
                                      <p:cBhvr>
                                        <p:cTn id="35" dur="1" fill="hold">
                                          <p:stCondLst>
                                            <p:cond delay="0"/>
                                          </p:stCondLst>
                                        </p:cTn>
                                        <p:tgtEl>
                                          <p:spTgt spid="13">
                                            <p:txEl>
                                              <p:pRg st="4" end="4"/>
                                            </p:txEl>
                                          </p:spTgt>
                                        </p:tgtEl>
                                        <p:attrNameLst>
                                          <p:attrName>style.visibility</p:attrName>
                                        </p:attrNameLst>
                                      </p:cBhvr>
                                      <p:to>
                                        <p:strVal val="visible"/>
                                      </p:to>
                                    </p:set>
                                    <p:anim calcmode="lin" valueType="num">
                                      <p:cBhvr additive="base">
                                        <p:cTn id="36" dur="500"/>
                                        <p:tgtEl>
                                          <p:spTgt spid="13">
                                            <p:txEl>
                                              <p:pRg st="4" end="4"/>
                                            </p:txEl>
                                          </p:spTgt>
                                        </p:tgtEl>
                                        <p:attrNameLst>
                                          <p:attrName>ppt_y</p:attrName>
                                        </p:attrNameLst>
                                      </p:cBhvr>
                                      <p:tavLst>
                                        <p:tav tm="0">
                                          <p:val>
                                            <p:strVal val="#ppt_y-#ppt_h*1.125000"/>
                                          </p:val>
                                        </p:tav>
                                        <p:tav tm="100000">
                                          <p:val>
                                            <p:strVal val="#ppt_y"/>
                                          </p:val>
                                        </p:tav>
                                      </p:tavLst>
                                    </p:anim>
                                    <p:animEffect transition="in" filter="wipe(down)">
                                      <p:cBhvr>
                                        <p:cTn id="37" dur="500"/>
                                        <p:tgtEl>
                                          <p:spTgt spid="1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wd">
                                    <p:tmPct val="10000"/>
                                  </p:iterate>
                                  <p:childTnLst>
                                    <p:set>
                                      <p:cBhvr>
                                        <p:cTn id="41" dur="1" fill="hold">
                                          <p:stCondLst>
                                            <p:cond delay="0"/>
                                          </p:stCondLst>
                                        </p:cTn>
                                        <p:tgtEl>
                                          <p:spTgt spid="13">
                                            <p:txEl>
                                              <p:pRg st="6" end="6"/>
                                            </p:txEl>
                                          </p:spTgt>
                                        </p:tgtEl>
                                        <p:attrNameLst>
                                          <p:attrName>style.visibility</p:attrName>
                                        </p:attrNameLst>
                                      </p:cBhvr>
                                      <p:to>
                                        <p:strVal val="visible"/>
                                      </p:to>
                                    </p:set>
                                    <p:anim calcmode="lin" valueType="num">
                                      <p:cBhvr additive="base">
                                        <p:cTn id="42" dur="500"/>
                                        <p:tgtEl>
                                          <p:spTgt spid="13">
                                            <p:txEl>
                                              <p:pRg st="6" end="6"/>
                                            </p:txEl>
                                          </p:spTgt>
                                        </p:tgtEl>
                                        <p:attrNameLst>
                                          <p:attrName>ppt_y</p:attrName>
                                        </p:attrNameLst>
                                      </p:cBhvr>
                                      <p:tavLst>
                                        <p:tav tm="0">
                                          <p:val>
                                            <p:strVal val="#ppt_y-#ppt_h*1.125000"/>
                                          </p:val>
                                        </p:tav>
                                        <p:tav tm="100000">
                                          <p:val>
                                            <p:strVal val="#ppt_y"/>
                                          </p:val>
                                        </p:tav>
                                      </p:tavLst>
                                    </p:anim>
                                    <p:animEffect transition="in" filter="wipe(down)">
                                      <p:cBhvr>
                                        <p:cTn id="43" dur="500"/>
                                        <p:tgtEl>
                                          <p:spTgt spid="13">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grpId="0" nodeType="clickEffect">
                                  <p:stCondLst>
                                    <p:cond delay="0"/>
                                  </p:stCondLst>
                                  <p:iterate type="wd">
                                    <p:tmPct val="10000"/>
                                  </p:iterate>
                                  <p:childTnLst>
                                    <p:set>
                                      <p:cBhvr>
                                        <p:cTn id="47" dur="1" fill="hold">
                                          <p:stCondLst>
                                            <p:cond delay="0"/>
                                          </p:stCondLst>
                                        </p:cTn>
                                        <p:tgtEl>
                                          <p:spTgt spid="13">
                                            <p:txEl>
                                              <p:pRg st="8" end="8"/>
                                            </p:txEl>
                                          </p:spTgt>
                                        </p:tgtEl>
                                        <p:attrNameLst>
                                          <p:attrName>style.visibility</p:attrName>
                                        </p:attrNameLst>
                                      </p:cBhvr>
                                      <p:to>
                                        <p:strVal val="visible"/>
                                      </p:to>
                                    </p:set>
                                    <p:anim calcmode="lin" valueType="num">
                                      <p:cBhvr additive="base">
                                        <p:cTn id="48" dur="500"/>
                                        <p:tgtEl>
                                          <p:spTgt spid="13">
                                            <p:txEl>
                                              <p:pRg st="8" end="8"/>
                                            </p:txEl>
                                          </p:spTgt>
                                        </p:tgtEl>
                                        <p:attrNameLst>
                                          <p:attrName>ppt_y</p:attrName>
                                        </p:attrNameLst>
                                      </p:cBhvr>
                                      <p:tavLst>
                                        <p:tav tm="0">
                                          <p:val>
                                            <p:strVal val="#ppt_y-#ppt_h*1.125000"/>
                                          </p:val>
                                        </p:tav>
                                        <p:tav tm="100000">
                                          <p:val>
                                            <p:strVal val="#ppt_y"/>
                                          </p:val>
                                        </p:tav>
                                      </p:tavLst>
                                    </p:anim>
                                    <p:animEffect transition="in" filter="wipe(down)">
                                      <p:cBhvr>
                                        <p:cTn id="49" dur="500"/>
                                        <p:tgtEl>
                                          <p:spTgt spid="13">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xit" presetSubtype="32" fill="hold" grpId="1" nodeType="clickEffect">
                                  <p:stCondLst>
                                    <p:cond delay="0"/>
                                  </p:stCondLst>
                                  <p:childTnLst>
                                    <p:anim calcmode="lin" valueType="num">
                                      <p:cBhvr>
                                        <p:cTn id="53" dur="500"/>
                                        <p:tgtEl>
                                          <p:spTgt spid="12">
                                            <p:txEl>
                                              <p:pRg st="0" end="0"/>
                                            </p:txEl>
                                          </p:spTgt>
                                        </p:tgtEl>
                                        <p:attrNameLst>
                                          <p:attrName>ppt_w</p:attrName>
                                        </p:attrNameLst>
                                      </p:cBhvr>
                                      <p:tavLst>
                                        <p:tav tm="0">
                                          <p:val>
                                            <p:strVal val="ppt_w"/>
                                          </p:val>
                                        </p:tav>
                                        <p:tav tm="100000">
                                          <p:val>
                                            <p:fltVal val="0"/>
                                          </p:val>
                                        </p:tav>
                                      </p:tavLst>
                                    </p:anim>
                                    <p:anim calcmode="lin" valueType="num">
                                      <p:cBhvr>
                                        <p:cTn id="54" dur="500"/>
                                        <p:tgtEl>
                                          <p:spTgt spid="12">
                                            <p:txEl>
                                              <p:pRg st="0" end="0"/>
                                            </p:txEl>
                                          </p:spTgt>
                                        </p:tgtEl>
                                        <p:attrNameLst>
                                          <p:attrName>ppt_h</p:attrName>
                                        </p:attrNameLst>
                                      </p:cBhvr>
                                      <p:tavLst>
                                        <p:tav tm="0">
                                          <p:val>
                                            <p:strVal val="ppt_h"/>
                                          </p:val>
                                        </p:tav>
                                        <p:tav tm="100000">
                                          <p:val>
                                            <p:fltVal val="0"/>
                                          </p:val>
                                        </p:tav>
                                      </p:tavLst>
                                    </p:anim>
                                    <p:animEffect transition="out" filter="fade">
                                      <p:cBhvr>
                                        <p:cTn id="55" dur="500"/>
                                        <p:tgtEl>
                                          <p:spTgt spid="12">
                                            <p:txEl>
                                              <p:pRg st="0" end="0"/>
                                            </p:txEl>
                                          </p:spTgt>
                                        </p:tgtEl>
                                      </p:cBhvr>
                                    </p:animEffect>
                                    <p:set>
                                      <p:cBhvr>
                                        <p:cTn id="56" dur="1" fill="hold">
                                          <p:stCondLst>
                                            <p:cond delay="499"/>
                                          </p:stCondLst>
                                        </p:cTn>
                                        <p:tgtEl>
                                          <p:spTgt spid="12">
                                            <p:txEl>
                                              <p:pRg st="0" end="0"/>
                                            </p:txEl>
                                          </p:spTgt>
                                        </p:tgtEl>
                                        <p:attrNameLst>
                                          <p:attrName>style.visibility</p:attrName>
                                        </p:attrNameLst>
                                      </p:cBhvr>
                                      <p:to>
                                        <p:strVal val="hidden"/>
                                      </p:to>
                                    </p:set>
                                  </p:childTnLst>
                                </p:cTn>
                              </p:par>
                              <p:par>
                                <p:cTn id="57" presetID="53" presetClass="exit" presetSubtype="32" fill="hold" grpId="1" nodeType="withEffect">
                                  <p:stCondLst>
                                    <p:cond delay="0"/>
                                  </p:stCondLst>
                                  <p:iterate type="wd">
                                    <p:tmPct val="0"/>
                                  </p:iterate>
                                  <p:childTnLst>
                                    <p:anim calcmode="lin" valueType="num">
                                      <p:cBhvr>
                                        <p:cTn id="58" dur="500"/>
                                        <p:tgtEl>
                                          <p:spTgt spid="13">
                                            <p:txEl>
                                              <p:pRg st="0" end="0"/>
                                            </p:txEl>
                                          </p:spTgt>
                                        </p:tgtEl>
                                        <p:attrNameLst>
                                          <p:attrName>ppt_w</p:attrName>
                                        </p:attrNameLst>
                                      </p:cBhvr>
                                      <p:tavLst>
                                        <p:tav tm="0">
                                          <p:val>
                                            <p:strVal val="ppt_w"/>
                                          </p:val>
                                        </p:tav>
                                        <p:tav tm="100000">
                                          <p:val>
                                            <p:fltVal val="0"/>
                                          </p:val>
                                        </p:tav>
                                      </p:tavLst>
                                    </p:anim>
                                    <p:anim calcmode="lin" valueType="num">
                                      <p:cBhvr>
                                        <p:cTn id="59" dur="500"/>
                                        <p:tgtEl>
                                          <p:spTgt spid="13">
                                            <p:txEl>
                                              <p:pRg st="0" end="0"/>
                                            </p:txEl>
                                          </p:spTgt>
                                        </p:tgtEl>
                                        <p:attrNameLst>
                                          <p:attrName>ppt_h</p:attrName>
                                        </p:attrNameLst>
                                      </p:cBhvr>
                                      <p:tavLst>
                                        <p:tav tm="0">
                                          <p:val>
                                            <p:strVal val="ppt_h"/>
                                          </p:val>
                                        </p:tav>
                                        <p:tav tm="100000">
                                          <p:val>
                                            <p:fltVal val="0"/>
                                          </p:val>
                                        </p:tav>
                                      </p:tavLst>
                                    </p:anim>
                                    <p:animEffect transition="out" filter="fade">
                                      <p:cBhvr>
                                        <p:cTn id="60" dur="500"/>
                                        <p:tgtEl>
                                          <p:spTgt spid="13">
                                            <p:txEl>
                                              <p:pRg st="0" end="0"/>
                                            </p:txEl>
                                          </p:spTgt>
                                        </p:tgtEl>
                                      </p:cBhvr>
                                    </p:animEffect>
                                    <p:set>
                                      <p:cBhvr>
                                        <p:cTn id="61" dur="1" fill="hold">
                                          <p:stCondLst>
                                            <p:cond delay="499"/>
                                          </p:stCondLst>
                                        </p:cTn>
                                        <p:tgtEl>
                                          <p:spTgt spid="13">
                                            <p:txEl>
                                              <p:pRg st="0" end="0"/>
                                            </p:txEl>
                                          </p:spTgt>
                                        </p:tgtEl>
                                        <p:attrNameLst>
                                          <p:attrName>style.visibility</p:attrName>
                                        </p:attrNameLst>
                                      </p:cBhvr>
                                      <p:to>
                                        <p:strVal val="hidden"/>
                                      </p:to>
                                    </p:set>
                                  </p:childTnLst>
                                </p:cTn>
                              </p:par>
                              <p:par>
                                <p:cTn id="62" presetID="53" presetClass="exit" presetSubtype="32" fill="hold" grpId="1" nodeType="withEffect">
                                  <p:stCondLst>
                                    <p:cond delay="0"/>
                                  </p:stCondLst>
                                  <p:iterate type="wd">
                                    <p:tmPct val="0"/>
                                  </p:iterate>
                                  <p:childTnLst>
                                    <p:anim calcmode="lin" valueType="num">
                                      <p:cBhvr>
                                        <p:cTn id="63" dur="500"/>
                                        <p:tgtEl>
                                          <p:spTgt spid="13">
                                            <p:txEl>
                                              <p:pRg st="2" end="2"/>
                                            </p:txEl>
                                          </p:spTgt>
                                        </p:tgtEl>
                                        <p:attrNameLst>
                                          <p:attrName>ppt_w</p:attrName>
                                        </p:attrNameLst>
                                      </p:cBhvr>
                                      <p:tavLst>
                                        <p:tav tm="0">
                                          <p:val>
                                            <p:strVal val="ppt_w"/>
                                          </p:val>
                                        </p:tav>
                                        <p:tav tm="100000">
                                          <p:val>
                                            <p:fltVal val="0"/>
                                          </p:val>
                                        </p:tav>
                                      </p:tavLst>
                                    </p:anim>
                                    <p:anim calcmode="lin" valueType="num">
                                      <p:cBhvr>
                                        <p:cTn id="64" dur="500"/>
                                        <p:tgtEl>
                                          <p:spTgt spid="13">
                                            <p:txEl>
                                              <p:pRg st="2" end="2"/>
                                            </p:txEl>
                                          </p:spTgt>
                                        </p:tgtEl>
                                        <p:attrNameLst>
                                          <p:attrName>ppt_h</p:attrName>
                                        </p:attrNameLst>
                                      </p:cBhvr>
                                      <p:tavLst>
                                        <p:tav tm="0">
                                          <p:val>
                                            <p:strVal val="ppt_h"/>
                                          </p:val>
                                        </p:tav>
                                        <p:tav tm="100000">
                                          <p:val>
                                            <p:fltVal val="0"/>
                                          </p:val>
                                        </p:tav>
                                      </p:tavLst>
                                    </p:anim>
                                    <p:animEffect transition="out" filter="fade">
                                      <p:cBhvr>
                                        <p:cTn id="65" dur="500"/>
                                        <p:tgtEl>
                                          <p:spTgt spid="13">
                                            <p:txEl>
                                              <p:pRg st="2" end="2"/>
                                            </p:txEl>
                                          </p:spTgt>
                                        </p:tgtEl>
                                      </p:cBhvr>
                                    </p:animEffect>
                                    <p:set>
                                      <p:cBhvr>
                                        <p:cTn id="66" dur="1" fill="hold">
                                          <p:stCondLst>
                                            <p:cond delay="499"/>
                                          </p:stCondLst>
                                        </p:cTn>
                                        <p:tgtEl>
                                          <p:spTgt spid="13">
                                            <p:txEl>
                                              <p:pRg st="2" end="2"/>
                                            </p:txEl>
                                          </p:spTgt>
                                        </p:tgtEl>
                                        <p:attrNameLst>
                                          <p:attrName>style.visibility</p:attrName>
                                        </p:attrNameLst>
                                      </p:cBhvr>
                                      <p:to>
                                        <p:strVal val="hidden"/>
                                      </p:to>
                                    </p:set>
                                  </p:childTnLst>
                                </p:cTn>
                              </p:par>
                              <p:par>
                                <p:cTn id="67" presetID="53" presetClass="exit" presetSubtype="32" fill="hold" grpId="1" nodeType="withEffect">
                                  <p:stCondLst>
                                    <p:cond delay="0"/>
                                  </p:stCondLst>
                                  <p:iterate type="wd">
                                    <p:tmPct val="0"/>
                                  </p:iterate>
                                  <p:childTnLst>
                                    <p:anim calcmode="lin" valueType="num">
                                      <p:cBhvr>
                                        <p:cTn id="68" dur="500"/>
                                        <p:tgtEl>
                                          <p:spTgt spid="13">
                                            <p:txEl>
                                              <p:pRg st="4" end="4"/>
                                            </p:txEl>
                                          </p:spTgt>
                                        </p:tgtEl>
                                        <p:attrNameLst>
                                          <p:attrName>ppt_w</p:attrName>
                                        </p:attrNameLst>
                                      </p:cBhvr>
                                      <p:tavLst>
                                        <p:tav tm="0">
                                          <p:val>
                                            <p:strVal val="ppt_w"/>
                                          </p:val>
                                        </p:tav>
                                        <p:tav tm="100000">
                                          <p:val>
                                            <p:fltVal val="0"/>
                                          </p:val>
                                        </p:tav>
                                      </p:tavLst>
                                    </p:anim>
                                    <p:anim calcmode="lin" valueType="num">
                                      <p:cBhvr>
                                        <p:cTn id="69" dur="500"/>
                                        <p:tgtEl>
                                          <p:spTgt spid="13">
                                            <p:txEl>
                                              <p:pRg st="4" end="4"/>
                                            </p:txEl>
                                          </p:spTgt>
                                        </p:tgtEl>
                                        <p:attrNameLst>
                                          <p:attrName>ppt_h</p:attrName>
                                        </p:attrNameLst>
                                      </p:cBhvr>
                                      <p:tavLst>
                                        <p:tav tm="0">
                                          <p:val>
                                            <p:strVal val="ppt_h"/>
                                          </p:val>
                                        </p:tav>
                                        <p:tav tm="100000">
                                          <p:val>
                                            <p:fltVal val="0"/>
                                          </p:val>
                                        </p:tav>
                                      </p:tavLst>
                                    </p:anim>
                                    <p:animEffect transition="out" filter="fade">
                                      <p:cBhvr>
                                        <p:cTn id="70" dur="500"/>
                                        <p:tgtEl>
                                          <p:spTgt spid="13">
                                            <p:txEl>
                                              <p:pRg st="4" end="4"/>
                                            </p:txEl>
                                          </p:spTgt>
                                        </p:tgtEl>
                                      </p:cBhvr>
                                    </p:animEffect>
                                    <p:set>
                                      <p:cBhvr>
                                        <p:cTn id="71" dur="1" fill="hold">
                                          <p:stCondLst>
                                            <p:cond delay="499"/>
                                          </p:stCondLst>
                                        </p:cTn>
                                        <p:tgtEl>
                                          <p:spTgt spid="13">
                                            <p:txEl>
                                              <p:pRg st="4" end="4"/>
                                            </p:txEl>
                                          </p:spTgt>
                                        </p:tgtEl>
                                        <p:attrNameLst>
                                          <p:attrName>style.visibility</p:attrName>
                                        </p:attrNameLst>
                                      </p:cBhvr>
                                      <p:to>
                                        <p:strVal val="hidden"/>
                                      </p:to>
                                    </p:set>
                                  </p:childTnLst>
                                </p:cTn>
                              </p:par>
                              <p:par>
                                <p:cTn id="72" presetID="53" presetClass="exit" presetSubtype="32" fill="hold" grpId="1" nodeType="withEffect">
                                  <p:stCondLst>
                                    <p:cond delay="0"/>
                                  </p:stCondLst>
                                  <p:iterate type="wd">
                                    <p:tmPct val="0"/>
                                  </p:iterate>
                                  <p:childTnLst>
                                    <p:anim calcmode="lin" valueType="num">
                                      <p:cBhvr>
                                        <p:cTn id="73" dur="500"/>
                                        <p:tgtEl>
                                          <p:spTgt spid="13">
                                            <p:txEl>
                                              <p:pRg st="6" end="6"/>
                                            </p:txEl>
                                          </p:spTgt>
                                        </p:tgtEl>
                                        <p:attrNameLst>
                                          <p:attrName>ppt_w</p:attrName>
                                        </p:attrNameLst>
                                      </p:cBhvr>
                                      <p:tavLst>
                                        <p:tav tm="0">
                                          <p:val>
                                            <p:strVal val="ppt_w"/>
                                          </p:val>
                                        </p:tav>
                                        <p:tav tm="100000">
                                          <p:val>
                                            <p:fltVal val="0"/>
                                          </p:val>
                                        </p:tav>
                                      </p:tavLst>
                                    </p:anim>
                                    <p:anim calcmode="lin" valueType="num">
                                      <p:cBhvr>
                                        <p:cTn id="74" dur="500"/>
                                        <p:tgtEl>
                                          <p:spTgt spid="13">
                                            <p:txEl>
                                              <p:pRg st="6" end="6"/>
                                            </p:txEl>
                                          </p:spTgt>
                                        </p:tgtEl>
                                        <p:attrNameLst>
                                          <p:attrName>ppt_h</p:attrName>
                                        </p:attrNameLst>
                                      </p:cBhvr>
                                      <p:tavLst>
                                        <p:tav tm="0">
                                          <p:val>
                                            <p:strVal val="ppt_h"/>
                                          </p:val>
                                        </p:tav>
                                        <p:tav tm="100000">
                                          <p:val>
                                            <p:fltVal val="0"/>
                                          </p:val>
                                        </p:tav>
                                      </p:tavLst>
                                    </p:anim>
                                    <p:animEffect transition="out" filter="fade">
                                      <p:cBhvr>
                                        <p:cTn id="75" dur="500"/>
                                        <p:tgtEl>
                                          <p:spTgt spid="13">
                                            <p:txEl>
                                              <p:pRg st="6" end="6"/>
                                            </p:txEl>
                                          </p:spTgt>
                                        </p:tgtEl>
                                      </p:cBhvr>
                                    </p:animEffect>
                                    <p:set>
                                      <p:cBhvr>
                                        <p:cTn id="76" dur="1" fill="hold">
                                          <p:stCondLst>
                                            <p:cond delay="499"/>
                                          </p:stCondLst>
                                        </p:cTn>
                                        <p:tgtEl>
                                          <p:spTgt spid="13">
                                            <p:txEl>
                                              <p:pRg st="6" end="6"/>
                                            </p:txEl>
                                          </p:spTgt>
                                        </p:tgtEl>
                                        <p:attrNameLst>
                                          <p:attrName>style.visibility</p:attrName>
                                        </p:attrNameLst>
                                      </p:cBhvr>
                                      <p:to>
                                        <p:strVal val="hidden"/>
                                      </p:to>
                                    </p:set>
                                  </p:childTnLst>
                                </p:cTn>
                              </p:par>
                              <p:par>
                                <p:cTn id="77" presetID="53" presetClass="exit" presetSubtype="32" fill="hold" grpId="1" nodeType="withEffect">
                                  <p:stCondLst>
                                    <p:cond delay="0"/>
                                  </p:stCondLst>
                                  <p:iterate type="wd">
                                    <p:tmPct val="0"/>
                                  </p:iterate>
                                  <p:childTnLst>
                                    <p:anim calcmode="lin" valueType="num">
                                      <p:cBhvr>
                                        <p:cTn id="78" dur="500"/>
                                        <p:tgtEl>
                                          <p:spTgt spid="13">
                                            <p:txEl>
                                              <p:pRg st="8" end="8"/>
                                            </p:txEl>
                                          </p:spTgt>
                                        </p:tgtEl>
                                        <p:attrNameLst>
                                          <p:attrName>ppt_w</p:attrName>
                                        </p:attrNameLst>
                                      </p:cBhvr>
                                      <p:tavLst>
                                        <p:tav tm="0">
                                          <p:val>
                                            <p:strVal val="ppt_w"/>
                                          </p:val>
                                        </p:tav>
                                        <p:tav tm="100000">
                                          <p:val>
                                            <p:fltVal val="0"/>
                                          </p:val>
                                        </p:tav>
                                      </p:tavLst>
                                    </p:anim>
                                    <p:anim calcmode="lin" valueType="num">
                                      <p:cBhvr>
                                        <p:cTn id="79" dur="500"/>
                                        <p:tgtEl>
                                          <p:spTgt spid="13">
                                            <p:txEl>
                                              <p:pRg st="8" end="8"/>
                                            </p:txEl>
                                          </p:spTgt>
                                        </p:tgtEl>
                                        <p:attrNameLst>
                                          <p:attrName>ppt_h</p:attrName>
                                        </p:attrNameLst>
                                      </p:cBhvr>
                                      <p:tavLst>
                                        <p:tav tm="0">
                                          <p:val>
                                            <p:strVal val="ppt_h"/>
                                          </p:val>
                                        </p:tav>
                                        <p:tav tm="100000">
                                          <p:val>
                                            <p:fltVal val="0"/>
                                          </p:val>
                                        </p:tav>
                                      </p:tavLst>
                                    </p:anim>
                                    <p:animEffect transition="out" filter="fade">
                                      <p:cBhvr>
                                        <p:cTn id="80" dur="500"/>
                                        <p:tgtEl>
                                          <p:spTgt spid="13">
                                            <p:txEl>
                                              <p:pRg st="8" end="8"/>
                                            </p:txEl>
                                          </p:spTgt>
                                        </p:tgtEl>
                                      </p:cBhvr>
                                    </p:animEffect>
                                    <p:set>
                                      <p:cBhvr>
                                        <p:cTn id="81" dur="1" fill="hold">
                                          <p:stCondLst>
                                            <p:cond delay="499"/>
                                          </p:stCondLst>
                                        </p:cTn>
                                        <p:tgtEl>
                                          <p:spTgt spid="13">
                                            <p:txEl>
                                              <p:pRg st="8" end="8"/>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12" grpId="0" build="allAtOnce"/>
      <p:bldP spid="12" grpId="1" build="allAtOnce"/>
      <p:bldP spid="13" grpId="0" build="allAtOnce"/>
      <p:bldP spid="13" grpId="1" build="allAtOnce"/>
    </p:bld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5B980E57-1B41-C675-879F-2069A99BD893}"/>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31F6B221-AAD2-E095-8D95-5F4A48CD618C}"/>
              </a:ext>
            </a:extLst>
          </p:cNvPr>
          <p:cNvSpPr/>
          <p:nvPr/>
        </p:nvSpPr>
        <p:spPr>
          <a:xfrm>
            <a:off x="1219473" y="1289227"/>
            <a:ext cx="6705054" cy="521485"/>
          </a:xfrm>
          <a:prstGeom prst="roundRect">
            <a:avLst/>
          </a:prstGeom>
          <a:solidFill>
            <a:srgbClr val="00FF66">
              <a:alpha val="15000"/>
            </a:srgbClr>
          </a:solidFill>
          <a:ln w="25400">
            <a:solidFill>
              <a:srgbClr val="00FF66"/>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CE4FCF6-F189-6EB7-3B41-50F5B62467A7}"/>
              </a:ext>
            </a:extLst>
          </p:cNvPr>
          <p:cNvSpPr/>
          <p:nvPr/>
        </p:nvSpPr>
        <p:spPr>
          <a:xfrm>
            <a:off x="274318" y="6191790"/>
            <a:ext cx="8595360" cy="45719"/>
          </a:xfrm>
          <a:prstGeom prst="rect">
            <a:avLst/>
          </a:prstGeom>
          <a:solidFill>
            <a:srgbClr val="00FF66"/>
          </a:solidFill>
          <a:ln>
            <a:solidFill>
              <a:srgbClr val="00F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A69A59D-775E-109C-1BE6-54BBC67B6774}"/>
              </a:ext>
            </a:extLst>
          </p:cNvPr>
          <p:cNvSpPr/>
          <p:nvPr/>
        </p:nvSpPr>
        <p:spPr>
          <a:xfrm>
            <a:off x="274319" y="497840"/>
            <a:ext cx="8595360" cy="45719"/>
          </a:xfrm>
          <a:prstGeom prst="rect">
            <a:avLst/>
          </a:prstGeom>
          <a:solidFill>
            <a:srgbClr val="00FF66"/>
          </a:solidFill>
          <a:ln>
            <a:solidFill>
              <a:srgbClr val="00F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2A545BEF-0D5E-855F-A110-00BE7EAD7310}"/>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E2A3A3F9-B802-EB0E-81C1-B68D38684870}"/>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323C0214-D57E-BF5A-5C7E-232610CA1E39}"/>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6" name="Rounded Rectangle 5">
            <a:extLst>
              <a:ext uri="{FF2B5EF4-FFF2-40B4-BE49-F238E27FC236}">
                <a16:creationId xmlns:a16="http://schemas.microsoft.com/office/drawing/2014/main" id="{85E7E0C5-625A-C712-5CE0-54794EFD05D7}"/>
              </a:ext>
            </a:extLst>
          </p:cNvPr>
          <p:cNvSpPr/>
          <p:nvPr/>
        </p:nvSpPr>
        <p:spPr>
          <a:xfrm>
            <a:off x="1219473" y="2128519"/>
            <a:ext cx="6705054" cy="3405717"/>
          </a:xfrm>
          <a:prstGeom prst="roundRect">
            <a:avLst>
              <a:gd name="adj" fmla="val 2049"/>
            </a:avLst>
          </a:prstGeom>
          <a:solidFill>
            <a:srgbClr val="00FF66">
              <a:alpha val="15000"/>
            </a:srgbClr>
          </a:solidFill>
          <a:ln w="25400">
            <a:solidFill>
              <a:srgbClr val="00FF66"/>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5466A52-3F2F-497D-B931-490408E7962A}"/>
              </a:ext>
            </a:extLst>
          </p:cNvPr>
          <p:cNvSpPr txBox="1"/>
          <p:nvPr/>
        </p:nvSpPr>
        <p:spPr>
          <a:xfrm>
            <a:off x="1184078" y="134904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How PoSy Works</a:t>
            </a:r>
            <a:endParaRPr lang="en-US" sz="2000" b="1" spc="300" dirty="0">
              <a:solidFill>
                <a:schemeClr val="bg1"/>
              </a:solidFill>
              <a:latin typeface="Orbitron Black" pitchFamily="2" charset="0"/>
            </a:endParaRPr>
          </a:p>
        </p:txBody>
      </p:sp>
      <p:sp>
        <p:nvSpPr>
          <p:cNvPr id="8" name="TextBox 7">
            <a:extLst>
              <a:ext uri="{FF2B5EF4-FFF2-40B4-BE49-F238E27FC236}">
                <a16:creationId xmlns:a16="http://schemas.microsoft.com/office/drawing/2014/main" id="{E72F75D3-70AB-059A-BB59-9C61A633956A}"/>
              </a:ext>
            </a:extLst>
          </p:cNvPr>
          <p:cNvSpPr txBox="1"/>
          <p:nvPr/>
        </p:nvSpPr>
        <p:spPr>
          <a:xfrm>
            <a:off x="1219473" y="2549905"/>
            <a:ext cx="7040607" cy="2446824"/>
          </a:xfrm>
          <a:prstGeom prst="rect">
            <a:avLst/>
          </a:prstGeom>
          <a:noFill/>
        </p:spPr>
        <p:txBody>
          <a:bodyPr wrap="square" rtlCol="0" anchor="ctr">
            <a:spAutoFit/>
          </a:bodyPr>
          <a:lstStyle/>
          <a:p>
            <a:r>
              <a:rPr lang="en-US" sz="1700" dirty="0">
                <a:solidFill>
                  <a:schemeClr val="bg1"/>
                </a:solidFill>
                <a:latin typeface="Inter" panose="02000503000000020004" pitchFamily="2" charset="0"/>
                <a:ea typeface="Inter" panose="02000503000000020004" pitchFamily="2" charset="0"/>
              </a:rPr>
              <a:t>Validators are placed into clusters</a:t>
            </a:r>
          </a:p>
          <a:p>
            <a:endParaRPr lang="en-US" sz="1700" dirty="0">
              <a:solidFill>
                <a:schemeClr val="bg1"/>
              </a:solidFill>
              <a:latin typeface="Inter" panose="02000503000000020004" pitchFamily="2" charset="0"/>
              <a:ea typeface="Inter" panose="02000503000000020004" pitchFamily="2" charset="0"/>
            </a:endParaRPr>
          </a:p>
          <a:p>
            <a:r>
              <a:rPr lang="en-US" sz="1700" dirty="0">
                <a:solidFill>
                  <a:schemeClr val="bg1"/>
                </a:solidFill>
                <a:latin typeface="Inter" panose="02000503000000020004" pitchFamily="2" charset="0"/>
                <a:ea typeface="Inter" panose="02000503000000020004" pitchFamily="2" charset="0"/>
              </a:rPr>
              <a:t>Clusters validate, propose, and finalize blocks together</a:t>
            </a:r>
          </a:p>
          <a:p>
            <a:endParaRPr lang="en-US" sz="1700" dirty="0">
              <a:solidFill>
                <a:schemeClr val="bg1"/>
              </a:solidFill>
              <a:latin typeface="Inter" panose="02000503000000020004" pitchFamily="2" charset="0"/>
              <a:ea typeface="Inter" panose="02000503000000020004" pitchFamily="2" charset="0"/>
            </a:endParaRPr>
          </a:p>
          <a:p>
            <a:r>
              <a:rPr lang="en-US" sz="1700" dirty="0">
                <a:solidFill>
                  <a:schemeClr val="bg1"/>
                </a:solidFill>
                <a:latin typeface="Inter" panose="02000503000000020004" pitchFamily="2" charset="0"/>
                <a:ea typeface="Inter" panose="02000503000000020004" pitchFamily="2" charset="0"/>
              </a:rPr>
              <a:t>Rewards depend on collective performance</a:t>
            </a:r>
          </a:p>
          <a:p>
            <a:endParaRPr lang="en-US" sz="1700" dirty="0">
              <a:solidFill>
                <a:schemeClr val="bg1"/>
              </a:solidFill>
              <a:latin typeface="Inter" panose="02000503000000020004" pitchFamily="2" charset="0"/>
              <a:ea typeface="Inter" panose="02000503000000020004" pitchFamily="2" charset="0"/>
            </a:endParaRPr>
          </a:p>
          <a:p>
            <a:r>
              <a:rPr lang="en-US" sz="1700" dirty="0">
                <a:solidFill>
                  <a:schemeClr val="bg1"/>
                </a:solidFill>
                <a:latin typeface="Inter" panose="02000503000000020004" pitchFamily="2" charset="0"/>
                <a:ea typeface="Inter" panose="02000503000000020004" pitchFamily="2" charset="0"/>
              </a:rPr>
              <a:t>Clusters are periodically reorganized</a:t>
            </a:r>
          </a:p>
          <a:p>
            <a:endParaRPr lang="en-US" sz="1700" dirty="0">
              <a:solidFill>
                <a:schemeClr val="bg1"/>
              </a:solidFill>
              <a:latin typeface="Inter" panose="02000503000000020004" pitchFamily="2" charset="0"/>
              <a:ea typeface="Inter" panose="02000503000000020004" pitchFamily="2" charset="0"/>
            </a:endParaRPr>
          </a:p>
          <a:p>
            <a:r>
              <a:rPr lang="en-US" sz="1700" dirty="0">
                <a:solidFill>
                  <a:schemeClr val="bg1"/>
                </a:solidFill>
                <a:latin typeface="Inter" panose="02000503000000020004" pitchFamily="2" charset="0"/>
                <a:ea typeface="Inter" panose="02000503000000020004" pitchFamily="2" charset="0"/>
              </a:rPr>
              <a:t>Each validator’s influence is determined by their Synergy Score</a:t>
            </a:r>
          </a:p>
        </p:txBody>
      </p:sp>
    </p:spTree>
    <p:extLst>
      <p:ext uri="{BB962C8B-B14F-4D97-AF65-F5344CB8AC3E}">
        <p14:creationId xmlns:p14="http://schemas.microsoft.com/office/powerpoint/2010/main" val="21480238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ou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p:cTn id="17"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iterate type="wd">
                                    <p:tmPct val="10000"/>
                                  </p:iterate>
                                  <p:childTnLst>
                                    <p:set>
                                      <p:cBhvr>
                                        <p:cTn id="23" dur="1" fill="hold">
                                          <p:stCondLst>
                                            <p:cond delay="0"/>
                                          </p:stCondLst>
                                        </p:cTn>
                                        <p:tgtEl>
                                          <p:spTgt spid="8">
                                            <p:txEl>
                                              <p:pRg st="0" end="0"/>
                                            </p:txEl>
                                          </p:spTgt>
                                        </p:tgtEl>
                                        <p:attrNameLst>
                                          <p:attrName>style.visibility</p:attrName>
                                        </p:attrNameLst>
                                      </p:cBhvr>
                                      <p:to>
                                        <p:strVal val="visible"/>
                                      </p:to>
                                    </p:set>
                                    <p:anim calcmode="lin" valueType="num">
                                      <p:cBhvr additive="base">
                                        <p:cTn id="24"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down)">
                                      <p:cBhvr>
                                        <p:cTn id="25" dur="500"/>
                                        <p:tgtEl>
                                          <p:spTgt spid="8">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iterate type="wd">
                                    <p:tmPct val="10000"/>
                                  </p:iterate>
                                  <p:childTnLst>
                                    <p:set>
                                      <p:cBhvr>
                                        <p:cTn id="29" dur="1" fill="hold">
                                          <p:stCondLst>
                                            <p:cond delay="0"/>
                                          </p:stCondLst>
                                        </p:cTn>
                                        <p:tgtEl>
                                          <p:spTgt spid="8">
                                            <p:txEl>
                                              <p:pRg st="2" end="2"/>
                                            </p:txEl>
                                          </p:spTgt>
                                        </p:tgtEl>
                                        <p:attrNameLst>
                                          <p:attrName>style.visibility</p:attrName>
                                        </p:attrNameLst>
                                      </p:cBhvr>
                                      <p:to>
                                        <p:strVal val="visible"/>
                                      </p:to>
                                    </p:set>
                                    <p:anim calcmode="lin" valueType="num">
                                      <p:cBhvr additive="base">
                                        <p:cTn id="30" dur="500"/>
                                        <p:tgtEl>
                                          <p:spTgt spid="8">
                                            <p:txEl>
                                              <p:pRg st="2" end="2"/>
                                            </p:txEl>
                                          </p:spTgt>
                                        </p:tgtEl>
                                        <p:attrNameLst>
                                          <p:attrName>ppt_y</p:attrName>
                                        </p:attrNameLst>
                                      </p:cBhvr>
                                      <p:tavLst>
                                        <p:tav tm="0">
                                          <p:val>
                                            <p:strVal val="#ppt_y-#ppt_h*1.125000"/>
                                          </p:val>
                                        </p:tav>
                                        <p:tav tm="100000">
                                          <p:val>
                                            <p:strVal val="#ppt_y"/>
                                          </p:val>
                                        </p:tav>
                                      </p:tavLst>
                                    </p:anim>
                                    <p:animEffect transition="in" filter="wipe(down)">
                                      <p:cBhvr>
                                        <p:cTn id="31" dur="500"/>
                                        <p:tgtEl>
                                          <p:spTgt spid="8">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iterate type="wd">
                                    <p:tmPct val="10000"/>
                                  </p:iterate>
                                  <p:childTnLst>
                                    <p:set>
                                      <p:cBhvr>
                                        <p:cTn id="35" dur="1" fill="hold">
                                          <p:stCondLst>
                                            <p:cond delay="0"/>
                                          </p:stCondLst>
                                        </p:cTn>
                                        <p:tgtEl>
                                          <p:spTgt spid="8">
                                            <p:txEl>
                                              <p:pRg st="4" end="4"/>
                                            </p:txEl>
                                          </p:spTgt>
                                        </p:tgtEl>
                                        <p:attrNameLst>
                                          <p:attrName>style.visibility</p:attrName>
                                        </p:attrNameLst>
                                      </p:cBhvr>
                                      <p:to>
                                        <p:strVal val="visible"/>
                                      </p:to>
                                    </p:set>
                                    <p:anim calcmode="lin" valueType="num">
                                      <p:cBhvr additive="base">
                                        <p:cTn id="36" dur="500"/>
                                        <p:tgtEl>
                                          <p:spTgt spid="8">
                                            <p:txEl>
                                              <p:pRg st="4" end="4"/>
                                            </p:txEl>
                                          </p:spTgt>
                                        </p:tgtEl>
                                        <p:attrNameLst>
                                          <p:attrName>ppt_y</p:attrName>
                                        </p:attrNameLst>
                                      </p:cBhvr>
                                      <p:tavLst>
                                        <p:tav tm="0">
                                          <p:val>
                                            <p:strVal val="#ppt_y-#ppt_h*1.125000"/>
                                          </p:val>
                                        </p:tav>
                                        <p:tav tm="100000">
                                          <p:val>
                                            <p:strVal val="#ppt_y"/>
                                          </p:val>
                                        </p:tav>
                                      </p:tavLst>
                                    </p:anim>
                                    <p:animEffect transition="in" filter="wipe(down)">
                                      <p:cBhvr>
                                        <p:cTn id="37" dur="500"/>
                                        <p:tgtEl>
                                          <p:spTgt spid="8">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wd">
                                    <p:tmPct val="10000"/>
                                  </p:iterate>
                                  <p:childTnLst>
                                    <p:set>
                                      <p:cBhvr>
                                        <p:cTn id="41" dur="1" fill="hold">
                                          <p:stCondLst>
                                            <p:cond delay="0"/>
                                          </p:stCondLst>
                                        </p:cTn>
                                        <p:tgtEl>
                                          <p:spTgt spid="8">
                                            <p:txEl>
                                              <p:pRg st="6" end="6"/>
                                            </p:txEl>
                                          </p:spTgt>
                                        </p:tgtEl>
                                        <p:attrNameLst>
                                          <p:attrName>style.visibility</p:attrName>
                                        </p:attrNameLst>
                                      </p:cBhvr>
                                      <p:to>
                                        <p:strVal val="visible"/>
                                      </p:to>
                                    </p:set>
                                    <p:anim calcmode="lin" valueType="num">
                                      <p:cBhvr additive="base">
                                        <p:cTn id="42" dur="500"/>
                                        <p:tgtEl>
                                          <p:spTgt spid="8">
                                            <p:txEl>
                                              <p:pRg st="6" end="6"/>
                                            </p:txEl>
                                          </p:spTgt>
                                        </p:tgtEl>
                                        <p:attrNameLst>
                                          <p:attrName>ppt_y</p:attrName>
                                        </p:attrNameLst>
                                      </p:cBhvr>
                                      <p:tavLst>
                                        <p:tav tm="0">
                                          <p:val>
                                            <p:strVal val="#ppt_y-#ppt_h*1.125000"/>
                                          </p:val>
                                        </p:tav>
                                        <p:tav tm="100000">
                                          <p:val>
                                            <p:strVal val="#ppt_y"/>
                                          </p:val>
                                        </p:tav>
                                      </p:tavLst>
                                    </p:anim>
                                    <p:animEffect transition="in" filter="wipe(down)">
                                      <p:cBhvr>
                                        <p:cTn id="43" dur="500"/>
                                        <p:tgtEl>
                                          <p:spTgt spid="8">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grpId="0" nodeType="clickEffect">
                                  <p:stCondLst>
                                    <p:cond delay="0"/>
                                  </p:stCondLst>
                                  <p:iterate type="wd">
                                    <p:tmPct val="10000"/>
                                  </p:iterate>
                                  <p:childTnLst>
                                    <p:set>
                                      <p:cBhvr>
                                        <p:cTn id="47" dur="1" fill="hold">
                                          <p:stCondLst>
                                            <p:cond delay="0"/>
                                          </p:stCondLst>
                                        </p:cTn>
                                        <p:tgtEl>
                                          <p:spTgt spid="8">
                                            <p:txEl>
                                              <p:pRg st="8" end="8"/>
                                            </p:txEl>
                                          </p:spTgt>
                                        </p:tgtEl>
                                        <p:attrNameLst>
                                          <p:attrName>style.visibility</p:attrName>
                                        </p:attrNameLst>
                                      </p:cBhvr>
                                      <p:to>
                                        <p:strVal val="visible"/>
                                      </p:to>
                                    </p:set>
                                    <p:anim calcmode="lin" valueType="num">
                                      <p:cBhvr additive="base">
                                        <p:cTn id="48" dur="500"/>
                                        <p:tgtEl>
                                          <p:spTgt spid="8">
                                            <p:txEl>
                                              <p:pRg st="8" end="8"/>
                                            </p:txEl>
                                          </p:spTgt>
                                        </p:tgtEl>
                                        <p:attrNameLst>
                                          <p:attrName>ppt_y</p:attrName>
                                        </p:attrNameLst>
                                      </p:cBhvr>
                                      <p:tavLst>
                                        <p:tav tm="0">
                                          <p:val>
                                            <p:strVal val="#ppt_y-#ppt_h*1.125000"/>
                                          </p:val>
                                        </p:tav>
                                        <p:tav tm="100000">
                                          <p:val>
                                            <p:strVal val="#ppt_y"/>
                                          </p:val>
                                        </p:tav>
                                      </p:tavLst>
                                    </p:anim>
                                    <p:animEffect transition="in" filter="wipe(down)">
                                      <p:cBhvr>
                                        <p:cTn id="49" dur="500"/>
                                        <p:tgtEl>
                                          <p:spTgt spid="8">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xit" presetSubtype="32" fill="hold" grpId="1" nodeType="clickEffect">
                                  <p:stCondLst>
                                    <p:cond delay="0"/>
                                  </p:stCondLst>
                                  <p:childTnLst>
                                    <p:anim calcmode="lin" valueType="num">
                                      <p:cBhvr>
                                        <p:cTn id="53" dur="500"/>
                                        <p:tgtEl>
                                          <p:spTgt spid="5">
                                            <p:txEl>
                                              <p:pRg st="0" end="0"/>
                                            </p:txEl>
                                          </p:spTgt>
                                        </p:tgtEl>
                                        <p:attrNameLst>
                                          <p:attrName>ppt_w</p:attrName>
                                        </p:attrNameLst>
                                      </p:cBhvr>
                                      <p:tavLst>
                                        <p:tav tm="0">
                                          <p:val>
                                            <p:strVal val="ppt_w"/>
                                          </p:val>
                                        </p:tav>
                                        <p:tav tm="100000">
                                          <p:val>
                                            <p:fltVal val="0"/>
                                          </p:val>
                                        </p:tav>
                                      </p:tavLst>
                                    </p:anim>
                                    <p:anim calcmode="lin" valueType="num">
                                      <p:cBhvr>
                                        <p:cTn id="54" dur="500"/>
                                        <p:tgtEl>
                                          <p:spTgt spid="5">
                                            <p:txEl>
                                              <p:pRg st="0" end="0"/>
                                            </p:txEl>
                                          </p:spTgt>
                                        </p:tgtEl>
                                        <p:attrNameLst>
                                          <p:attrName>ppt_h</p:attrName>
                                        </p:attrNameLst>
                                      </p:cBhvr>
                                      <p:tavLst>
                                        <p:tav tm="0">
                                          <p:val>
                                            <p:strVal val="ppt_h"/>
                                          </p:val>
                                        </p:tav>
                                        <p:tav tm="100000">
                                          <p:val>
                                            <p:fltVal val="0"/>
                                          </p:val>
                                        </p:tav>
                                      </p:tavLst>
                                    </p:anim>
                                    <p:animEffect transition="out" filter="fade">
                                      <p:cBhvr>
                                        <p:cTn id="55" dur="500"/>
                                        <p:tgtEl>
                                          <p:spTgt spid="5">
                                            <p:txEl>
                                              <p:pRg st="0" end="0"/>
                                            </p:txEl>
                                          </p:spTgt>
                                        </p:tgtEl>
                                      </p:cBhvr>
                                    </p:animEffect>
                                    <p:set>
                                      <p:cBhvr>
                                        <p:cTn id="56" dur="1" fill="hold">
                                          <p:stCondLst>
                                            <p:cond delay="499"/>
                                          </p:stCondLst>
                                        </p:cTn>
                                        <p:tgtEl>
                                          <p:spTgt spid="5">
                                            <p:txEl>
                                              <p:pRg st="0" end="0"/>
                                            </p:txEl>
                                          </p:spTgt>
                                        </p:tgtEl>
                                        <p:attrNameLst>
                                          <p:attrName>style.visibility</p:attrName>
                                        </p:attrNameLst>
                                      </p:cBhvr>
                                      <p:to>
                                        <p:strVal val="hidden"/>
                                      </p:to>
                                    </p:set>
                                  </p:childTnLst>
                                </p:cTn>
                              </p:par>
                              <p:par>
                                <p:cTn id="57" presetID="53" presetClass="exit" presetSubtype="32" fill="hold" grpId="1" nodeType="withEffect">
                                  <p:stCondLst>
                                    <p:cond delay="0"/>
                                  </p:stCondLst>
                                  <p:iterate type="wd">
                                    <p:tmPct val="0"/>
                                  </p:iterate>
                                  <p:childTnLst>
                                    <p:anim calcmode="lin" valueType="num">
                                      <p:cBhvr>
                                        <p:cTn id="58" dur="500"/>
                                        <p:tgtEl>
                                          <p:spTgt spid="8">
                                            <p:txEl>
                                              <p:pRg st="0" end="0"/>
                                            </p:txEl>
                                          </p:spTgt>
                                        </p:tgtEl>
                                        <p:attrNameLst>
                                          <p:attrName>ppt_w</p:attrName>
                                        </p:attrNameLst>
                                      </p:cBhvr>
                                      <p:tavLst>
                                        <p:tav tm="0">
                                          <p:val>
                                            <p:strVal val="ppt_w"/>
                                          </p:val>
                                        </p:tav>
                                        <p:tav tm="100000">
                                          <p:val>
                                            <p:fltVal val="0"/>
                                          </p:val>
                                        </p:tav>
                                      </p:tavLst>
                                    </p:anim>
                                    <p:anim calcmode="lin" valueType="num">
                                      <p:cBhvr>
                                        <p:cTn id="59"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60" dur="500"/>
                                        <p:tgtEl>
                                          <p:spTgt spid="8">
                                            <p:txEl>
                                              <p:pRg st="0" end="0"/>
                                            </p:txEl>
                                          </p:spTgt>
                                        </p:tgtEl>
                                      </p:cBhvr>
                                    </p:animEffect>
                                    <p:set>
                                      <p:cBhvr>
                                        <p:cTn id="61" dur="1" fill="hold">
                                          <p:stCondLst>
                                            <p:cond delay="499"/>
                                          </p:stCondLst>
                                        </p:cTn>
                                        <p:tgtEl>
                                          <p:spTgt spid="8">
                                            <p:txEl>
                                              <p:pRg st="0" end="0"/>
                                            </p:txEl>
                                          </p:spTgt>
                                        </p:tgtEl>
                                        <p:attrNameLst>
                                          <p:attrName>style.visibility</p:attrName>
                                        </p:attrNameLst>
                                      </p:cBhvr>
                                      <p:to>
                                        <p:strVal val="hidden"/>
                                      </p:to>
                                    </p:set>
                                  </p:childTnLst>
                                </p:cTn>
                              </p:par>
                              <p:par>
                                <p:cTn id="62" presetID="53" presetClass="exit" presetSubtype="32" fill="hold" grpId="1" nodeType="withEffect">
                                  <p:stCondLst>
                                    <p:cond delay="0"/>
                                  </p:stCondLst>
                                  <p:iterate type="wd">
                                    <p:tmPct val="0"/>
                                  </p:iterate>
                                  <p:childTnLst>
                                    <p:anim calcmode="lin" valueType="num">
                                      <p:cBhvr>
                                        <p:cTn id="63" dur="500"/>
                                        <p:tgtEl>
                                          <p:spTgt spid="8">
                                            <p:txEl>
                                              <p:pRg st="2" end="2"/>
                                            </p:txEl>
                                          </p:spTgt>
                                        </p:tgtEl>
                                        <p:attrNameLst>
                                          <p:attrName>ppt_w</p:attrName>
                                        </p:attrNameLst>
                                      </p:cBhvr>
                                      <p:tavLst>
                                        <p:tav tm="0">
                                          <p:val>
                                            <p:strVal val="ppt_w"/>
                                          </p:val>
                                        </p:tav>
                                        <p:tav tm="100000">
                                          <p:val>
                                            <p:fltVal val="0"/>
                                          </p:val>
                                        </p:tav>
                                      </p:tavLst>
                                    </p:anim>
                                    <p:anim calcmode="lin" valueType="num">
                                      <p:cBhvr>
                                        <p:cTn id="64" dur="500"/>
                                        <p:tgtEl>
                                          <p:spTgt spid="8">
                                            <p:txEl>
                                              <p:pRg st="2" end="2"/>
                                            </p:txEl>
                                          </p:spTgt>
                                        </p:tgtEl>
                                        <p:attrNameLst>
                                          <p:attrName>ppt_h</p:attrName>
                                        </p:attrNameLst>
                                      </p:cBhvr>
                                      <p:tavLst>
                                        <p:tav tm="0">
                                          <p:val>
                                            <p:strVal val="ppt_h"/>
                                          </p:val>
                                        </p:tav>
                                        <p:tav tm="100000">
                                          <p:val>
                                            <p:fltVal val="0"/>
                                          </p:val>
                                        </p:tav>
                                      </p:tavLst>
                                    </p:anim>
                                    <p:animEffect transition="out" filter="fade">
                                      <p:cBhvr>
                                        <p:cTn id="65" dur="500"/>
                                        <p:tgtEl>
                                          <p:spTgt spid="8">
                                            <p:txEl>
                                              <p:pRg st="2" end="2"/>
                                            </p:txEl>
                                          </p:spTgt>
                                        </p:tgtEl>
                                      </p:cBhvr>
                                    </p:animEffect>
                                    <p:set>
                                      <p:cBhvr>
                                        <p:cTn id="66" dur="1" fill="hold">
                                          <p:stCondLst>
                                            <p:cond delay="499"/>
                                          </p:stCondLst>
                                        </p:cTn>
                                        <p:tgtEl>
                                          <p:spTgt spid="8">
                                            <p:txEl>
                                              <p:pRg st="2" end="2"/>
                                            </p:txEl>
                                          </p:spTgt>
                                        </p:tgtEl>
                                        <p:attrNameLst>
                                          <p:attrName>style.visibility</p:attrName>
                                        </p:attrNameLst>
                                      </p:cBhvr>
                                      <p:to>
                                        <p:strVal val="hidden"/>
                                      </p:to>
                                    </p:set>
                                  </p:childTnLst>
                                </p:cTn>
                              </p:par>
                              <p:par>
                                <p:cTn id="67" presetID="53" presetClass="exit" presetSubtype="32" fill="hold" grpId="1" nodeType="withEffect">
                                  <p:stCondLst>
                                    <p:cond delay="0"/>
                                  </p:stCondLst>
                                  <p:iterate type="wd">
                                    <p:tmPct val="0"/>
                                  </p:iterate>
                                  <p:childTnLst>
                                    <p:anim calcmode="lin" valueType="num">
                                      <p:cBhvr>
                                        <p:cTn id="68" dur="500"/>
                                        <p:tgtEl>
                                          <p:spTgt spid="8">
                                            <p:txEl>
                                              <p:pRg st="4" end="4"/>
                                            </p:txEl>
                                          </p:spTgt>
                                        </p:tgtEl>
                                        <p:attrNameLst>
                                          <p:attrName>ppt_w</p:attrName>
                                        </p:attrNameLst>
                                      </p:cBhvr>
                                      <p:tavLst>
                                        <p:tav tm="0">
                                          <p:val>
                                            <p:strVal val="ppt_w"/>
                                          </p:val>
                                        </p:tav>
                                        <p:tav tm="100000">
                                          <p:val>
                                            <p:fltVal val="0"/>
                                          </p:val>
                                        </p:tav>
                                      </p:tavLst>
                                    </p:anim>
                                    <p:anim calcmode="lin" valueType="num">
                                      <p:cBhvr>
                                        <p:cTn id="69" dur="500"/>
                                        <p:tgtEl>
                                          <p:spTgt spid="8">
                                            <p:txEl>
                                              <p:pRg st="4" end="4"/>
                                            </p:txEl>
                                          </p:spTgt>
                                        </p:tgtEl>
                                        <p:attrNameLst>
                                          <p:attrName>ppt_h</p:attrName>
                                        </p:attrNameLst>
                                      </p:cBhvr>
                                      <p:tavLst>
                                        <p:tav tm="0">
                                          <p:val>
                                            <p:strVal val="ppt_h"/>
                                          </p:val>
                                        </p:tav>
                                        <p:tav tm="100000">
                                          <p:val>
                                            <p:fltVal val="0"/>
                                          </p:val>
                                        </p:tav>
                                      </p:tavLst>
                                    </p:anim>
                                    <p:animEffect transition="out" filter="fade">
                                      <p:cBhvr>
                                        <p:cTn id="70" dur="500"/>
                                        <p:tgtEl>
                                          <p:spTgt spid="8">
                                            <p:txEl>
                                              <p:pRg st="4" end="4"/>
                                            </p:txEl>
                                          </p:spTgt>
                                        </p:tgtEl>
                                      </p:cBhvr>
                                    </p:animEffect>
                                    <p:set>
                                      <p:cBhvr>
                                        <p:cTn id="71" dur="1" fill="hold">
                                          <p:stCondLst>
                                            <p:cond delay="499"/>
                                          </p:stCondLst>
                                        </p:cTn>
                                        <p:tgtEl>
                                          <p:spTgt spid="8">
                                            <p:txEl>
                                              <p:pRg st="4" end="4"/>
                                            </p:txEl>
                                          </p:spTgt>
                                        </p:tgtEl>
                                        <p:attrNameLst>
                                          <p:attrName>style.visibility</p:attrName>
                                        </p:attrNameLst>
                                      </p:cBhvr>
                                      <p:to>
                                        <p:strVal val="hidden"/>
                                      </p:to>
                                    </p:set>
                                  </p:childTnLst>
                                </p:cTn>
                              </p:par>
                              <p:par>
                                <p:cTn id="72" presetID="53" presetClass="exit" presetSubtype="32" fill="hold" grpId="1" nodeType="withEffect">
                                  <p:stCondLst>
                                    <p:cond delay="0"/>
                                  </p:stCondLst>
                                  <p:iterate type="wd">
                                    <p:tmPct val="0"/>
                                  </p:iterate>
                                  <p:childTnLst>
                                    <p:anim calcmode="lin" valueType="num">
                                      <p:cBhvr>
                                        <p:cTn id="73" dur="500"/>
                                        <p:tgtEl>
                                          <p:spTgt spid="8">
                                            <p:txEl>
                                              <p:pRg st="6" end="6"/>
                                            </p:txEl>
                                          </p:spTgt>
                                        </p:tgtEl>
                                        <p:attrNameLst>
                                          <p:attrName>ppt_w</p:attrName>
                                        </p:attrNameLst>
                                      </p:cBhvr>
                                      <p:tavLst>
                                        <p:tav tm="0">
                                          <p:val>
                                            <p:strVal val="ppt_w"/>
                                          </p:val>
                                        </p:tav>
                                        <p:tav tm="100000">
                                          <p:val>
                                            <p:fltVal val="0"/>
                                          </p:val>
                                        </p:tav>
                                      </p:tavLst>
                                    </p:anim>
                                    <p:anim calcmode="lin" valueType="num">
                                      <p:cBhvr>
                                        <p:cTn id="74" dur="500"/>
                                        <p:tgtEl>
                                          <p:spTgt spid="8">
                                            <p:txEl>
                                              <p:pRg st="6" end="6"/>
                                            </p:txEl>
                                          </p:spTgt>
                                        </p:tgtEl>
                                        <p:attrNameLst>
                                          <p:attrName>ppt_h</p:attrName>
                                        </p:attrNameLst>
                                      </p:cBhvr>
                                      <p:tavLst>
                                        <p:tav tm="0">
                                          <p:val>
                                            <p:strVal val="ppt_h"/>
                                          </p:val>
                                        </p:tav>
                                        <p:tav tm="100000">
                                          <p:val>
                                            <p:fltVal val="0"/>
                                          </p:val>
                                        </p:tav>
                                      </p:tavLst>
                                    </p:anim>
                                    <p:animEffect transition="out" filter="fade">
                                      <p:cBhvr>
                                        <p:cTn id="75" dur="500"/>
                                        <p:tgtEl>
                                          <p:spTgt spid="8">
                                            <p:txEl>
                                              <p:pRg st="6" end="6"/>
                                            </p:txEl>
                                          </p:spTgt>
                                        </p:tgtEl>
                                      </p:cBhvr>
                                    </p:animEffect>
                                    <p:set>
                                      <p:cBhvr>
                                        <p:cTn id="76" dur="1" fill="hold">
                                          <p:stCondLst>
                                            <p:cond delay="499"/>
                                          </p:stCondLst>
                                        </p:cTn>
                                        <p:tgtEl>
                                          <p:spTgt spid="8">
                                            <p:txEl>
                                              <p:pRg st="6" end="6"/>
                                            </p:txEl>
                                          </p:spTgt>
                                        </p:tgtEl>
                                        <p:attrNameLst>
                                          <p:attrName>style.visibility</p:attrName>
                                        </p:attrNameLst>
                                      </p:cBhvr>
                                      <p:to>
                                        <p:strVal val="hidden"/>
                                      </p:to>
                                    </p:set>
                                  </p:childTnLst>
                                </p:cTn>
                              </p:par>
                              <p:par>
                                <p:cTn id="77" presetID="53" presetClass="exit" presetSubtype="32" fill="hold" grpId="1" nodeType="withEffect">
                                  <p:stCondLst>
                                    <p:cond delay="0"/>
                                  </p:stCondLst>
                                  <p:iterate type="wd">
                                    <p:tmPct val="0"/>
                                  </p:iterate>
                                  <p:childTnLst>
                                    <p:anim calcmode="lin" valueType="num">
                                      <p:cBhvr>
                                        <p:cTn id="78" dur="500"/>
                                        <p:tgtEl>
                                          <p:spTgt spid="8">
                                            <p:txEl>
                                              <p:pRg st="8" end="8"/>
                                            </p:txEl>
                                          </p:spTgt>
                                        </p:tgtEl>
                                        <p:attrNameLst>
                                          <p:attrName>ppt_w</p:attrName>
                                        </p:attrNameLst>
                                      </p:cBhvr>
                                      <p:tavLst>
                                        <p:tav tm="0">
                                          <p:val>
                                            <p:strVal val="ppt_w"/>
                                          </p:val>
                                        </p:tav>
                                        <p:tav tm="100000">
                                          <p:val>
                                            <p:fltVal val="0"/>
                                          </p:val>
                                        </p:tav>
                                      </p:tavLst>
                                    </p:anim>
                                    <p:anim calcmode="lin" valueType="num">
                                      <p:cBhvr>
                                        <p:cTn id="79" dur="500"/>
                                        <p:tgtEl>
                                          <p:spTgt spid="8">
                                            <p:txEl>
                                              <p:pRg st="8" end="8"/>
                                            </p:txEl>
                                          </p:spTgt>
                                        </p:tgtEl>
                                        <p:attrNameLst>
                                          <p:attrName>ppt_h</p:attrName>
                                        </p:attrNameLst>
                                      </p:cBhvr>
                                      <p:tavLst>
                                        <p:tav tm="0">
                                          <p:val>
                                            <p:strVal val="ppt_h"/>
                                          </p:val>
                                        </p:tav>
                                        <p:tav tm="100000">
                                          <p:val>
                                            <p:fltVal val="0"/>
                                          </p:val>
                                        </p:tav>
                                      </p:tavLst>
                                    </p:anim>
                                    <p:animEffect transition="out" filter="fade">
                                      <p:cBhvr>
                                        <p:cTn id="80" dur="500"/>
                                        <p:tgtEl>
                                          <p:spTgt spid="8">
                                            <p:txEl>
                                              <p:pRg st="8" end="8"/>
                                            </p:txEl>
                                          </p:spTgt>
                                        </p:tgtEl>
                                      </p:cBhvr>
                                    </p:animEffect>
                                    <p:set>
                                      <p:cBhvr>
                                        <p:cTn id="81" dur="1" fill="hold">
                                          <p:stCondLst>
                                            <p:cond delay="499"/>
                                          </p:stCondLst>
                                        </p:cTn>
                                        <p:tgtEl>
                                          <p:spTgt spid="8">
                                            <p:txEl>
                                              <p:pRg st="8" end="8"/>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5" grpId="0" build="allAtOnce"/>
      <p:bldP spid="5" grpId="1" build="allAtOnce"/>
      <p:bldP spid="8" grpId="0" build="allAtOnce"/>
      <p:bldP spid="8" grpId="1"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3B5AE818-3465-85EF-D8A4-64BDB1212331}"/>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39F718D6-45DA-4109-F005-DFCACCAA5C13}"/>
              </a:ext>
            </a:extLst>
          </p:cNvPr>
          <p:cNvSpPr/>
          <p:nvPr/>
        </p:nvSpPr>
        <p:spPr>
          <a:xfrm>
            <a:off x="1219473" y="1289227"/>
            <a:ext cx="6705054" cy="521485"/>
          </a:xfrm>
          <a:prstGeom prst="roundRect">
            <a:avLst/>
          </a:prstGeom>
          <a:solidFill>
            <a:srgbClr val="00FF66">
              <a:alpha val="15000"/>
            </a:srgbClr>
          </a:solidFill>
          <a:ln w="25400">
            <a:solidFill>
              <a:srgbClr val="00FF66"/>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E626E2F9-3AAE-1763-EE54-4B913B04ED39}"/>
              </a:ext>
            </a:extLst>
          </p:cNvPr>
          <p:cNvSpPr/>
          <p:nvPr/>
        </p:nvSpPr>
        <p:spPr>
          <a:xfrm>
            <a:off x="274318" y="6191790"/>
            <a:ext cx="8595360" cy="45719"/>
          </a:xfrm>
          <a:prstGeom prst="rect">
            <a:avLst/>
          </a:prstGeom>
          <a:solidFill>
            <a:srgbClr val="00FF66"/>
          </a:solidFill>
          <a:ln>
            <a:solidFill>
              <a:srgbClr val="00F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D801003-507A-313C-EBAC-45D1706354EA}"/>
              </a:ext>
            </a:extLst>
          </p:cNvPr>
          <p:cNvSpPr/>
          <p:nvPr/>
        </p:nvSpPr>
        <p:spPr>
          <a:xfrm>
            <a:off x="274319" y="497840"/>
            <a:ext cx="8595360" cy="45719"/>
          </a:xfrm>
          <a:prstGeom prst="rect">
            <a:avLst/>
          </a:prstGeom>
          <a:solidFill>
            <a:srgbClr val="00FF66"/>
          </a:solidFill>
          <a:ln>
            <a:solidFill>
              <a:srgbClr val="00F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B6CFF4CE-FCBD-1AB6-44B1-780B0B2F8833}"/>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43AB5542-641B-D687-3112-76F8C385ED3A}"/>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C76E044D-76C5-0CB2-6A9D-4BB4E3B6B0CF}"/>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6" name="Rounded Rectangle 5">
            <a:extLst>
              <a:ext uri="{FF2B5EF4-FFF2-40B4-BE49-F238E27FC236}">
                <a16:creationId xmlns:a16="http://schemas.microsoft.com/office/drawing/2014/main" id="{F0692C40-EAF0-B31A-1416-99A2C49AE99D}"/>
              </a:ext>
            </a:extLst>
          </p:cNvPr>
          <p:cNvSpPr/>
          <p:nvPr/>
        </p:nvSpPr>
        <p:spPr>
          <a:xfrm>
            <a:off x="1219473" y="2128519"/>
            <a:ext cx="6705054" cy="3405717"/>
          </a:xfrm>
          <a:prstGeom prst="roundRect">
            <a:avLst>
              <a:gd name="adj" fmla="val 2049"/>
            </a:avLst>
          </a:prstGeom>
          <a:solidFill>
            <a:srgbClr val="00FF66">
              <a:alpha val="15000"/>
            </a:srgbClr>
          </a:solidFill>
          <a:ln w="25400">
            <a:solidFill>
              <a:srgbClr val="00FF66"/>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31587FD9-E168-94DC-9184-11237433E41C}"/>
              </a:ext>
            </a:extLst>
          </p:cNvPr>
          <p:cNvSpPr txBox="1"/>
          <p:nvPr/>
        </p:nvSpPr>
        <p:spPr>
          <a:xfrm>
            <a:off x="1184078" y="134904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Benefits of PoSy</a:t>
            </a:r>
            <a:endParaRPr lang="en-US" sz="2000" b="1" spc="300" dirty="0">
              <a:solidFill>
                <a:schemeClr val="bg1"/>
              </a:solidFill>
              <a:latin typeface="Orbitron Black" pitchFamily="2" charset="0"/>
            </a:endParaRPr>
          </a:p>
        </p:txBody>
      </p:sp>
      <p:sp>
        <p:nvSpPr>
          <p:cNvPr id="8" name="TextBox 7">
            <a:extLst>
              <a:ext uri="{FF2B5EF4-FFF2-40B4-BE49-F238E27FC236}">
                <a16:creationId xmlns:a16="http://schemas.microsoft.com/office/drawing/2014/main" id="{62EABBCD-922D-076D-5506-5644973847E6}"/>
              </a:ext>
            </a:extLst>
          </p:cNvPr>
          <p:cNvSpPr txBox="1"/>
          <p:nvPr/>
        </p:nvSpPr>
        <p:spPr>
          <a:xfrm>
            <a:off x="1641290" y="2203658"/>
            <a:ext cx="6063021" cy="3139321"/>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Decentralization by design</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No plutocratic dominance</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Performance-based scoring</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Sybil resistance</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Low energy usage</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Predictable finality</a:t>
            </a:r>
          </a:p>
        </p:txBody>
      </p:sp>
    </p:spTree>
    <p:extLst>
      <p:ext uri="{BB962C8B-B14F-4D97-AF65-F5344CB8AC3E}">
        <p14:creationId xmlns:p14="http://schemas.microsoft.com/office/powerpoint/2010/main" val="38609604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ou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p:cTn id="17"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iterate type="wd">
                                    <p:tmPct val="10000"/>
                                  </p:iterate>
                                  <p:childTnLst>
                                    <p:set>
                                      <p:cBhvr>
                                        <p:cTn id="23" dur="1" fill="hold">
                                          <p:stCondLst>
                                            <p:cond delay="0"/>
                                          </p:stCondLst>
                                        </p:cTn>
                                        <p:tgtEl>
                                          <p:spTgt spid="8">
                                            <p:txEl>
                                              <p:pRg st="0" end="0"/>
                                            </p:txEl>
                                          </p:spTgt>
                                        </p:tgtEl>
                                        <p:attrNameLst>
                                          <p:attrName>style.visibility</p:attrName>
                                        </p:attrNameLst>
                                      </p:cBhvr>
                                      <p:to>
                                        <p:strVal val="visible"/>
                                      </p:to>
                                    </p:set>
                                    <p:anim calcmode="lin" valueType="num">
                                      <p:cBhvr additive="base">
                                        <p:cTn id="24"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down)">
                                      <p:cBhvr>
                                        <p:cTn id="25" dur="500"/>
                                        <p:tgtEl>
                                          <p:spTgt spid="8">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iterate type="wd">
                                    <p:tmPct val="10000"/>
                                  </p:iterate>
                                  <p:childTnLst>
                                    <p:set>
                                      <p:cBhvr>
                                        <p:cTn id="29" dur="1" fill="hold">
                                          <p:stCondLst>
                                            <p:cond delay="0"/>
                                          </p:stCondLst>
                                        </p:cTn>
                                        <p:tgtEl>
                                          <p:spTgt spid="8">
                                            <p:txEl>
                                              <p:pRg st="2" end="2"/>
                                            </p:txEl>
                                          </p:spTgt>
                                        </p:tgtEl>
                                        <p:attrNameLst>
                                          <p:attrName>style.visibility</p:attrName>
                                        </p:attrNameLst>
                                      </p:cBhvr>
                                      <p:to>
                                        <p:strVal val="visible"/>
                                      </p:to>
                                    </p:set>
                                    <p:anim calcmode="lin" valueType="num">
                                      <p:cBhvr additive="base">
                                        <p:cTn id="30" dur="500"/>
                                        <p:tgtEl>
                                          <p:spTgt spid="8">
                                            <p:txEl>
                                              <p:pRg st="2" end="2"/>
                                            </p:txEl>
                                          </p:spTgt>
                                        </p:tgtEl>
                                        <p:attrNameLst>
                                          <p:attrName>ppt_y</p:attrName>
                                        </p:attrNameLst>
                                      </p:cBhvr>
                                      <p:tavLst>
                                        <p:tav tm="0">
                                          <p:val>
                                            <p:strVal val="#ppt_y-#ppt_h*1.125000"/>
                                          </p:val>
                                        </p:tav>
                                        <p:tav tm="100000">
                                          <p:val>
                                            <p:strVal val="#ppt_y"/>
                                          </p:val>
                                        </p:tav>
                                      </p:tavLst>
                                    </p:anim>
                                    <p:animEffect transition="in" filter="wipe(down)">
                                      <p:cBhvr>
                                        <p:cTn id="31" dur="500"/>
                                        <p:tgtEl>
                                          <p:spTgt spid="8">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iterate type="wd">
                                    <p:tmPct val="10000"/>
                                  </p:iterate>
                                  <p:childTnLst>
                                    <p:set>
                                      <p:cBhvr>
                                        <p:cTn id="35" dur="1" fill="hold">
                                          <p:stCondLst>
                                            <p:cond delay="0"/>
                                          </p:stCondLst>
                                        </p:cTn>
                                        <p:tgtEl>
                                          <p:spTgt spid="8">
                                            <p:txEl>
                                              <p:pRg st="4" end="4"/>
                                            </p:txEl>
                                          </p:spTgt>
                                        </p:tgtEl>
                                        <p:attrNameLst>
                                          <p:attrName>style.visibility</p:attrName>
                                        </p:attrNameLst>
                                      </p:cBhvr>
                                      <p:to>
                                        <p:strVal val="visible"/>
                                      </p:to>
                                    </p:set>
                                    <p:anim calcmode="lin" valueType="num">
                                      <p:cBhvr additive="base">
                                        <p:cTn id="36" dur="500"/>
                                        <p:tgtEl>
                                          <p:spTgt spid="8">
                                            <p:txEl>
                                              <p:pRg st="4" end="4"/>
                                            </p:txEl>
                                          </p:spTgt>
                                        </p:tgtEl>
                                        <p:attrNameLst>
                                          <p:attrName>ppt_y</p:attrName>
                                        </p:attrNameLst>
                                      </p:cBhvr>
                                      <p:tavLst>
                                        <p:tav tm="0">
                                          <p:val>
                                            <p:strVal val="#ppt_y-#ppt_h*1.125000"/>
                                          </p:val>
                                        </p:tav>
                                        <p:tav tm="100000">
                                          <p:val>
                                            <p:strVal val="#ppt_y"/>
                                          </p:val>
                                        </p:tav>
                                      </p:tavLst>
                                    </p:anim>
                                    <p:animEffect transition="in" filter="wipe(down)">
                                      <p:cBhvr>
                                        <p:cTn id="37" dur="500"/>
                                        <p:tgtEl>
                                          <p:spTgt spid="8">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wd">
                                    <p:tmPct val="10000"/>
                                  </p:iterate>
                                  <p:childTnLst>
                                    <p:set>
                                      <p:cBhvr>
                                        <p:cTn id="41" dur="1" fill="hold">
                                          <p:stCondLst>
                                            <p:cond delay="0"/>
                                          </p:stCondLst>
                                        </p:cTn>
                                        <p:tgtEl>
                                          <p:spTgt spid="8">
                                            <p:txEl>
                                              <p:pRg st="6" end="6"/>
                                            </p:txEl>
                                          </p:spTgt>
                                        </p:tgtEl>
                                        <p:attrNameLst>
                                          <p:attrName>style.visibility</p:attrName>
                                        </p:attrNameLst>
                                      </p:cBhvr>
                                      <p:to>
                                        <p:strVal val="visible"/>
                                      </p:to>
                                    </p:set>
                                    <p:anim calcmode="lin" valueType="num">
                                      <p:cBhvr additive="base">
                                        <p:cTn id="42" dur="500"/>
                                        <p:tgtEl>
                                          <p:spTgt spid="8">
                                            <p:txEl>
                                              <p:pRg st="6" end="6"/>
                                            </p:txEl>
                                          </p:spTgt>
                                        </p:tgtEl>
                                        <p:attrNameLst>
                                          <p:attrName>ppt_y</p:attrName>
                                        </p:attrNameLst>
                                      </p:cBhvr>
                                      <p:tavLst>
                                        <p:tav tm="0">
                                          <p:val>
                                            <p:strVal val="#ppt_y-#ppt_h*1.125000"/>
                                          </p:val>
                                        </p:tav>
                                        <p:tav tm="100000">
                                          <p:val>
                                            <p:strVal val="#ppt_y"/>
                                          </p:val>
                                        </p:tav>
                                      </p:tavLst>
                                    </p:anim>
                                    <p:animEffect transition="in" filter="wipe(down)">
                                      <p:cBhvr>
                                        <p:cTn id="43" dur="500"/>
                                        <p:tgtEl>
                                          <p:spTgt spid="8">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grpId="0" nodeType="clickEffect">
                                  <p:stCondLst>
                                    <p:cond delay="0"/>
                                  </p:stCondLst>
                                  <p:iterate type="wd">
                                    <p:tmPct val="10000"/>
                                  </p:iterate>
                                  <p:childTnLst>
                                    <p:set>
                                      <p:cBhvr>
                                        <p:cTn id="47" dur="1" fill="hold">
                                          <p:stCondLst>
                                            <p:cond delay="0"/>
                                          </p:stCondLst>
                                        </p:cTn>
                                        <p:tgtEl>
                                          <p:spTgt spid="8">
                                            <p:txEl>
                                              <p:pRg st="8" end="8"/>
                                            </p:txEl>
                                          </p:spTgt>
                                        </p:tgtEl>
                                        <p:attrNameLst>
                                          <p:attrName>style.visibility</p:attrName>
                                        </p:attrNameLst>
                                      </p:cBhvr>
                                      <p:to>
                                        <p:strVal val="visible"/>
                                      </p:to>
                                    </p:set>
                                    <p:anim calcmode="lin" valueType="num">
                                      <p:cBhvr additive="base">
                                        <p:cTn id="48" dur="500"/>
                                        <p:tgtEl>
                                          <p:spTgt spid="8">
                                            <p:txEl>
                                              <p:pRg st="8" end="8"/>
                                            </p:txEl>
                                          </p:spTgt>
                                        </p:tgtEl>
                                        <p:attrNameLst>
                                          <p:attrName>ppt_y</p:attrName>
                                        </p:attrNameLst>
                                      </p:cBhvr>
                                      <p:tavLst>
                                        <p:tav tm="0">
                                          <p:val>
                                            <p:strVal val="#ppt_y-#ppt_h*1.125000"/>
                                          </p:val>
                                        </p:tav>
                                        <p:tav tm="100000">
                                          <p:val>
                                            <p:strVal val="#ppt_y"/>
                                          </p:val>
                                        </p:tav>
                                      </p:tavLst>
                                    </p:anim>
                                    <p:animEffect transition="in" filter="wipe(down)">
                                      <p:cBhvr>
                                        <p:cTn id="49" dur="500"/>
                                        <p:tgtEl>
                                          <p:spTgt spid="8">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2" presetClass="entr" presetSubtype="1" fill="hold" grpId="0" nodeType="clickEffect">
                                  <p:stCondLst>
                                    <p:cond delay="0"/>
                                  </p:stCondLst>
                                  <p:iterate type="wd">
                                    <p:tmPct val="10000"/>
                                  </p:iterate>
                                  <p:childTnLst>
                                    <p:set>
                                      <p:cBhvr>
                                        <p:cTn id="53" dur="1" fill="hold">
                                          <p:stCondLst>
                                            <p:cond delay="0"/>
                                          </p:stCondLst>
                                        </p:cTn>
                                        <p:tgtEl>
                                          <p:spTgt spid="8">
                                            <p:txEl>
                                              <p:pRg st="10" end="10"/>
                                            </p:txEl>
                                          </p:spTgt>
                                        </p:tgtEl>
                                        <p:attrNameLst>
                                          <p:attrName>style.visibility</p:attrName>
                                        </p:attrNameLst>
                                      </p:cBhvr>
                                      <p:to>
                                        <p:strVal val="visible"/>
                                      </p:to>
                                    </p:set>
                                    <p:anim calcmode="lin" valueType="num">
                                      <p:cBhvr additive="base">
                                        <p:cTn id="54" dur="500"/>
                                        <p:tgtEl>
                                          <p:spTgt spid="8">
                                            <p:txEl>
                                              <p:pRg st="10" end="10"/>
                                            </p:txEl>
                                          </p:spTgt>
                                        </p:tgtEl>
                                        <p:attrNameLst>
                                          <p:attrName>ppt_y</p:attrName>
                                        </p:attrNameLst>
                                      </p:cBhvr>
                                      <p:tavLst>
                                        <p:tav tm="0">
                                          <p:val>
                                            <p:strVal val="#ppt_y-#ppt_h*1.125000"/>
                                          </p:val>
                                        </p:tav>
                                        <p:tav tm="100000">
                                          <p:val>
                                            <p:strVal val="#ppt_y"/>
                                          </p:val>
                                        </p:tav>
                                      </p:tavLst>
                                    </p:anim>
                                    <p:animEffect transition="in" filter="wipe(down)">
                                      <p:cBhvr>
                                        <p:cTn id="55" dur="500"/>
                                        <p:tgtEl>
                                          <p:spTgt spid="8">
                                            <p:txEl>
                                              <p:pRg st="10" end="1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xit" presetSubtype="32" fill="hold" grpId="1" nodeType="clickEffect">
                                  <p:stCondLst>
                                    <p:cond delay="0"/>
                                  </p:stCondLst>
                                  <p:childTnLst>
                                    <p:anim calcmode="lin" valueType="num">
                                      <p:cBhvr>
                                        <p:cTn id="59" dur="500"/>
                                        <p:tgtEl>
                                          <p:spTgt spid="5">
                                            <p:txEl>
                                              <p:pRg st="0" end="0"/>
                                            </p:txEl>
                                          </p:spTgt>
                                        </p:tgtEl>
                                        <p:attrNameLst>
                                          <p:attrName>ppt_w</p:attrName>
                                        </p:attrNameLst>
                                      </p:cBhvr>
                                      <p:tavLst>
                                        <p:tav tm="0">
                                          <p:val>
                                            <p:strVal val="ppt_w"/>
                                          </p:val>
                                        </p:tav>
                                        <p:tav tm="100000">
                                          <p:val>
                                            <p:fltVal val="0"/>
                                          </p:val>
                                        </p:tav>
                                      </p:tavLst>
                                    </p:anim>
                                    <p:anim calcmode="lin" valueType="num">
                                      <p:cBhvr>
                                        <p:cTn id="60" dur="500"/>
                                        <p:tgtEl>
                                          <p:spTgt spid="5">
                                            <p:txEl>
                                              <p:pRg st="0" end="0"/>
                                            </p:txEl>
                                          </p:spTgt>
                                        </p:tgtEl>
                                        <p:attrNameLst>
                                          <p:attrName>ppt_h</p:attrName>
                                        </p:attrNameLst>
                                      </p:cBhvr>
                                      <p:tavLst>
                                        <p:tav tm="0">
                                          <p:val>
                                            <p:strVal val="ppt_h"/>
                                          </p:val>
                                        </p:tav>
                                        <p:tav tm="100000">
                                          <p:val>
                                            <p:fltVal val="0"/>
                                          </p:val>
                                        </p:tav>
                                      </p:tavLst>
                                    </p:anim>
                                    <p:animEffect transition="out" filter="fade">
                                      <p:cBhvr>
                                        <p:cTn id="61" dur="500"/>
                                        <p:tgtEl>
                                          <p:spTgt spid="5">
                                            <p:txEl>
                                              <p:pRg st="0" end="0"/>
                                            </p:txEl>
                                          </p:spTgt>
                                        </p:tgtEl>
                                      </p:cBhvr>
                                    </p:animEffect>
                                    <p:set>
                                      <p:cBhvr>
                                        <p:cTn id="62" dur="1" fill="hold">
                                          <p:stCondLst>
                                            <p:cond delay="499"/>
                                          </p:stCondLst>
                                        </p:cTn>
                                        <p:tgtEl>
                                          <p:spTgt spid="5">
                                            <p:txEl>
                                              <p:pRg st="0" end="0"/>
                                            </p:txEl>
                                          </p:spTgt>
                                        </p:tgtEl>
                                        <p:attrNameLst>
                                          <p:attrName>style.visibility</p:attrName>
                                        </p:attrNameLst>
                                      </p:cBhvr>
                                      <p:to>
                                        <p:strVal val="hidden"/>
                                      </p:to>
                                    </p:set>
                                  </p:childTnLst>
                                </p:cTn>
                              </p:par>
                              <p:par>
                                <p:cTn id="63" presetID="53" presetClass="exit" presetSubtype="32" fill="hold" grpId="1" nodeType="withEffect">
                                  <p:stCondLst>
                                    <p:cond delay="0"/>
                                  </p:stCondLst>
                                  <p:iterate type="wd">
                                    <p:tmPct val="0"/>
                                  </p:iterate>
                                  <p:childTnLst>
                                    <p:anim calcmode="lin" valueType="num">
                                      <p:cBhvr>
                                        <p:cTn id="64" dur="500"/>
                                        <p:tgtEl>
                                          <p:spTgt spid="8">
                                            <p:txEl>
                                              <p:pRg st="0" end="0"/>
                                            </p:txEl>
                                          </p:spTgt>
                                        </p:tgtEl>
                                        <p:attrNameLst>
                                          <p:attrName>ppt_w</p:attrName>
                                        </p:attrNameLst>
                                      </p:cBhvr>
                                      <p:tavLst>
                                        <p:tav tm="0">
                                          <p:val>
                                            <p:strVal val="ppt_w"/>
                                          </p:val>
                                        </p:tav>
                                        <p:tav tm="100000">
                                          <p:val>
                                            <p:fltVal val="0"/>
                                          </p:val>
                                        </p:tav>
                                      </p:tavLst>
                                    </p:anim>
                                    <p:anim calcmode="lin" valueType="num">
                                      <p:cBhvr>
                                        <p:cTn id="65"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66" dur="500"/>
                                        <p:tgtEl>
                                          <p:spTgt spid="8">
                                            <p:txEl>
                                              <p:pRg st="0" end="0"/>
                                            </p:txEl>
                                          </p:spTgt>
                                        </p:tgtEl>
                                      </p:cBhvr>
                                    </p:animEffect>
                                    <p:set>
                                      <p:cBhvr>
                                        <p:cTn id="67" dur="1" fill="hold">
                                          <p:stCondLst>
                                            <p:cond delay="499"/>
                                          </p:stCondLst>
                                        </p:cTn>
                                        <p:tgtEl>
                                          <p:spTgt spid="8">
                                            <p:txEl>
                                              <p:pRg st="0" end="0"/>
                                            </p:txEl>
                                          </p:spTgt>
                                        </p:tgtEl>
                                        <p:attrNameLst>
                                          <p:attrName>style.visibility</p:attrName>
                                        </p:attrNameLst>
                                      </p:cBhvr>
                                      <p:to>
                                        <p:strVal val="hidden"/>
                                      </p:to>
                                    </p:set>
                                  </p:childTnLst>
                                </p:cTn>
                              </p:par>
                              <p:par>
                                <p:cTn id="68" presetID="53" presetClass="exit" presetSubtype="32" fill="hold" grpId="1" nodeType="withEffect">
                                  <p:stCondLst>
                                    <p:cond delay="0"/>
                                  </p:stCondLst>
                                  <p:iterate type="wd">
                                    <p:tmPct val="0"/>
                                  </p:iterate>
                                  <p:childTnLst>
                                    <p:anim calcmode="lin" valueType="num">
                                      <p:cBhvr>
                                        <p:cTn id="69" dur="500"/>
                                        <p:tgtEl>
                                          <p:spTgt spid="8">
                                            <p:txEl>
                                              <p:pRg st="2" end="2"/>
                                            </p:txEl>
                                          </p:spTgt>
                                        </p:tgtEl>
                                        <p:attrNameLst>
                                          <p:attrName>ppt_w</p:attrName>
                                        </p:attrNameLst>
                                      </p:cBhvr>
                                      <p:tavLst>
                                        <p:tav tm="0">
                                          <p:val>
                                            <p:strVal val="ppt_w"/>
                                          </p:val>
                                        </p:tav>
                                        <p:tav tm="100000">
                                          <p:val>
                                            <p:fltVal val="0"/>
                                          </p:val>
                                        </p:tav>
                                      </p:tavLst>
                                    </p:anim>
                                    <p:anim calcmode="lin" valueType="num">
                                      <p:cBhvr>
                                        <p:cTn id="70" dur="500"/>
                                        <p:tgtEl>
                                          <p:spTgt spid="8">
                                            <p:txEl>
                                              <p:pRg st="2" end="2"/>
                                            </p:txEl>
                                          </p:spTgt>
                                        </p:tgtEl>
                                        <p:attrNameLst>
                                          <p:attrName>ppt_h</p:attrName>
                                        </p:attrNameLst>
                                      </p:cBhvr>
                                      <p:tavLst>
                                        <p:tav tm="0">
                                          <p:val>
                                            <p:strVal val="ppt_h"/>
                                          </p:val>
                                        </p:tav>
                                        <p:tav tm="100000">
                                          <p:val>
                                            <p:fltVal val="0"/>
                                          </p:val>
                                        </p:tav>
                                      </p:tavLst>
                                    </p:anim>
                                    <p:animEffect transition="out" filter="fade">
                                      <p:cBhvr>
                                        <p:cTn id="71" dur="500"/>
                                        <p:tgtEl>
                                          <p:spTgt spid="8">
                                            <p:txEl>
                                              <p:pRg st="2" end="2"/>
                                            </p:txEl>
                                          </p:spTgt>
                                        </p:tgtEl>
                                      </p:cBhvr>
                                    </p:animEffect>
                                    <p:set>
                                      <p:cBhvr>
                                        <p:cTn id="72" dur="1" fill="hold">
                                          <p:stCondLst>
                                            <p:cond delay="499"/>
                                          </p:stCondLst>
                                        </p:cTn>
                                        <p:tgtEl>
                                          <p:spTgt spid="8">
                                            <p:txEl>
                                              <p:pRg st="2" end="2"/>
                                            </p:txEl>
                                          </p:spTgt>
                                        </p:tgtEl>
                                        <p:attrNameLst>
                                          <p:attrName>style.visibility</p:attrName>
                                        </p:attrNameLst>
                                      </p:cBhvr>
                                      <p:to>
                                        <p:strVal val="hidden"/>
                                      </p:to>
                                    </p:set>
                                  </p:childTnLst>
                                </p:cTn>
                              </p:par>
                              <p:par>
                                <p:cTn id="73" presetID="53" presetClass="exit" presetSubtype="32" fill="hold" grpId="1" nodeType="withEffect">
                                  <p:stCondLst>
                                    <p:cond delay="0"/>
                                  </p:stCondLst>
                                  <p:iterate type="wd">
                                    <p:tmPct val="0"/>
                                  </p:iterate>
                                  <p:childTnLst>
                                    <p:anim calcmode="lin" valueType="num">
                                      <p:cBhvr>
                                        <p:cTn id="74" dur="500"/>
                                        <p:tgtEl>
                                          <p:spTgt spid="8">
                                            <p:txEl>
                                              <p:pRg st="4" end="4"/>
                                            </p:txEl>
                                          </p:spTgt>
                                        </p:tgtEl>
                                        <p:attrNameLst>
                                          <p:attrName>ppt_w</p:attrName>
                                        </p:attrNameLst>
                                      </p:cBhvr>
                                      <p:tavLst>
                                        <p:tav tm="0">
                                          <p:val>
                                            <p:strVal val="ppt_w"/>
                                          </p:val>
                                        </p:tav>
                                        <p:tav tm="100000">
                                          <p:val>
                                            <p:fltVal val="0"/>
                                          </p:val>
                                        </p:tav>
                                      </p:tavLst>
                                    </p:anim>
                                    <p:anim calcmode="lin" valueType="num">
                                      <p:cBhvr>
                                        <p:cTn id="75" dur="500"/>
                                        <p:tgtEl>
                                          <p:spTgt spid="8">
                                            <p:txEl>
                                              <p:pRg st="4" end="4"/>
                                            </p:txEl>
                                          </p:spTgt>
                                        </p:tgtEl>
                                        <p:attrNameLst>
                                          <p:attrName>ppt_h</p:attrName>
                                        </p:attrNameLst>
                                      </p:cBhvr>
                                      <p:tavLst>
                                        <p:tav tm="0">
                                          <p:val>
                                            <p:strVal val="ppt_h"/>
                                          </p:val>
                                        </p:tav>
                                        <p:tav tm="100000">
                                          <p:val>
                                            <p:fltVal val="0"/>
                                          </p:val>
                                        </p:tav>
                                      </p:tavLst>
                                    </p:anim>
                                    <p:animEffect transition="out" filter="fade">
                                      <p:cBhvr>
                                        <p:cTn id="76" dur="500"/>
                                        <p:tgtEl>
                                          <p:spTgt spid="8">
                                            <p:txEl>
                                              <p:pRg st="4" end="4"/>
                                            </p:txEl>
                                          </p:spTgt>
                                        </p:tgtEl>
                                      </p:cBhvr>
                                    </p:animEffect>
                                    <p:set>
                                      <p:cBhvr>
                                        <p:cTn id="77" dur="1" fill="hold">
                                          <p:stCondLst>
                                            <p:cond delay="499"/>
                                          </p:stCondLst>
                                        </p:cTn>
                                        <p:tgtEl>
                                          <p:spTgt spid="8">
                                            <p:txEl>
                                              <p:pRg st="4" end="4"/>
                                            </p:txEl>
                                          </p:spTgt>
                                        </p:tgtEl>
                                        <p:attrNameLst>
                                          <p:attrName>style.visibility</p:attrName>
                                        </p:attrNameLst>
                                      </p:cBhvr>
                                      <p:to>
                                        <p:strVal val="hidden"/>
                                      </p:to>
                                    </p:set>
                                  </p:childTnLst>
                                </p:cTn>
                              </p:par>
                              <p:par>
                                <p:cTn id="78" presetID="53" presetClass="exit" presetSubtype="32" fill="hold" grpId="1" nodeType="withEffect">
                                  <p:stCondLst>
                                    <p:cond delay="0"/>
                                  </p:stCondLst>
                                  <p:iterate type="wd">
                                    <p:tmPct val="0"/>
                                  </p:iterate>
                                  <p:childTnLst>
                                    <p:anim calcmode="lin" valueType="num">
                                      <p:cBhvr>
                                        <p:cTn id="79" dur="500"/>
                                        <p:tgtEl>
                                          <p:spTgt spid="8">
                                            <p:txEl>
                                              <p:pRg st="6" end="6"/>
                                            </p:txEl>
                                          </p:spTgt>
                                        </p:tgtEl>
                                        <p:attrNameLst>
                                          <p:attrName>ppt_w</p:attrName>
                                        </p:attrNameLst>
                                      </p:cBhvr>
                                      <p:tavLst>
                                        <p:tav tm="0">
                                          <p:val>
                                            <p:strVal val="ppt_w"/>
                                          </p:val>
                                        </p:tav>
                                        <p:tav tm="100000">
                                          <p:val>
                                            <p:fltVal val="0"/>
                                          </p:val>
                                        </p:tav>
                                      </p:tavLst>
                                    </p:anim>
                                    <p:anim calcmode="lin" valueType="num">
                                      <p:cBhvr>
                                        <p:cTn id="80" dur="500"/>
                                        <p:tgtEl>
                                          <p:spTgt spid="8">
                                            <p:txEl>
                                              <p:pRg st="6" end="6"/>
                                            </p:txEl>
                                          </p:spTgt>
                                        </p:tgtEl>
                                        <p:attrNameLst>
                                          <p:attrName>ppt_h</p:attrName>
                                        </p:attrNameLst>
                                      </p:cBhvr>
                                      <p:tavLst>
                                        <p:tav tm="0">
                                          <p:val>
                                            <p:strVal val="ppt_h"/>
                                          </p:val>
                                        </p:tav>
                                        <p:tav tm="100000">
                                          <p:val>
                                            <p:fltVal val="0"/>
                                          </p:val>
                                        </p:tav>
                                      </p:tavLst>
                                    </p:anim>
                                    <p:animEffect transition="out" filter="fade">
                                      <p:cBhvr>
                                        <p:cTn id="81" dur="500"/>
                                        <p:tgtEl>
                                          <p:spTgt spid="8">
                                            <p:txEl>
                                              <p:pRg st="6" end="6"/>
                                            </p:txEl>
                                          </p:spTgt>
                                        </p:tgtEl>
                                      </p:cBhvr>
                                    </p:animEffect>
                                    <p:set>
                                      <p:cBhvr>
                                        <p:cTn id="82" dur="1" fill="hold">
                                          <p:stCondLst>
                                            <p:cond delay="499"/>
                                          </p:stCondLst>
                                        </p:cTn>
                                        <p:tgtEl>
                                          <p:spTgt spid="8">
                                            <p:txEl>
                                              <p:pRg st="6" end="6"/>
                                            </p:txEl>
                                          </p:spTgt>
                                        </p:tgtEl>
                                        <p:attrNameLst>
                                          <p:attrName>style.visibility</p:attrName>
                                        </p:attrNameLst>
                                      </p:cBhvr>
                                      <p:to>
                                        <p:strVal val="hidden"/>
                                      </p:to>
                                    </p:set>
                                  </p:childTnLst>
                                </p:cTn>
                              </p:par>
                              <p:par>
                                <p:cTn id="83" presetID="53" presetClass="exit" presetSubtype="32" fill="hold" grpId="1" nodeType="withEffect">
                                  <p:stCondLst>
                                    <p:cond delay="0"/>
                                  </p:stCondLst>
                                  <p:iterate type="wd">
                                    <p:tmPct val="0"/>
                                  </p:iterate>
                                  <p:childTnLst>
                                    <p:anim calcmode="lin" valueType="num">
                                      <p:cBhvr>
                                        <p:cTn id="84" dur="500"/>
                                        <p:tgtEl>
                                          <p:spTgt spid="8">
                                            <p:txEl>
                                              <p:pRg st="8" end="8"/>
                                            </p:txEl>
                                          </p:spTgt>
                                        </p:tgtEl>
                                        <p:attrNameLst>
                                          <p:attrName>ppt_w</p:attrName>
                                        </p:attrNameLst>
                                      </p:cBhvr>
                                      <p:tavLst>
                                        <p:tav tm="0">
                                          <p:val>
                                            <p:strVal val="ppt_w"/>
                                          </p:val>
                                        </p:tav>
                                        <p:tav tm="100000">
                                          <p:val>
                                            <p:fltVal val="0"/>
                                          </p:val>
                                        </p:tav>
                                      </p:tavLst>
                                    </p:anim>
                                    <p:anim calcmode="lin" valueType="num">
                                      <p:cBhvr>
                                        <p:cTn id="85" dur="500"/>
                                        <p:tgtEl>
                                          <p:spTgt spid="8">
                                            <p:txEl>
                                              <p:pRg st="8" end="8"/>
                                            </p:txEl>
                                          </p:spTgt>
                                        </p:tgtEl>
                                        <p:attrNameLst>
                                          <p:attrName>ppt_h</p:attrName>
                                        </p:attrNameLst>
                                      </p:cBhvr>
                                      <p:tavLst>
                                        <p:tav tm="0">
                                          <p:val>
                                            <p:strVal val="ppt_h"/>
                                          </p:val>
                                        </p:tav>
                                        <p:tav tm="100000">
                                          <p:val>
                                            <p:fltVal val="0"/>
                                          </p:val>
                                        </p:tav>
                                      </p:tavLst>
                                    </p:anim>
                                    <p:animEffect transition="out" filter="fade">
                                      <p:cBhvr>
                                        <p:cTn id="86" dur="500"/>
                                        <p:tgtEl>
                                          <p:spTgt spid="8">
                                            <p:txEl>
                                              <p:pRg st="8" end="8"/>
                                            </p:txEl>
                                          </p:spTgt>
                                        </p:tgtEl>
                                      </p:cBhvr>
                                    </p:animEffect>
                                    <p:set>
                                      <p:cBhvr>
                                        <p:cTn id="87" dur="1" fill="hold">
                                          <p:stCondLst>
                                            <p:cond delay="499"/>
                                          </p:stCondLst>
                                        </p:cTn>
                                        <p:tgtEl>
                                          <p:spTgt spid="8">
                                            <p:txEl>
                                              <p:pRg st="8" end="8"/>
                                            </p:txEl>
                                          </p:spTgt>
                                        </p:tgtEl>
                                        <p:attrNameLst>
                                          <p:attrName>style.visibility</p:attrName>
                                        </p:attrNameLst>
                                      </p:cBhvr>
                                      <p:to>
                                        <p:strVal val="hidden"/>
                                      </p:to>
                                    </p:set>
                                  </p:childTnLst>
                                </p:cTn>
                              </p:par>
                              <p:par>
                                <p:cTn id="88" presetID="53" presetClass="exit" presetSubtype="32" fill="hold" grpId="1" nodeType="withEffect">
                                  <p:stCondLst>
                                    <p:cond delay="0"/>
                                  </p:stCondLst>
                                  <p:iterate type="wd">
                                    <p:tmPct val="0"/>
                                  </p:iterate>
                                  <p:childTnLst>
                                    <p:anim calcmode="lin" valueType="num">
                                      <p:cBhvr>
                                        <p:cTn id="89" dur="500"/>
                                        <p:tgtEl>
                                          <p:spTgt spid="8">
                                            <p:txEl>
                                              <p:pRg st="10" end="10"/>
                                            </p:txEl>
                                          </p:spTgt>
                                        </p:tgtEl>
                                        <p:attrNameLst>
                                          <p:attrName>ppt_w</p:attrName>
                                        </p:attrNameLst>
                                      </p:cBhvr>
                                      <p:tavLst>
                                        <p:tav tm="0">
                                          <p:val>
                                            <p:strVal val="ppt_w"/>
                                          </p:val>
                                        </p:tav>
                                        <p:tav tm="100000">
                                          <p:val>
                                            <p:fltVal val="0"/>
                                          </p:val>
                                        </p:tav>
                                      </p:tavLst>
                                    </p:anim>
                                    <p:anim calcmode="lin" valueType="num">
                                      <p:cBhvr>
                                        <p:cTn id="90" dur="500"/>
                                        <p:tgtEl>
                                          <p:spTgt spid="8">
                                            <p:txEl>
                                              <p:pRg st="10" end="10"/>
                                            </p:txEl>
                                          </p:spTgt>
                                        </p:tgtEl>
                                        <p:attrNameLst>
                                          <p:attrName>ppt_h</p:attrName>
                                        </p:attrNameLst>
                                      </p:cBhvr>
                                      <p:tavLst>
                                        <p:tav tm="0">
                                          <p:val>
                                            <p:strVal val="ppt_h"/>
                                          </p:val>
                                        </p:tav>
                                        <p:tav tm="100000">
                                          <p:val>
                                            <p:fltVal val="0"/>
                                          </p:val>
                                        </p:tav>
                                      </p:tavLst>
                                    </p:anim>
                                    <p:animEffect transition="out" filter="fade">
                                      <p:cBhvr>
                                        <p:cTn id="91" dur="500"/>
                                        <p:tgtEl>
                                          <p:spTgt spid="8">
                                            <p:txEl>
                                              <p:pRg st="10" end="10"/>
                                            </p:txEl>
                                          </p:spTgt>
                                        </p:tgtEl>
                                      </p:cBhvr>
                                    </p:animEffect>
                                    <p:set>
                                      <p:cBhvr>
                                        <p:cTn id="92" dur="1" fill="hold">
                                          <p:stCondLst>
                                            <p:cond delay="499"/>
                                          </p:stCondLst>
                                        </p:cTn>
                                        <p:tgtEl>
                                          <p:spTgt spid="8">
                                            <p:txEl>
                                              <p:pRg st="10" end="1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5" grpId="0" build="allAtOnce"/>
      <p:bldP spid="5" grpId="1" build="allAtOnce"/>
      <p:bldP spid="8" grpId="0" build="allAtOnce"/>
      <p:bldP spid="8" grpId="1" build="allAtOnce"/>
    </p:bld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D94FD085-0702-62E9-4EC9-93872D6E4B31}"/>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6B06D0FD-FAD6-993F-0B7D-EB2CF0408E28}"/>
              </a:ext>
            </a:extLst>
          </p:cNvPr>
          <p:cNvSpPr/>
          <p:nvPr/>
        </p:nvSpPr>
        <p:spPr>
          <a:xfrm>
            <a:off x="1219473" y="1289227"/>
            <a:ext cx="6705054" cy="521485"/>
          </a:xfrm>
          <a:prstGeom prst="roundRect">
            <a:avLst/>
          </a:prstGeom>
          <a:solidFill>
            <a:srgbClr val="00FF66">
              <a:alpha val="15000"/>
            </a:srgbClr>
          </a:solidFill>
          <a:ln w="25400">
            <a:solidFill>
              <a:srgbClr val="00FF66"/>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E2D4680C-C801-4602-FE72-5675C1FEA210}"/>
              </a:ext>
            </a:extLst>
          </p:cNvPr>
          <p:cNvSpPr/>
          <p:nvPr/>
        </p:nvSpPr>
        <p:spPr>
          <a:xfrm>
            <a:off x="274318" y="6191790"/>
            <a:ext cx="8595360" cy="45719"/>
          </a:xfrm>
          <a:prstGeom prst="rect">
            <a:avLst/>
          </a:prstGeom>
          <a:solidFill>
            <a:srgbClr val="00FF66"/>
          </a:solidFill>
          <a:ln>
            <a:solidFill>
              <a:srgbClr val="00F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E40EF87-58E0-D458-C1E0-03C633A4742B}"/>
              </a:ext>
            </a:extLst>
          </p:cNvPr>
          <p:cNvSpPr/>
          <p:nvPr/>
        </p:nvSpPr>
        <p:spPr>
          <a:xfrm>
            <a:off x="274319" y="497840"/>
            <a:ext cx="8595360" cy="45719"/>
          </a:xfrm>
          <a:prstGeom prst="rect">
            <a:avLst/>
          </a:prstGeom>
          <a:solidFill>
            <a:srgbClr val="00FF66"/>
          </a:solidFill>
          <a:ln>
            <a:solidFill>
              <a:srgbClr val="00F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B127B903-A4AF-514A-F6F3-0438A3615F7C}"/>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26791FE3-16A2-1D93-339A-CC75729B97ED}"/>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F66B8E8B-861A-1513-53CA-7D5DA5F56757}"/>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6" name="Rounded Rectangle 5">
            <a:extLst>
              <a:ext uri="{FF2B5EF4-FFF2-40B4-BE49-F238E27FC236}">
                <a16:creationId xmlns:a16="http://schemas.microsoft.com/office/drawing/2014/main" id="{2F529B1F-4803-840C-2B7F-DE61374F57EB}"/>
              </a:ext>
            </a:extLst>
          </p:cNvPr>
          <p:cNvSpPr/>
          <p:nvPr/>
        </p:nvSpPr>
        <p:spPr>
          <a:xfrm>
            <a:off x="1219473" y="2128519"/>
            <a:ext cx="6705054" cy="3405717"/>
          </a:xfrm>
          <a:prstGeom prst="roundRect">
            <a:avLst>
              <a:gd name="adj" fmla="val 2049"/>
            </a:avLst>
          </a:prstGeom>
          <a:solidFill>
            <a:srgbClr val="00FF66">
              <a:alpha val="15000"/>
            </a:srgbClr>
          </a:solidFill>
          <a:ln w="25400">
            <a:solidFill>
              <a:srgbClr val="00FF66"/>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1F978D1-5270-9E8C-23F5-C0B2CE79F64B}"/>
              </a:ext>
            </a:extLst>
          </p:cNvPr>
          <p:cNvSpPr txBox="1"/>
          <p:nvPr/>
        </p:nvSpPr>
        <p:spPr>
          <a:xfrm>
            <a:off x="1184078" y="134904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PoSy Economic Model</a:t>
            </a:r>
            <a:endParaRPr lang="en-US" sz="2000" b="1" spc="300" dirty="0">
              <a:solidFill>
                <a:schemeClr val="bg1"/>
              </a:solidFill>
              <a:latin typeface="Orbitron Black" pitchFamily="2" charset="0"/>
            </a:endParaRPr>
          </a:p>
        </p:txBody>
      </p:sp>
      <p:sp>
        <p:nvSpPr>
          <p:cNvPr id="8" name="TextBox 7">
            <a:extLst>
              <a:ext uri="{FF2B5EF4-FFF2-40B4-BE49-F238E27FC236}">
                <a16:creationId xmlns:a16="http://schemas.microsoft.com/office/drawing/2014/main" id="{4FB8CCF7-17F7-79AB-03DE-A9FC622C0546}"/>
              </a:ext>
            </a:extLst>
          </p:cNvPr>
          <p:cNvSpPr txBox="1"/>
          <p:nvPr/>
        </p:nvSpPr>
        <p:spPr>
          <a:xfrm>
            <a:off x="1641290" y="2619155"/>
            <a:ext cx="6318627" cy="2308324"/>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Validators earn through:</a:t>
            </a:r>
          </a:p>
          <a:p>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Base rewards</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Cluster performance multipliers</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Synergy Score bonuses</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Governance participation rewards</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This drives long-term stability and honest participation.</a:t>
            </a:r>
          </a:p>
        </p:txBody>
      </p:sp>
    </p:spTree>
    <p:extLst>
      <p:ext uri="{BB962C8B-B14F-4D97-AF65-F5344CB8AC3E}">
        <p14:creationId xmlns:p14="http://schemas.microsoft.com/office/powerpoint/2010/main" val="14943371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ou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p:cTn id="17"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iterate type="wd">
                                    <p:tmPct val="10000"/>
                                  </p:iterate>
                                  <p:childTnLst>
                                    <p:set>
                                      <p:cBhvr>
                                        <p:cTn id="23" dur="1" fill="hold">
                                          <p:stCondLst>
                                            <p:cond delay="0"/>
                                          </p:stCondLst>
                                        </p:cTn>
                                        <p:tgtEl>
                                          <p:spTgt spid="8">
                                            <p:txEl>
                                              <p:pRg st="0" end="0"/>
                                            </p:txEl>
                                          </p:spTgt>
                                        </p:tgtEl>
                                        <p:attrNameLst>
                                          <p:attrName>style.visibility</p:attrName>
                                        </p:attrNameLst>
                                      </p:cBhvr>
                                      <p:to>
                                        <p:strVal val="visible"/>
                                      </p:to>
                                    </p:set>
                                    <p:anim calcmode="lin" valueType="num">
                                      <p:cBhvr additive="base">
                                        <p:cTn id="24"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down)">
                                      <p:cBhvr>
                                        <p:cTn id="25" dur="500"/>
                                        <p:tgtEl>
                                          <p:spTgt spid="8">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iterate type="wd">
                                    <p:tmPct val="10000"/>
                                  </p:iterate>
                                  <p:childTnLst>
                                    <p:set>
                                      <p:cBhvr>
                                        <p:cTn id="29" dur="1" fill="hold">
                                          <p:stCondLst>
                                            <p:cond delay="0"/>
                                          </p:stCondLst>
                                        </p:cTn>
                                        <p:tgtEl>
                                          <p:spTgt spid="8">
                                            <p:txEl>
                                              <p:pRg st="2" end="2"/>
                                            </p:txEl>
                                          </p:spTgt>
                                        </p:tgtEl>
                                        <p:attrNameLst>
                                          <p:attrName>style.visibility</p:attrName>
                                        </p:attrNameLst>
                                      </p:cBhvr>
                                      <p:to>
                                        <p:strVal val="visible"/>
                                      </p:to>
                                    </p:set>
                                    <p:anim calcmode="lin" valueType="num">
                                      <p:cBhvr additive="base">
                                        <p:cTn id="30" dur="500"/>
                                        <p:tgtEl>
                                          <p:spTgt spid="8">
                                            <p:txEl>
                                              <p:pRg st="2" end="2"/>
                                            </p:txEl>
                                          </p:spTgt>
                                        </p:tgtEl>
                                        <p:attrNameLst>
                                          <p:attrName>ppt_y</p:attrName>
                                        </p:attrNameLst>
                                      </p:cBhvr>
                                      <p:tavLst>
                                        <p:tav tm="0">
                                          <p:val>
                                            <p:strVal val="#ppt_y-#ppt_h*1.125000"/>
                                          </p:val>
                                        </p:tav>
                                        <p:tav tm="100000">
                                          <p:val>
                                            <p:strVal val="#ppt_y"/>
                                          </p:val>
                                        </p:tav>
                                      </p:tavLst>
                                    </p:anim>
                                    <p:animEffect transition="in" filter="wipe(down)">
                                      <p:cBhvr>
                                        <p:cTn id="31" dur="500"/>
                                        <p:tgtEl>
                                          <p:spTgt spid="8">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iterate type="wd">
                                    <p:tmPct val="10000"/>
                                  </p:iterate>
                                  <p:childTnLst>
                                    <p:set>
                                      <p:cBhvr>
                                        <p:cTn id="35" dur="1" fill="hold">
                                          <p:stCondLst>
                                            <p:cond delay="0"/>
                                          </p:stCondLst>
                                        </p:cTn>
                                        <p:tgtEl>
                                          <p:spTgt spid="8">
                                            <p:txEl>
                                              <p:pRg st="3" end="3"/>
                                            </p:txEl>
                                          </p:spTgt>
                                        </p:tgtEl>
                                        <p:attrNameLst>
                                          <p:attrName>style.visibility</p:attrName>
                                        </p:attrNameLst>
                                      </p:cBhvr>
                                      <p:to>
                                        <p:strVal val="visible"/>
                                      </p:to>
                                    </p:set>
                                    <p:anim calcmode="lin" valueType="num">
                                      <p:cBhvr additive="base">
                                        <p:cTn id="36" dur="500"/>
                                        <p:tgtEl>
                                          <p:spTgt spid="8">
                                            <p:txEl>
                                              <p:pRg st="3" end="3"/>
                                            </p:txEl>
                                          </p:spTgt>
                                        </p:tgtEl>
                                        <p:attrNameLst>
                                          <p:attrName>ppt_y</p:attrName>
                                        </p:attrNameLst>
                                      </p:cBhvr>
                                      <p:tavLst>
                                        <p:tav tm="0">
                                          <p:val>
                                            <p:strVal val="#ppt_y-#ppt_h*1.125000"/>
                                          </p:val>
                                        </p:tav>
                                        <p:tav tm="100000">
                                          <p:val>
                                            <p:strVal val="#ppt_y"/>
                                          </p:val>
                                        </p:tav>
                                      </p:tavLst>
                                    </p:anim>
                                    <p:animEffect transition="in" filter="wipe(down)">
                                      <p:cBhvr>
                                        <p:cTn id="37" dur="500"/>
                                        <p:tgtEl>
                                          <p:spTgt spid="8">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wd">
                                    <p:tmPct val="10000"/>
                                  </p:iterate>
                                  <p:childTnLst>
                                    <p:set>
                                      <p:cBhvr>
                                        <p:cTn id="41" dur="1" fill="hold">
                                          <p:stCondLst>
                                            <p:cond delay="0"/>
                                          </p:stCondLst>
                                        </p:cTn>
                                        <p:tgtEl>
                                          <p:spTgt spid="8">
                                            <p:txEl>
                                              <p:pRg st="4" end="4"/>
                                            </p:txEl>
                                          </p:spTgt>
                                        </p:tgtEl>
                                        <p:attrNameLst>
                                          <p:attrName>style.visibility</p:attrName>
                                        </p:attrNameLst>
                                      </p:cBhvr>
                                      <p:to>
                                        <p:strVal val="visible"/>
                                      </p:to>
                                    </p:set>
                                    <p:anim calcmode="lin" valueType="num">
                                      <p:cBhvr additive="base">
                                        <p:cTn id="42" dur="500"/>
                                        <p:tgtEl>
                                          <p:spTgt spid="8">
                                            <p:txEl>
                                              <p:pRg st="4" end="4"/>
                                            </p:txEl>
                                          </p:spTgt>
                                        </p:tgtEl>
                                        <p:attrNameLst>
                                          <p:attrName>ppt_y</p:attrName>
                                        </p:attrNameLst>
                                      </p:cBhvr>
                                      <p:tavLst>
                                        <p:tav tm="0">
                                          <p:val>
                                            <p:strVal val="#ppt_y-#ppt_h*1.125000"/>
                                          </p:val>
                                        </p:tav>
                                        <p:tav tm="100000">
                                          <p:val>
                                            <p:strVal val="#ppt_y"/>
                                          </p:val>
                                        </p:tav>
                                      </p:tavLst>
                                    </p:anim>
                                    <p:animEffect transition="in" filter="wipe(down)">
                                      <p:cBhvr>
                                        <p:cTn id="43" dur="500"/>
                                        <p:tgtEl>
                                          <p:spTgt spid="8">
                                            <p:txEl>
                                              <p:pRg st="4" end="4"/>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grpId="0" nodeType="clickEffect">
                                  <p:stCondLst>
                                    <p:cond delay="0"/>
                                  </p:stCondLst>
                                  <p:iterate type="wd">
                                    <p:tmPct val="10000"/>
                                  </p:iterate>
                                  <p:childTnLst>
                                    <p:set>
                                      <p:cBhvr>
                                        <p:cTn id="47" dur="1" fill="hold">
                                          <p:stCondLst>
                                            <p:cond delay="0"/>
                                          </p:stCondLst>
                                        </p:cTn>
                                        <p:tgtEl>
                                          <p:spTgt spid="8">
                                            <p:txEl>
                                              <p:pRg st="5" end="5"/>
                                            </p:txEl>
                                          </p:spTgt>
                                        </p:tgtEl>
                                        <p:attrNameLst>
                                          <p:attrName>style.visibility</p:attrName>
                                        </p:attrNameLst>
                                      </p:cBhvr>
                                      <p:to>
                                        <p:strVal val="visible"/>
                                      </p:to>
                                    </p:set>
                                    <p:anim calcmode="lin" valueType="num">
                                      <p:cBhvr additive="base">
                                        <p:cTn id="48" dur="500"/>
                                        <p:tgtEl>
                                          <p:spTgt spid="8">
                                            <p:txEl>
                                              <p:pRg st="5" end="5"/>
                                            </p:txEl>
                                          </p:spTgt>
                                        </p:tgtEl>
                                        <p:attrNameLst>
                                          <p:attrName>ppt_y</p:attrName>
                                        </p:attrNameLst>
                                      </p:cBhvr>
                                      <p:tavLst>
                                        <p:tav tm="0">
                                          <p:val>
                                            <p:strVal val="#ppt_y-#ppt_h*1.125000"/>
                                          </p:val>
                                        </p:tav>
                                        <p:tav tm="100000">
                                          <p:val>
                                            <p:strVal val="#ppt_y"/>
                                          </p:val>
                                        </p:tav>
                                      </p:tavLst>
                                    </p:anim>
                                    <p:animEffect transition="in" filter="wipe(down)">
                                      <p:cBhvr>
                                        <p:cTn id="49" dur="500"/>
                                        <p:tgtEl>
                                          <p:spTgt spid="8">
                                            <p:txEl>
                                              <p:pRg st="5" end="5"/>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2" presetClass="entr" presetSubtype="1" fill="hold" grpId="0" nodeType="clickEffect">
                                  <p:stCondLst>
                                    <p:cond delay="0"/>
                                  </p:stCondLst>
                                  <p:iterate type="wd">
                                    <p:tmPct val="10000"/>
                                  </p:iterate>
                                  <p:childTnLst>
                                    <p:set>
                                      <p:cBhvr>
                                        <p:cTn id="53" dur="1" fill="hold">
                                          <p:stCondLst>
                                            <p:cond delay="0"/>
                                          </p:stCondLst>
                                        </p:cTn>
                                        <p:tgtEl>
                                          <p:spTgt spid="8">
                                            <p:txEl>
                                              <p:pRg st="7" end="7"/>
                                            </p:txEl>
                                          </p:spTgt>
                                        </p:tgtEl>
                                        <p:attrNameLst>
                                          <p:attrName>style.visibility</p:attrName>
                                        </p:attrNameLst>
                                      </p:cBhvr>
                                      <p:to>
                                        <p:strVal val="visible"/>
                                      </p:to>
                                    </p:set>
                                    <p:anim calcmode="lin" valueType="num">
                                      <p:cBhvr additive="base">
                                        <p:cTn id="54" dur="500"/>
                                        <p:tgtEl>
                                          <p:spTgt spid="8">
                                            <p:txEl>
                                              <p:pRg st="7" end="7"/>
                                            </p:txEl>
                                          </p:spTgt>
                                        </p:tgtEl>
                                        <p:attrNameLst>
                                          <p:attrName>ppt_y</p:attrName>
                                        </p:attrNameLst>
                                      </p:cBhvr>
                                      <p:tavLst>
                                        <p:tav tm="0">
                                          <p:val>
                                            <p:strVal val="#ppt_y-#ppt_h*1.125000"/>
                                          </p:val>
                                        </p:tav>
                                        <p:tav tm="100000">
                                          <p:val>
                                            <p:strVal val="#ppt_y"/>
                                          </p:val>
                                        </p:tav>
                                      </p:tavLst>
                                    </p:anim>
                                    <p:animEffect transition="in" filter="wipe(down)">
                                      <p:cBhvr>
                                        <p:cTn id="55" dur="500"/>
                                        <p:tgtEl>
                                          <p:spTgt spid="8">
                                            <p:txEl>
                                              <p:pRg st="7" end="7"/>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xit" presetSubtype="32" fill="hold" grpId="1" nodeType="clickEffect">
                                  <p:stCondLst>
                                    <p:cond delay="0"/>
                                  </p:stCondLst>
                                  <p:childTnLst>
                                    <p:anim calcmode="lin" valueType="num">
                                      <p:cBhvr>
                                        <p:cTn id="59" dur="500"/>
                                        <p:tgtEl>
                                          <p:spTgt spid="5">
                                            <p:txEl>
                                              <p:pRg st="0" end="0"/>
                                            </p:txEl>
                                          </p:spTgt>
                                        </p:tgtEl>
                                        <p:attrNameLst>
                                          <p:attrName>ppt_w</p:attrName>
                                        </p:attrNameLst>
                                      </p:cBhvr>
                                      <p:tavLst>
                                        <p:tav tm="0">
                                          <p:val>
                                            <p:strVal val="ppt_w"/>
                                          </p:val>
                                        </p:tav>
                                        <p:tav tm="100000">
                                          <p:val>
                                            <p:fltVal val="0"/>
                                          </p:val>
                                        </p:tav>
                                      </p:tavLst>
                                    </p:anim>
                                    <p:anim calcmode="lin" valueType="num">
                                      <p:cBhvr>
                                        <p:cTn id="60" dur="500"/>
                                        <p:tgtEl>
                                          <p:spTgt spid="5">
                                            <p:txEl>
                                              <p:pRg st="0" end="0"/>
                                            </p:txEl>
                                          </p:spTgt>
                                        </p:tgtEl>
                                        <p:attrNameLst>
                                          <p:attrName>ppt_h</p:attrName>
                                        </p:attrNameLst>
                                      </p:cBhvr>
                                      <p:tavLst>
                                        <p:tav tm="0">
                                          <p:val>
                                            <p:strVal val="ppt_h"/>
                                          </p:val>
                                        </p:tav>
                                        <p:tav tm="100000">
                                          <p:val>
                                            <p:fltVal val="0"/>
                                          </p:val>
                                        </p:tav>
                                      </p:tavLst>
                                    </p:anim>
                                    <p:animEffect transition="out" filter="fade">
                                      <p:cBhvr>
                                        <p:cTn id="61" dur="500"/>
                                        <p:tgtEl>
                                          <p:spTgt spid="5">
                                            <p:txEl>
                                              <p:pRg st="0" end="0"/>
                                            </p:txEl>
                                          </p:spTgt>
                                        </p:tgtEl>
                                      </p:cBhvr>
                                    </p:animEffect>
                                    <p:set>
                                      <p:cBhvr>
                                        <p:cTn id="62" dur="1" fill="hold">
                                          <p:stCondLst>
                                            <p:cond delay="499"/>
                                          </p:stCondLst>
                                        </p:cTn>
                                        <p:tgtEl>
                                          <p:spTgt spid="5">
                                            <p:txEl>
                                              <p:pRg st="0" end="0"/>
                                            </p:txEl>
                                          </p:spTgt>
                                        </p:tgtEl>
                                        <p:attrNameLst>
                                          <p:attrName>style.visibility</p:attrName>
                                        </p:attrNameLst>
                                      </p:cBhvr>
                                      <p:to>
                                        <p:strVal val="hidden"/>
                                      </p:to>
                                    </p:set>
                                  </p:childTnLst>
                                </p:cTn>
                              </p:par>
                              <p:par>
                                <p:cTn id="63" presetID="53" presetClass="exit" presetSubtype="32" fill="hold" grpId="1" nodeType="withEffect">
                                  <p:stCondLst>
                                    <p:cond delay="0"/>
                                  </p:stCondLst>
                                  <p:iterate type="wd">
                                    <p:tmPct val="0"/>
                                  </p:iterate>
                                  <p:childTnLst>
                                    <p:anim calcmode="lin" valueType="num">
                                      <p:cBhvr>
                                        <p:cTn id="64" dur="500"/>
                                        <p:tgtEl>
                                          <p:spTgt spid="8">
                                            <p:txEl>
                                              <p:pRg st="0" end="0"/>
                                            </p:txEl>
                                          </p:spTgt>
                                        </p:tgtEl>
                                        <p:attrNameLst>
                                          <p:attrName>ppt_w</p:attrName>
                                        </p:attrNameLst>
                                      </p:cBhvr>
                                      <p:tavLst>
                                        <p:tav tm="0">
                                          <p:val>
                                            <p:strVal val="ppt_w"/>
                                          </p:val>
                                        </p:tav>
                                        <p:tav tm="100000">
                                          <p:val>
                                            <p:fltVal val="0"/>
                                          </p:val>
                                        </p:tav>
                                      </p:tavLst>
                                    </p:anim>
                                    <p:anim calcmode="lin" valueType="num">
                                      <p:cBhvr>
                                        <p:cTn id="65"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66" dur="500"/>
                                        <p:tgtEl>
                                          <p:spTgt spid="8">
                                            <p:txEl>
                                              <p:pRg st="0" end="0"/>
                                            </p:txEl>
                                          </p:spTgt>
                                        </p:tgtEl>
                                      </p:cBhvr>
                                    </p:animEffect>
                                    <p:set>
                                      <p:cBhvr>
                                        <p:cTn id="67" dur="1" fill="hold">
                                          <p:stCondLst>
                                            <p:cond delay="499"/>
                                          </p:stCondLst>
                                        </p:cTn>
                                        <p:tgtEl>
                                          <p:spTgt spid="8">
                                            <p:txEl>
                                              <p:pRg st="0" end="0"/>
                                            </p:txEl>
                                          </p:spTgt>
                                        </p:tgtEl>
                                        <p:attrNameLst>
                                          <p:attrName>style.visibility</p:attrName>
                                        </p:attrNameLst>
                                      </p:cBhvr>
                                      <p:to>
                                        <p:strVal val="hidden"/>
                                      </p:to>
                                    </p:set>
                                  </p:childTnLst>
                                </p:cTn>
                              </p:par>
                              <p:par>
                                <p:cTn id="68" presetID="53" presetClass="exit" presetSubtype="32" fill="hold" grpId="1" nodeType="withEffect">
                                  <p:stCondLst>
                                    <p:cond delay="0"/>
                                  </p:stCondLst>
                                  <p:iterate type="wd">
                                    <p:tmPct val="0"/>
                                  </p:iterate>
                                  <p:childTnLst>
                                    <p:anim calcmode="lin" valueType="num">
                                      <p:cBhvr>
                                        <p:cTn id="69" dur="500"/>
                                        <p:tgtEl>
                                          <p:spTgt spid="8">
                                            <p:txEl>
                                              <p:pRg st="2" end="2"/>
                                            </p:txEl>
                                          </p:spTgt>
                                        </p:tgtEl>
                                        <p:attrNameLst>
                                          <p:attrName>ppt_w</p:attrName>
                                        </p:attrNameLst>
                                      </p:cBhvr>
                                      <p:tavLst>
                                        <p:tav tm="0">
                                          <p:val>
                                            <p:strVal val="ppt_w"/>
                                          </p:val>
                                        </p:tav>
                                        <p:tav tm="100000">
                                          <p:val>
                                            <p:fltVal val="0"/>
                                          </p:val>
                                        </p:tav>
                                      </p:tavLst>
                                    </p:anim>
                                    <p:anim calcmode="lin" valueType="num">
                                      <p:cBhvr>
                                        <p:cTn id="70" dur="500"/>
                                        <p:tgtEl>
                                          <p:spTgt spid="8">
                                            <p:txEl>
                                              <p:pRg st="2" end="2"/>
                                            </p:txEl>
                                          </p:spTgt>
                                        </p:tgtEl>
                                        <p:attrNameLst>
                                          <p:attrName>ppt_h</p:attrName>
                                        </p:attrNameLst>
                                      </p:cBhvr>
                                      <p:tavLst>
                                        <p:tav tm="0">
                                          <p:val>
                                            <p:strVal val="ppt_h"/>
                                          </p:val>
                                        </p:tav>
                                        <p:tav tm="100000">
                                          <p:val>
                                            <p:fltVal val="0"/>
                                          </p:val>
                                        </p:tav>
                                      </p:tavLst>
                                    </p:anim>
                                    <p:animEffect transition="out" filter="fade">
                                      <p:cBhvr>
                                        <p:cTn id="71" dur="500"/>
                                        <p:tgtEl>
                                          <p:spTgt spid="8">
                                            <p:txEl>
                                              <p:pRg st="2" end="2"/>
                                            </p:txEl>
                                          </p:spTgt>
                                        </p:tgtEl>
                                      </p:cBhvr>
                                    </p:animEffect>
                                    <p:set>
                                      <p:cBhvr>
                                        <p:cTn id="72" dur="1" fill="hold">
                                          <p:stCondLst>
                                            <p:cond delay="499"/>
                                          </p:stCondLst>
                                        </p:cTn>
                                        <p:tgtEl>
                                          <p:spTgt spid="8">
                                            <p:txEl>
                                              <p:pRg st="2" end="2"/>
                                            </p:txEl>
                                          </p:spTgt>
                                        </p:tgtEl>
                                        <p:attrNameLst>
                                          <p:attrName>style.visibility</p:attrName>
                                        </p:attrNameLst>
                                      </p:cBhvr>
                                      <p:to>
                                        <p:strVal val="hidden"/>
                                      </p:to>
                                    </p:set>
                                  </p:childTnLst>
                                </p:cTn>
                              </p:par>
                              <p:par>
                                <p:cTn id="73" presetID="53" presetClass="exit" presetSubtype="32" fill="hold" grpId="1" nodeType="withEffect">
                                  <p:stCondLst>
                                    <p:cond delay="0"/>
                                  </p:stCondLst>
                                  <p:iterate type="wd">
                                    <p:tmPct val="0"/>
                                  </p:iterate>
                                  <p:childTnLst>
                                    <p:anim calcmode="lin" valueType="num">
                                      <p:cBhvr>
                                        <p:cTn id="74" dur="500"/>
                                        <p:tgtEl>
                                          <p:spTgt spid="8">
                                            <p:txEl>
                                              <p:pRg st="3" end="3"/>
                                            </p:txEl>
                                          </p:spTgt>
                                        </p:tgtEl>
                                        <p:attrNameLst>
                                          <p:attrName>ppt_w</p:attrName>
                                        </p:attrNameLst>
                                      </p:cBhvr>
                                      <p:tavLst>
                                        <p:tav tm="0">
                                          <p:val>
                                            <p:strVal val="ppt_w"/>
                                          </p:val>
                                        </p:tav>
                                        <p:tav tm="100000">
                                          <p:val>
                                            <p:fltVal val="0"/>
                                          </p:val>
                                        </p:tav>
                                      </p:tavLst>
                                    </p:anim>
                                    <p:anim calcmode="lin" valueType="num">
                                      <p:cBhvr>
                                        <p:cTn id="75" dur="500"/>
                                        <p:tgtEl>
                                          <p:spTgt spid="8">
                                            <p:txEl>
                                              <p:pRg st="3" end="3"/>
                                            </p:txEl>
                                          </p:spTgt>
                                        </p:tgtEl>
                                        <p:attrNameLst>
                                          <p:attrName>ppt_h</p:attrName>
                                        </p:attrNameLst>
                                      </p:cBhvr>
                                      <p:tavLst>
                                        <p:tav tm="0">
                                          <p:val>
                                            <p:strVal val="ppt_h"/>
                                          </p:val>
                                        </p:tav>
                                        <p:tav tm="100000">
                                          <p:val>
                                            <p:fltVal val="0"/>
                                          </p:val>
                                        </p:tav>
                                      </p:tavLst>
                                    </p:anim>
                                    <p:animEffect transition="out" filter="fade">
                                      <p:cBhvr>
                                        <p:cTn id="76" dur="500"/>
                                        <p:tgtEl>
                                          <p:spTgt spid="8">
                                            <p:txEl>
                                              <p:pRg st="3" end="3"/>
                                            </p:txEl>
                                          </p:spTgt>
                                        </p:tgtEl>
                                      </p:cBhvr>
                                    </p:animEffect>
                                    <p:set>
                                      <p:cBhvr>
                                        <p:cTn id="77" dur="1" fill="hold">
                                          <p:stCondLst>
                                            <p:cond delay="499"/>
                                          </p:stCondLst>
                                        </p:cTn>
                                        <p:tgtEl>
                                          <p:spTgt spid="8">
                                            <p:txEl>
                                              <p:pRg st="3" end="3"/>
                                            </p:txEl>
                                          </p:spTgt>
                                        </p:tgtEl>
                                        <p:attrNameLst>
                                          <p:attrName>style.visibility</p:attrName>
                                        </p:attrNameLst>
                                      </p:cBhvr>
                                      <p:to>
                                        <p:strVal val="hidden"/>
                                      </p:to>
                                    </p:set>
                                  </p:childTnLst>
                                </p:cTn>
                              </p:par>
                              <p:par>
                                <p:cTn id="78" presetID="53" presetClass="exit" presetSubtype="32" fill="hold" grpId="1" nodeType="withEffect">
                                  <p:stCondLst>
                                    <p:cond delay="0"/>
                                  </p:stCondLst>
                                  <p:iterate type="wd">
                                    <p:tmPct val="0"/>
                                  </p:iterate>
                                  <p:childTnLst>
                                    <p:anim calcmode="lin" valueType="num">
                                      <p:cBhvr>
                                        <p:cTn id="79" dur="500"/>
                                        <p:tgtEl>
                                          <p:spTgt spid="8">
                                            <p:txEl>
                                              <p:pRg st="4" end="4"/>
                                            </p:txEl>
                                          </p:spTgt>
                                        </p:tgtEl>
                                        <p:attrNameLst>
                                          <p:attrName>ppt_w</p:attrName>
                                        </p:attrNameLst>
                                      </p:cBhvr>
                                      <p:tavLst>
                                        <p:tav tm="0">
                                          <p:val>
                                            <p:strVal val="ppt_w"/>
                                          </p:val>
                                        </p:tav>
                                        <p:tav tm="100000">
                                          <p:val>
                                            <p:fltVal val="0"/>
                                          </p:val>
                                        </p:tav>
                                      </p:tavLst>
                                    </p:anim>
                                    <p:anim calcmode="lin" valueType="num">
                                      <p:cBhvr>
                                        <p:cTn id="80" dur="500"/>
                                        <p:tgtEl>
                                          <p:spTgt spid="8">
                                            <p:txEl>
                                              <p:pRg st="4" end="4"/>
                                            </p:txEl>
                                          </p:spTgt>
                                        </p:tgtEl>
                                        <p:attrNameLst>
                                          <p:attrName>ppt_h</p:attrName>
                                        </p:attrNameLst>
                                      </p:cBhvr>
                                      <p:tavLst>
                                        <p:tav tm="0">
                                          <p:val>
                                            <p:strVal val="ppt_h"/>
                                          </p:val>
                                        </p:tav>
                                        <p:tav tm="100000">
                                          <p:val>
                                            <p:fltVal val="0"/>
                                          </p:val>
                                        </p:tav>
                                      </p:tavLst>
                                    </p:anim>
                                    <p:animEffect transition="out" filter="fade">
                                      <p:cBhvr>
                                        <p:cTn id="81" dur="500"/>
                                        <p:tgtEl>
                                          <p:spTgt spid="8">
                                            <p:txEl>
                                              <p:pRg st="4" end="4"/>
                                            </p:txEl>
                                          </p:spTgt>
                                        </p:tgtEl>
                                      </p:cBhvr>
                                    </p:animEffect>
                                    <p:set>
                                      <p:cBhvr>
                                        <p:cTn id="82" dur="1" fill="hold">
                                          <p:stCondLst>
                                            <p:cond delay="499"/>
                                          </p:stCondLst>
                                        </p:cTn>
                                        <p:tgtEl>
                                          <p:spTgt spid="8">
                                            <p:txEl>
                                              <p:pRg st="4" end="4"/>
                                            </p:txEl>
                                          </p:spTgt>
                                        </p:tgtEl>
                                        <p:attrNameLst>
                                          <p:attrName>style.visibility</p:attrName>
                                        </p:attrNameLst>
                                      </p:cBhvr>
                                      <p:to>
                                        <p:strVal val="hidden"/>
                                      </p:to>
                                    </p:set>
                                  </p:childTnLst>
                                </p:cTn>
                              </p:par>
                              <p:par>
                                <p:cTn id="83" presetID="53" presetClass="exit" presetSubtype="32" fill="hold" grpId="1" nodeType="withEffect">
                                  <p:stCondLst>
                                    <p:cond delay="0"/>
                                  </p:stCondLst>
                                  <p:iterate type="wd">
                                    <p:tmPct val="0"/>
                                  </p:iterate>
                                  <p:childTnLst>
                                    <p:anim calcmode="lin" valueType="num">
                                      <p:cBhvr>
                                        <p:cTn id="84" dur="500"/>
                                        <p:tgtEl>
                                          <p:spTgt spid="8">
                                            <p:txEl>
                                              <p:pRg st="5" end="5"/>
                                            </p:txEl>
                                          </p:spTgt>
                                        </p:tgtEl>
                                        <p:attrNameLst>
                                          <p:attrName>ppt_w</p:attrName>
                                        </p:attrNameLst>
                                      </p:cBhvr>
                                      <p:tavLst>
                                        <p:tav tm="0">
                                          <p:val>
                                            <p:strVal val="ppt_w"/>
                                          </p:val>
                                        </p:tav>
                                        <p:tav tm="100000">
                                          <p:val>
                                            <p:fltVal val="0"/>
                                          </p:val>
                                        </p:tav>
                                      </p:tavLst>
                                    </p:anim>
                                    <p:anim calcmode="lin" valueType="num">
                                      <p:cBhvr>
                                        <p:cTn id="85" dur="500"/>
                                        <p:tgtEl>
                                          <p:spTgt spid="8">
                                            <p:txEl>
                                              <p:pRg st="5" end="5"/>
                                            </p:txEl>
                                          </p:spTgt>
                                        </p:tgtEl>
                                        <p:attrNameLst>
                                          <p:attrName>ppt_h</p:attrName>
                                        </p:attrNameLst>
                                      </p:cBhvr>
                                      <p:tavLst>
                                        <p:tav tm="0">
                                          <p:val>
                                            <p:strVal val="ppt_h"/>
                                          </p:val>
                                        </p:tav>
                                        <p:tav tm="100000">
                                          <p:val>
                                            <p:fltVal val="0"/>
                                          </p:val>
                                        </p:tav>
                                      </p:tavLst>
                                    </p:anim>
                                    <p:animEffect transition="out" filter="fade">
                                      <p:cBhvr>
                                        <p:cTn id="86" dur="500"/>
                                        <p:tgtEl>
                                          <p:spTgt spid="8">
                                            <p:txEl>
                                              <p:pRg st="5" end="5"/>
                                            </p:txEl>
                                          </p:spTgt>
                                        </p:tgtEl>
                                      </p:cBhvr>
                                    </p:animEffect>
                                    <p:set>
                                      <p:cBhvr>
                                        <p:cTn id="87" dur="1" fill="hold">
                                          <p:stCondLst>
                                            <p:cond delay="499"/>
                                          </p:stCondLst>
                                        </p:cTn>
                                        <p:tgtEl>
                                          <p:spTgt spid="8">
                                            <p:txEl>
                                              <p:pRg st="5" end="5"/>
                                            </p:txEl>
                                          </p:spTgt>
                                        </p:tgtEl>
                                        <p:attrNameLst>
                                          <p:attrName>style.visibility</p:attrName>
                                        </p:attrNameLst>
                                      </p:cBhvr>
                                      <p:to>
                                        <p:strVal val="hidden"/>
                                      </p:to>
                                    </p:set>
                                  </p:childTnLst>
                                </p:cTn>
                              </p:par>
                              <p:par>
                                <p:cTn id="88" presetID="53" presetClass="exit" presetSubtype="32" fill="hold" grpId="1" nodeType="withEffect">
                                  <p:stCondLst>
                                    <p:cond delay="0"/>
                                  </p:stCondLst>
                                  <p:iterate type="wd">
                                    <p:tmPct val="0"/>
                                  </p:iterate>
                                  <p:childTnLst>
                                    <p:anim calcmode="lin" valueType="num">
                                      <p:cBhvr>
                                        <p:cTn id="89" dur="500"/>
                                        <p:tgtEl>
                                          <p:spTgt spid="8">
                                            <p:txEl>
                                              <p:pRg st="7" end="7"/>
                                            </p:txEl>
                                          </p:spTgt>
                                        </p:tgtEl>
                                        <p:attrNameLst>
                                          <p:attrName>ppt_w</p:attrName>
                                        </p:attrNameLst>
                                      </p:cBhvr>
                                      <p:tavLst>
                                        <p:tav tm="0">
                                          <p:val>
                                            <p:strVal val="ppt_w"/>
                                          </p:val>
                                        </p:tav>
                                        <p:tav tm="100000">
                                          <p:val>
                                            <p:fltVal val="0"/>
                                          </p:val>
                                        </p:tav>
                                      </p:tavLst>
                                    </p:anim>
                                    <p:anim calcmode="lin" valueType="num">
                                      <p:cBhvr>
                                        <p:cTn id="90" dur="500"/>
                                        <p:tgtEl>
                                          <p:spTgt spid="8">
                                            <p:txEl>
                                              <p:pRg st="7" end="7"/>
                                            </p:txEl>
                                          </p:spTgt>
                                        </p:tgtEl>
                                        <p:attrNameLst>
                                          <p:attrName>ppt_h</p:attrName>
                                        </p:attrNameLst>
                                      </p:cBhvr>
                                      <p:tavLst>
                                        <p:tav tm="0">
                                          <p:val>
                                            <p:strVal val="ppt_h"/>
                                          </p:val>
                                        </p:tav>
                                        <p:tav tm="100000">
                                          <p:val>
                                            <p:fltVal val="0"/>
                                          </p:val>
                                        </p:tav>
                                      </p:tavLst>
                                    </p:anim>
                                    <p:animEffect transition="out" filter="fade">
                                      <p:cBhvr>
                                        <p:cTn id="91" dur="500"/>
                                        <p:tgtEl>
                                          <p:spTgt spid="8">
                                            <p:txEl>
                                              <p:pRg st="7" end="7"/>
                                            </p:txEl>
                                          </p:spTgt>
                                        </p:tgtEl>
                                      </p:cBhvr>
                                    </p:animEffect>
                                    <p:set>
                                      <p:cBhvr>
                                        <p:cTn id="92" dur="1" fill="hold">
                                          <p:stCondLst>
                                            <p:cond delay="499"/>
                                          </p:stCondLst>
                                        </p:cTn>
                                        <p:tgtEl>
                                          <p:spTgt spid="8">
                                            <p:txEl>
                                              <p:pRg st="7" end="7"/>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5" grpId="0" build="allAtOnce"/>
      <p:bldP spid="5" grpId="1" build="allAtOnce"/>
      <p:bldP spid="8" grpId="0" build="allAtOnce"/>
      <p:bldP spid="8" grpId="1" build="allAtOnce"/>
    </p:bld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3D5A3EB9-29F1-882E-8BB6-6AA15BF421E9}"/>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6652FE0A-14BA-AA6E-6815-684BE164E05C}"/>
              </a:ext>
            </a:extLst>
          </p:cNvPr>
          <p:cNvSpPr/>
          <p:nvPr/>
        </p:nvSpPr>
        <p:spPr>
          <a:xfrm>
            <a:off x="1219473" y="1289227"/>
            <a:ext cx="6705054" cy="521485"/>
          </a:xfrm>
          <a:prstGeom prst="roundRect">
            <a:avLst/>
          </a:prstGeom>
          <a:solidFill>
            <a:srgbClr val="00FF66">
              <a:alpha val="15000"/>
            </a:srgbClr>
          </a:solidFill>
          <a:ln w="25400">
            <a:solidFill>
              <a:srgbClr val="00FF66"/>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8E616467-38FB-D080-950F-2EB4B2C4D208}"/>
              </a:ext>
            </a:extLst>
          </p:cNvPr>
          <p:cNvSpPr/>
          <p:nvPr/>
        </p:nvSpPr>
        <p:spPr>
          <a:xfrm>
            <a:off x="274318" y="6191790"/>
            <a:ext cx="8595360" cy="45719"/>
          </a:xfrm>
          <a:prstGeom prst="rect">
            <a:avLst/>
          </a:prstGeom>
          <a:solidFill>
            <a:srgbClr val="00FF66"/>
          </a:solidFill>
          <a:ln>
            <a:solidFill>
              <a:srgbClr val="00F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370DF4E-AFD6-2FB1-941B-F64812806AB1}"/>
              </a:ext>
            </a:extLst>
          </p:cNvPr>
          <p:cNvSpPr/>
          <p:nvPr/>
        </p:nvSpPr>
        <p:spPr>
          <a:xfrm>
            <a:off x="274319" y="497840"/>
            <a:ext cx="8595360" cy="45719"/>
          </a:xfrm>
          <a:prstGeom prst="rect">
            <a:avLst/>
          </a:prstGeom>
          <a:solidFill>
            <a:srgbClr val="00FF66"/>
          </a:solidFill>
          <a:ln>
            <a:solidFill>
              <a:srgbClr val="00F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AEFC2060-50DB-671A-3F94-950B38E88BA2}"/>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D154A81B-90A0-FFC1-21D1-E4A42E9CF05D}"/>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084DC7FD-B815-0761-8114-1A8FB9C14A5E}"/>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6" name="Rounded Rectangle 5">
            <a:extLst>
              <a:ext uri="{FF2B5EF4-FFF2-40B4-BE49-F238E27FC236}">
                <a16:creationId xmlns:a16="http://schemas.microsoft.com/office/drawing/2014/main" id="{14159E1E-6278-E590-535E-7C4CEB226069}"/>
              </a:ext>
            </a:extLst>
          </p:cNvPr>
          <p:cNvSpPr/>
          <p:nvPr/>
        </p:nvSpPr>
        <p:spPr>
          <a:xfrm>
            <a:off x="1219473" y="2128519"/>
            <a:ext cx="6705054" cy="3405717"/>
          </a:xfrm>
          <a:prstGeom prst="roundRect">
            <a:avLst>
              <a:gd name="adj" fmla="val 2049"/>
            </a:avLst>
          </a:prstGeom>
          <a:solidFill>
            <a:srgbClr val="00FF66">
              <a:alpha val="15000"/>
            </a:srgbClr>
          </a:solidFill>
          <a:ln w="25400">
            <a:solidFill>
              <a:srgbClr val="00FF66"/>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E9314BFE-7883-1069-CDC4-8BBAEDEBBCBC}"/>
              </a:ext>
            </a:extLst>
          </p:cNvPr>
          <p:cNvSpPr txBox="1"/>
          <p:nvPr/>
        </p:nvSpPr>
        <p:spPr>
          <a:xfrm>
            <a:off x="1184078" y="134904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PoSy vs. Competitors</a:t>
            </a:r>
            <a:endParaRPr lang="en-US" sz="2000" b="1" spc="300" dirty="0">
              <a:solidFill>
                <a:schemeClr val="bg1"/>
              </a:solidFill>
              <a:latin typeface="Orbitron Black" pitchFamily="2" charset="0"/>
            </a:endParaRPr>
          </a:p>
        </p:txBody>
      </p:sp>
      <p:sp>
        <p:nvSpPr>
          <p:cNvPr id="8" name="TextBox 7">
            <a:extLst>
              <a:ext uri="{FF2B5EF4-FFF2-40B4-BE49-F238E27FC236}">
                <a16:creationId xmlns:a16="http://schemas.microsoft.com/office/drawing/2014/main" id="{A620F279-EE8F-B544-0D2B-1BB77709392A}"/>
              </a:ext>
            </a:extLst>
          </p:cNvPr>
          <p:cNvSpPr txBox="1"/>
          <p:nvPr/>
        </p:nvSpPr>
        <p:spPr>
          <a:xfrm>
            <a:off x="1184078" y="2254459"/>
            <a:ext cx="6705054" cy="3139321"/>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PoW: Energy-wasteful</a:t>
            </a:r>
          </a:p>
          <a:p>
            <a:endParaRPr lang="en-US" dirty="0">
              <a:solidFill>
                <a:schemeClr val="bg1"/>
              </a:solidFill>
              <a:latin typeface="Inter" panose="02000503000000020004" pitchFamily="2" charset="0"/>
              <a:ea typeface="Inter" panose="02000503000000020004" pitchFamily="2" charset="0"/>
            </a:endParaRPr>
          </a:p>
          <a:p>
            <a:r>
              <a:rPr lang="en-US" dirty="0" err="1">
                <a:solidFill>
                  <a:schemeClr val="bg1"/>
                </a:solidFill>
                <a:latin typeface="Inter" panose="02000503000000020004" pitchFamily="2" charset="0"/>
                <a:ea typeface="Inter" panose="02000503000000020004" pitchFamily="2" charset="0"/>
              </a:rPr>
              <a:t>PoS</a:t>
            </a:r>
            <a:r>
              <a:rPr lang="en-US" dirty="0">
                <a:solidFill>
                  <a:schemeClr val="bg1"/>
                </a:solidFill>
                <a:latin typeface="Inter" panose="02000503000000020004" pitchFamily="2" charset="0"/>
                <a:ea typeface="Inter" panose="02000503000000020004" pitchFamily="2" charset="0"/>
              </a:rPr>
              <a:t>: Wealth-concentrated</a:t>
            </a:r>
          </a:p>
          <a:p>
            <a:endParaRPr lang="en-US" dirty="0">
              <a:solidFill>
                <a:schemeClr val="bg1"/>
              </a:solidFill>
              <a:latin typeface="Inter" panose="02000503000000020004" pitchFamily="2" charset="0"/>
              <a:ea typeface="Inter" panose="02000503000000020004" pitchFamily="2" charset="0"/>
            </a:endParaRPr>
          </a:p>
          <a:p>
            <a:r>
              <a:rPr lang="en-US" dirty="0" err="1">
                <a:solidFill>
                  <a:schemeClr val="bg1"/>
                </a:solidFill>
                <a:latin typeface="Inter" panose="02000503000000020004" pitchFamily="2" charset="0"/>
                <a:ea typeface="Inter" panose="02000503000000020004" pitchFamily="2" charset="0"/>
              </a:rPr>
              <a:t>DPoS</a:t>
            </a:r>
            <a:r>
              <a:rPr lang="en-US" dirty="0">
                <a:solidFill>
                  <a:schemeClr val="bg1"/>
                </a:solidFill>
                <a:latin typeface="Inter" panose="02000503000000020004" pitchFamily="2" charset="0"/>
                <a:ea typeface="Inter" panose="02000503000000020004" pitchFamily="2" charset="0"/>
              </a:rPr>
              <a:t>: Centralized by delegates</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PoSy: Cooperative, scalable, sybil-resistant, reputation-weighted</a:t>
            </a:r>
          </a:p>
          <a:p>
            <a:endParaRPr lang="en-US" dirty="0">
              <a:solidFill>
                <a:schemeClr val="bg1"/>
              </a:solidFill>
              <a:latin typeface="Inter" panose="02000503000000020004" pitchFamily="2" charset="0"/>
              <a:ea typeface="Inter" panose="02000503000000020004" pitchFamily="2" charset="0"/>
            </a:endParaRPr>
          </a:p>
          <a:p>
            <a:pPr algn="ctr"/>
            <a:r>
              <a:rPr lang="en-US" dirty="0">
                <a:solidFill>
                  <a:schemeClr val="bg1"/>
                </a:solidFill>
                <a:latin typeface="Inter" panose="02000503000000020004" pitchFamily="2" charset="0"/>
                <a:ea typeface="Inter" panose="02000503000000020004" pitchFamily="2" charset="0"/>
              </a:rPr>
              <a:t>PoSy is a genuinely new consensus model</a:t>
            </a:r>
          </a:p>
          <a:p>
            <a:pPr algn="ctr"/>
            <a:r>
              <a:rPr lang="en-US" dirty="0">
                <a:solidFill>
                  <a:schemeClr val="bg1"/>
                </a:solidFill>
                <a:latin typeface="Inter" panose="02000503000000020004" pitchFamily="2" charset="0"/>
                <a:ea typeface="Inter" panose="02000503000000020004" pitchFamily="2" charset="0"/>
              </a:rPr>
              <a:t>built for the multi-chain era.</a:t>
            </a:r>
          </a:p>
        </p:txBody>
      </p:sp>
    </p:spTree>
    <p:extLst>
      <p:ext uri="{BB962C8B-B14F-4D97-AF65-F5344CB8AC3E}">
        <p14:creationId xmlns:p14="http://schemas.microsoft.com/office/powerpoint/2010/main" val="19992235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ou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p:cTn id="17"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iterate type="wd">
                                    <p:tmPct val="10000"/>
                                  </p:iterate>
                                  <p:childTnLst>
                                    <p:set>
                                      <p:cBhvr>
                                        <p:cTn id="23" dur="1" fill="hold">
                                          <p:stCondLst>
                                            <p:cond delay="0"/>
                                          </p:stCondLst>
                                        </p:cTn>
                                        <p:tgtEl>
                                          <p:spTgt spid="8">
                                            <p:txEl>
                                              <p:pRg st="0" end="0"/>
                                            </p:txEl>
                                          </p:spTgt>
                                        </p:tgtEl>
                                        <p:attrNameLst>
                                          <p:attrName>style.visibility</p:attrName>
                                        </p:attrNameLst>
                                      </p:cBhvr>
                                      <p:to>
                                        <p:strVal val="visible"/>
                                      </p:to>
                                    </p:set>
                                    <p:anim calcmode="lin" valueType="num">
                                      <p:cBhvr additive="base">
                                        <p:cTn id="24"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down)">
                                      <p:cBhvr>
                                        <p:cTn id="25" dur="500"/>
                                        <p:tgtEl>
                                          <p:spTgt spid="8">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iterate type="wd">
                                    <p:tmPct val="10000"/>
                                  </p:iterate>
                                  <p:childTnLst>
                                    <p:set>
                                      <p:cBhvr>
                                        <p:cTn id="29" dur="1" fill="hold">
                                          <p:stCondLst>
                                            <p:cond delay="0"/>
                                          </p:stCondLst>
                                        </p:cTn>
                                        <p:tgtEl>
                                          <p:spTgt spid="8">
                                            <p:txEl>
                                              <p:pRg st="2" end="2"/>
                                            </p:txEl>
                                          </p:spTgt>
                                        </p:tgtEl>
                                        <p:attrNameLst>
                                          <p:attrName>style.visibility</p:attrName>
                                        </p:attrNameLst>
                                      </p:cBhvr>
                                      <p:to>
                                        <p:strVal val="visible"/>
                                      </p:to>
                                    </p:set>
                                    <p:anim calcmode="lin" valueType="num">
                                      <p:cBhvr additive="base">
                                        <p:cTn id="30" dur="500"/>
                                        <p:tgtEl>
                                          <p:spTgt spid="8">
                                            <p:txEl>
                                              <p:pRg st="2" end="2"/>
                                            </p:txEl>
                                          </p:spTgt>
                                        </p:tgtEl>
                                        <p:attrNameLst>
                                          <p:attrName>ppt_y</p:attrName>
                                        </p:attrNameLst>
                                      </p:cBhvr>
                                      <p:tavLst>
                                        <p:tav tm="0">
                                          <p:val>
                                            <p:strVal val="#ppt_y-#ppt_h*1.125000"/>
                                          </p:val>
                                        </p:tav>
                                        <p:tav tm="100000">
                                          <p:val>
                                            <p:strVal val="#ppt_y"/>
                                          </p:val>
                                        </p:tav>
                                      </p:tavLst>
                                    </p:anim>
                                    <p:animEffect transition="in" filter="wipe(down)">
                                      <p:cBhvr>
                                        <p:cTn id="31" dur="500"/>
                                        <p:tgtEl>
                                          <p:spTgt spid="8">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iterate type="wd">
                                    <p:tmPct val="10000"/>
                                  </p:iterate>
                                  <p:childTnLst>
                                    <p:set>
                                      <p:cBhvr>
                                        <p:cTn id="35" dur="1" fill="hold">
                                          <p:stCondLst>
                                            <p:cond delay="0"/>
                                          </p:stCondLst>
                                        </p:cTn>
                                        <p:tgtEl>
                                          <p:spTgt spid="8">
                                            <p:txEl>
                                              <p:pRg st="4" end="4"/>
                                            </p:txEl>
                                          </p:spTgt>
                                        </p:tgtEl>
                                        <p:attrNameLst>
                                          <p:attrName>style.visibility</p:attrName>
                                        </p:attrNameLst>
                                      </p:cBhvr>
                                      <p:to>
                                        <p:strVal val="visible"/>
                                      </p:to>
                                    </p:set>
                                    <p:anim calcmode="lin" valueType="num">
                                      <p:cBhvr additive="base">
                                        <p:cTn id="36" dur="500"/>
                                        <p:tgtEl>
                                          <p:spTgt spid="8">
                                            <p:txEl>
                                              <p:pRg st="4" end="4"/>
                                            </p:txEl>
                                          </p:spTgt>
                                        </p:tgtEl>
                                        <p:attrNameLst>
                                          <p:attrName>ppt_y</p:attrName>
                                        </p:attrNameLst>
                                      </p:cBhvr>
                                      <p:tavLst>
                                        <p:tav tm="0">
                                          <p:val>
                                            <p:strVal val="#ppt_y-#ppt_h*1.125000"/>
                                          </p:val>
                                        </p:tav>
                                        <p:tav tm="100000">
                                          <p:val>
                                            <p:strVal val="#ppt_y"/>
                                          </p:val>
                                        </p:tav>
                                      </p:tavLst>
                                    </p:anim>
                                    <p:animEffect transition="in" filter="wipe(down)">
                                      <p:cBhvr>
                                        <p:cTn id="37" dur="500"/>
                                        <p:tgtEl>
                                          <p:spTgt spid="8">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wd">
                                    <p:tmPct val="10000"/>
                                  </p:iterate>
                                  <p:childTnLst>
                                    <p:set>
                                      <p:cBhvr>
                                        <p:cTn id="41" dur="1" fill="hold">
                                          <p:stCondLst>
                                            <p:cond delay="0"/>
                                          </p:stCondLst>
                                        </p:cTn>
                                        <p:tgtEl>
                                          <p:spTgt spid="8">
                                            <p:txEl>
                                              <p:pRg st="6" end="6"/>
                                            </p:txEl>
                                          </p:spTgt>
                                        </p:tgtEl>
                                        <p:attrNameLst>
                                          <p:attrName>style.visibility</p:attrName>
                                        </p:attrNameLst>
                                      </p:cBhvr>
                                      <p:to>
                                        <p:strVal val="visible"/>
                                      </p:to>
                                    </p:set>
                                    <p:anim calcmode="lin" valueType="num">
                                      <p:cBhvr additive="base">
                                        <p:cTn id="42" dur="500"/>
                                        <p:tgtEl>
                                          <p:spTgt spid="8">
                                            <p:txEl>
                                              <p:pRg st="6" end="6"/>
                                            </p:txEl>
                                          </p:spTgt>
                                        </p:tgtEl>
                                        <p:attrNameLst>
                                          <p:attrName>ppt_y</p:attrName>
                                        </p:attrNameLst>
                                      </p:cBhvr>
                                      <p:tavLst>
                                        <p:tav tm="0">
                                          <p:val>
                                            <p:strVal val="#ppt_y-#ppt_h*1.125000"/>
                                          </p:val>
                                        </p:tav>
                                        <p:tav tm="100000">
                                          <p:val>
                                            <p:strVal val="#ppt_y"/>
                                          </p:val>
                                        </p:tav>
                                      </p:tavLst>
                                    </p:anim>
                                    <p:animEffect transition="in" filter="wipe(down)">
                                      <p:cBhvr>
                                        <p:cTn id="43" dur="500"/>
                                        <p:tgtEl>
                                          <p:spTgt spid="8">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grpId="0" nodeType="clickEffect">
                                  <p:stCondLst>
                                    <p:cond delay="0"/>
                                  </p:stCondLst>
                                  <p:iterate type="wd">
                                    <p:tmPct val="10000"/>
                                  </p:iterate>
                                  <p:childTnLst>
                                    <p:set>
                                      <p:cBhvr>
                                        <p:cTn id="47" dur="1" fill="hold">
                                          <p:stCondLst>
                                            <p:cond delay="0"/>
                                          </p:stCondLst>
                                        </p:cTn>
                                        <p:tgtEl>
                                          <p:spTgt spid="8">
                                            <p:txEl>
                                              <p:pRg st="8" end="8"/>
                                            </p:txEl>
                                          </p:spTgt>
                                        </p:tgtEl>
                                        <p:attrNameLst>
                                          <p:attrName>style.visibility</p:attrName>
                                        </p:attrNameLst>
                                      </p:cBhvr>
                                      <p:to>
                                        <p:strVal val="visible"/>
                                      </p:to>
                                    </p:set>
                                    <p:anim calcmode="lin" valueType="num">
                                      <p:cBhvr additive="base">
                                        <p:cTn id="48" dur="500"/>
                                        <p:tgtEl>
                                          <p:spTgt spid="8">
                                            <p:txEl>
                                              <p:pRg st="8" end="8"/>
                                            </p:txEl>
                                          </p:spTgt>
                                        </p:tgtEl>
                                        <p:attrNameLst>
                                          <p:attrName>ppt_y</p:attrName>
                                        </p:attrNameLst>
                                      </p:cBhvr>
                                      <p:tavLst>
                                        <p:tav tm="0">
                                          <p:val>
                                            <p:strVal val="#ppt_y-#ppt_h*1.125000"/>
                                          </p:val>
                                        </p:tav>
                                        <p:tav tm="100000">
                                          <p:val>
                                            <p:strVal val="#ppt_y"/>
                                          </p:val>
                                        </p:tav>
                                      </p:tavLst>
                                    </p:anim>
                                    <p:animEffect transition="in" filter="wipe(down)">
                                      <p:cBhvr>
                                        <p:cTn id="49" dur="500"/>
                                        <p:tgtEl>
                                          <p:spTgt spid="8">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2" presetClass="entr" presetSubtype="1" fill="hold" grpId="0" nodeType="clickEffect">
                                  <p:stCondLst>
                                    <p:cond delay="0"/>
                                  </p:stCondLst>
                                  <p:iterate type="wd">
                                    <p:tmPct val="10000"/>
                                  </p:iterate>
                                  <p:childTnLst>
                                    <p:set>
                                      <p:cBhvr>
                                        <p:cTn id="53" dur="1" fill="hold">
                                          <p:stCondLst>
                                            <p:cond delay="0"/>
                                          </p:stCondLst>
                                        </p:cTn>
                                        <p:tgtEl>
                                          <p:spTgt spid="8">
                                            <p:txEl>
                                              <p:pRg st="9" end="9"/>
                                            </p:txEl>
                                          </p:spTgt>
                                        </p:tgtEl>
                                        <p:attrNameLst>
                                          <p:attrName>style.visibility</p:attrName>
                                        </p:attrNameLst>
                                      </p:cBhvr>
                                      <p:to>
                                        <p:strVal val="visible"/>
                                      </p:to>
                                    </p:set>
                                    <p:anim calcmode="lin" valueType="num">
                                      <p:cBhvr additive="base">
                                        <p:cTn id="54" dur="500"/>
                                        <p:tgtEl>
                                          <p:spTgt spid="8">
                                            <p:txEl>
                                              <p:pRg st="9" end="9"/>
                                            </p:txEl>
                                          </p:spTgt>
                                        </p:tgtEl>
                                        <p:attrNameLst>
                                          <p:attrName>ppt_y</p:attrName>
                                        </p:attrNameLst>
                                      </p:cBhvr>
                                      <p:tavLst>
                                        <p:tav tm="0">
                                          <p:val>
                                            <p:strVal val="#ppt_y-#ppt_h*1.125000"/>
                                          </p:val>
                                        </p:tav>
                                        <p:tav tm="100000">
                                          <p:val>
                                            <p:strVal val="#ppt_y"/>
                                          </p:val>
                                        </p:tav>
                                      </p:tavLst>
                                    </p:anim>
                                    <p:animEffect transition="in" filter="wipe(down)">
                                      <p:cBhvr>
                                        <p:cTn id="55" dur="500"/>
                                        <p:tgtEl>
                                          <p:spTgt spid="8">
                                            <p:txEl>
                                              <p:pRg st="9" end="9"/>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xit" presetSubtype="32" fill="hold" grpId="1" nodeType="clickEffect">
                                  <p:stCondLst>
                                    <p:cond delay="0"/>
                                  </p:stCondLst>
                                  <p:childTnLst>
                                    <p:anim calcmode="lin" valueType="num">
                                      <p:cBhvr>
                                        <p:cTn id="59" dur="500"/>
                                        <p:tgtEl>
                                          <p:spTgt spid="5">
                                            <p:txEl>
                                              <p:pRg st="0" end="0"/>
                                            </p:txEl>
                                          </p:spTgt>
                                        </p:tgtEl>
                                        <p:attrNameLst>
                                          <p:attrName>ppt_w</p:attrName>
                                        </p:attrNameLst>
                                      </p:cBhvr>
                                      <p:tavLst>
                                        <p:tav tm="0">
                                          <p:val>
                                            <p:strVal val="ppt_w"/>
                                          </p:val>
                                        </p:tav>
                                        <p:tav tm="100000">
                                          <p:val>
                                            <p:fltVal val="0"/>
                                          </p:val>
                                        </p:tav>
                                      </p:tavLst>
                                    </p:anim>
                                    <p:anim calcmode="lin" valueType="num">
                                      <p:cBhvr>
                                        <p:cTn id="60" dur="500"/>
                                        <p:tgtEl>
                                          <p:spTgt spid="5">
                                            <p:txEl>
                                              <p:pRg st="0" end="0"/>
                                            </p:txEl>
                                          </p:spTgt>
                                        </p:tgtEl>
                                        <p:attrNameLst>
                                          <p:attrName>ppt_h</p:attrName>
                                        </p:attrNameLst>
                                      </p:cBhvr>
                                      <p:tavLst>
                                        <p:tav tm="0">
                                          <p:val>
                                            <p:strVal val="ppt_h"/>
                                          </p:val>
                                        </p:tav>
                                        <p:tav tm="100000">
                                          <p:val>
                                            <p:fltVal val="0"/>
                                          </p:val>
                                        </p:tav>
                                      </p:tavLst>
                                    </p:anim>
                                    <p:animEffect transition="out" filter="fade">
                                      <p:cBhvr>
                                        <p:cTn id="61" dur="500"/>
                                        <p:tgtEl>
                                          <p:spTgt spid="5">
                                            <p:txEl>
                                              <p:pRg st="0" end="0"/>
                                            </p:txEl>
                                          </p:spTgt>
                                        </p:tgtEl>
                                      </p:cBhvr>
                                    </p:animEffect>
                                    <p:set>
                                      <p:cBhvr>
                                        <p:cTn id="62" dur="1" fill="hold">
                                          <p:stCondLst>
                                            <p:cond delay="499"/>
                                          </p:stCondLst>
                                        </p:cTn>
                                        <p:tgtEl>
                                          <p:spTgt spid="5">
                                            <p:txEl>
                                              <p:pRg st="0" end="0"/>
                                            </p:txEl>
                                          </p:spTgt>
                                        </p:tgtEl>
                                        <p:attrNameLst>
                                          <p:attrName>style.visibility</p:attrName>
                                        </p:attrNameLst>
                                      </p:cBhvr>
                                      <p:to>
                                        <p:strVal val="hidden"/>
                                      </p:to>
                                    </p:set>
                                  </p:childTnLst>
                                </p:cTn>
                              </p:par>
                              <p:par>
                                <p:cTn id="63" presetID="53" presetClass="exit" presetSubtype="32" fill="hold" grpId="1" nodeType="withEffect">
                                  <p:stCondLst>
                                    <p:cond delay="0"/>
                                  </p:stCondLst>
                                  <p:iterate type="wd">
                                    <p:tmPct val="0"/>
                                  </p:iterate>
                                  <p:childTnLst>
                                    <p:anim calcmode="lin" valueType="num">
                                      <p:cBhvr>
                                        <p:cTn id="64" dur="500"/>
                                        <p:tgtEl>
                                          <p:spTgt spid="8">
                                            <p:txEl>
                                              <p:pRg st="0" end="0"/>
                                            </p:txEl>
                                          </p:spTgt>
                                        </p:tgtEl>
                                        <p:attrNameLst>
                                          <p:attrName>ppt_w</p:attrName>
                                        </p:attrNameLst>
                                      </p:cBhvr>
                                      <p:tavLst>
                                        <p:tav tm="0">
                                          <p:val>
                                            <p:strVal val="ppt_w"/>
                                          </p:val>
                                        </p:tav>
                                        <p:tav tm="100000">
                                          <p:val>
                                            <p:fltVal val="0"/>
                                          </p:val>
                                        </p:tav>
                                      </p:tavLst>
                                    </p:anim>
                                    <p:anim calcmode="lin" valueType="num">
                                      <p:cBhvr>
                                        <p:cTn id="65"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66" dur="500"/>
                                        <p:tgtEl>
                                          <p:spTgt spid="8">
                                            <p:txEl>
                                              <p:pRg st="0" end="0"/>
                                            </p:txEl>
                                          </p:spTgt>
                                        </p:tgtEl>
                                      </p:cBhvr>
                                    </p:animEffect>
                                    <p:set>
                                      <p:cBhvr>
                                        <p:cTn id="67" dur="1" fill="hold">
                                          <p:stCondLst>
                                            <p:cond delay="499"/>
                                          </p:stCondLst>
                                        </p:cTn>
                                        <p:tgtEl>
                                          <p:spTgt spid="8">
                                            <p:txEl>
                                              <p:pRg st="0" end="0"/>
                                            </p:txEl>
                                          </p:spTgt>
                                        </p:tgtEl>
                                        <p:attrNameLst>
                                          <p:attrName>style.visibility</p:attrName>
                                        </p:attrNameLst>
                                      </p:cBhvr>
                                      <p:to>
                                        <p:strVal val="hidden"/>
                                      </p:to>
                                    </p:set>
                                  </p:childTnLst>
                                </p:cTn>
                              </p:par>
                              <p:par>
                                <p:cTn id="68" presetID="53" presetClass="exit" presetSubtype="32" fill="hold" grpId="1" nodeType="withEffect">
                                  <p:stCondLst>
                                    <p:cond delay="0"/>
                                  </p:stCondLst>
                                  <p:iterate type="wd">
                                    <p:tmPct val="0"/>
                                  </p:iterate>
                                  <p:childTnLst>
                                    <p:anim calcmode="lin" valueType="num">
                                      <p:cBhvr>
                                        <p:cTn id="69" dur="500"/>
                                        <p:tgtEl>
                                          <p:spTgt spid="8">
                                            <p:txEl>
                                              <p:pRg st="2" end="2"/>
                                            </p:txEl>
                                          </p:spTgt>
                                        </p:tgtEl>
                                        <p:attrNameLst>
                                          <p:attrName>ppt_w</p:attrName>
                                        </p:attrNameLst>
                                      </p:cBhvr>
                                      <p:tavLst>
                                        <p:tav tm="0">
                                          <p:val>
                                            <p:strVal val="ppt_w"/>
                                          </p:val>
                                        </p:tav>
                                        <p:tav tm="100000">
                                          <p:val>
                                            <p:fltVal val="0"/>
                                          </p:val>
                                        </p:tav>
                                      </p:tavLst>
                                    </p:anim>
                                    <p:anim calcmode="lin" valueType="num">
                                      <p:cBhvr>
                                        <p:cTn id="70" dur="500"/>
                                        <p:tgtEl>
                                          <p:spTgt spid="8">
                                            <p:txEl>
                                              <p:pRg st="2" end="2"/>
                                            </p:txEl>
                                          </p:spTgt>
                                        </p:tgtEl>
                                        <p:attrNameLst>
                                          <p:attrName>ppt_h</p:attrName>
                                        </p:attrNameLst>
                                      </p:cBhvr>
                                      <p:tavLst>
                                        <p:tav tm="0">
                                          <p:val>
                                            <p:strVal val="ppt_h"/>
                                          </p:val>
                                        </p:tav>
                                        <p:tav tm="100000">
                                          <p:val>
                                            <p:fltVal val="0"/>
                                          </p:val>
                                        </p:tav>
                                      </p:tavLst>
                                    </p:anim>
                                    <p:animEffect transition="out" filter="fade">
                                      <p:cBhvr>
                                        <p:cTn id="71" dur="500"/>
                                        <p:tgtEl>
                                          <p:spTgt spid="8">
                                            <p:txEl>
                                              <p:pRg st="2" end="2"/>
                                            </p:txEl>
                                          </p:spTgt>
                                        </p:tgtEl>
                                      </p:cBhvr>
                                    </p:animEffect>
                                    <p:set>
                                      <p:cBhvr>
                                        <p:cTn id="72" dur="1" fill="hold">
                                          <p:stCondLst>
                                            <p:cond delay="499"/>
                                          </p:stCondLst>
                                        </p:cTn>
                                        <p:tgtEl>
                                          <p:spTgt spid="8">
                                            <p:txEl>
                                              <p:pRg st="2" end="2"/>
                                            </p:txEl>
                                          </p:spTgt>
                                        </p:tgtEl>
                                        <p:attrNameLst>
                                          <p:attrName>style.visibility</p:attrName>
                                        </p:attrNameLst>
                                      </p:cBhvr>
                                      <p:to>
                                        <p:strVal val="hidden"/>
                                      </p:to>
                                    </p:set>
                                  </p:childTnLst>
                                </p:cTn>
                              </p:par>
                              <p:par>
                                <p:cTn id="73" presetID="53" presetClass="exit" presetSubtype="32" fill="hold" grpId="1" nodeType="withEffect">
                                  <p:stCondLst>
                                    <p:cond delay="0"/>
                                  </p:stCondLst>
                                  <p:iterate type="wd">
                                    <p:tmPct val="0"/>
                                  </p:iterate>
                                  <p:childTnLst>
                                    <p:anim calcmode="lin" valueType="num">
                                      <p:cBhvr>
                                        <p:cTn id="74" dur="500"/>
                                        <p:tgtEl>
                                          <p:spTgt spid="8">
                                            <p:txEl>
                                              <p:pRg st="4" end="4"/>
                                            </p:txEl>
                                          </p:spTgt>
                                        </p:tgtEl>
                                        <p:attrNameLst>
                                          <p:attrName>ppt_w</p:attrName>
                                        </p:attrNameLst>
                                      </p:cBhvr>
                                      <p:tavLst>
                                        <p:tav tm="0">
                                          <p:val>
                                            <p:strVal val="ppt_w"/>
                                          </p:val>
                                        </p:tav>
                                        <p:tav tm="100000">
                                          <p:val>
                                            <p:fltVal val="0"/>
                                          </p:val>
                                        </p:tav>
                                      </p:tavLst>
                                    </p:anim>
                                    <p:anim calcmode="lin" valueType="num">
                                      <p:cBhvr>
                                        <p:cTn id="75" dur="500"/>
                                        <p:tgtEl>
                                          <p:spTgt spid="8">
                                            <p:txEl>
                                              <p:pRg st="4" end="4"/>
                                            </p:txEl>
                                          </p:spTgt>
                                        </p:tgtEl>
                                        <p:attrNameLst>
                                          <p:attrName>ppt_h</p:attrName>
                                        </p:attrNameLst>
                                      </p:cBhvr>
                                      <p:tavLst>
                                        <p:tav tm="0">
                                          <p:val>
                                            <p:strVal val="ppt_h"/>
                                          </p:val>
                                        </p:tav>
                                        <p:tav tm="100000">
                                          <p:val>
                                            <p:fltVal val="0"/>
                                          </p:val>
                                        </p:tav>
                                      </p:tavLst>
                                    </p:anim>
                                    <p:animEffect transition="out" filter="fade">
                                      <p:cBhvr>
                                        <p:cTn id="76" dur="500"/>
                                        <p:tgtEl>
                                          <p:spTgt spid="8">
                                            <p:txEl>
                                              <p:pRg st="4" end="4"/>
                                            </p:txEl>
                                          </p:spTgt>
                                        </p:tgtEl>
                                      </p:cBhvr>
                                    </p:animEffect>
                                    <p:set>
                                      <p:cBhvr>
                                        <p:cTn id="77" dur="1" fill="hold">
                                          <p:stCondLst>
                                            <p:cond delay="499"/>
                                          </p:stCondLst>
                                        </p:cTn>
                                        <p:tgtEl>
                                          <p:spTgt spid="8">
                                            <p:txEl>
                                              <p:pRg st="4" end="4"/>
                                            </p:txEl>
                                          </p:spTgt>
                                        </p:tgtEl>
                                        <p:attrNameLst>
                                          <p:attrName>style.visibility</p:attrName>
                                        </p:attrNameLst>
                                      </p:cBhvr>
                                      <p:to>
                                        <p:strVal val="hidden"/>
                                      </p:to>
                                    </p:set>
                                  </p:childTnLst>
                                </p:cTn>
                              </p:par>
                              <p:par>
                                <p:cTn id="78" presetID="53" presetClass="exit" presetSubtype="32" fill="hold" grpId="1" nodeType="withEffect">
                                  <p:stCondLst>
                                    <p:cond delay="0"/>
                                  </p:stCondLst>
                                  <p:iterate type="wd">
                                    <p:tmPct val="0"/>
                                  </p:iterate>
                                  <p:childTnLst>
                                    <p:anim calcmode="lin" valueType="num">
                                      <p:cBhvr>
                                        <p:cTn id="79" dur="500"/>
                                        <p:tgtEl>
                                          <p:spTgt spid="8">
                                            <p:txEl>
                                              <p:pRg st="6" end="6"/>
                                            </p:txEl>
                                          </p:spTgt>
                                        </p:tgtEl>
                                        <p:attrNameLst>
                                          <p:attrName>ppt_w</p:attrName>
                                        </p:attrNameLst>
                                      </p:cBhvr>
                                      <p:tavLst>
                                        <p:tav tm="0">
                                          <p:val>
                                            <p:strVal val="ppt_w"/>
                                          </p:val>
                                        </p:tav>
                                        <p:tav tm="100000">
                                          <p:val>
                                            <p:fltVal val="0"/>
                                          </p:val>
                                        </p:tav>
                                      </p:tavLst>
                                    </p:anim>
                                    <p:anim calcmode="lin" valueType="num">
                                      <p:cBhvr>
                                        <p:cTn id="80" dur="500"/>
                                        <p:tgtEl>
                                          <p:spTgt spid="8">
                                            <p:txEl>
                                              <p:pRg st="6" end="6"/>
                                            </p:txEl>
                                          </p:spTgt>
                                        </p:tgtEl>
                                        <p:attrNameLst>
                                          <p:attrName>ppt_h</p:attrName>
                                        </p:attrNameLst>
                                      </p:cBhvr>
                                      <p:tavLst>
                                        <p:tav tm="0">
                                          <p:val>
                                            <p:strVal val="ppt_h"/>
                                          </p:val>
                                        </p:tav>
                                        <p:tav tm="100000">
                                          <p:val>
                                            <p:fltVal val="0"/>
                                          </p:val>
                                        </p:tav>
                                      </p:tavLst>
                                    </p:anim>
                                    <p:animEffect transition="out" filter="fade">
                                      <p:cBhvr>
                                        <p:cTn id="81" dur="500"/>
                                        <p:tgtEl>
                                          <p:spTgt spid="8">
                                            <p:txEl>
                                              <p:pRg st="6" end="6"/>
                                            </p:txEl>
                                          </p:spTgt>
                                        </p:tgtEl>
                                      </p:cBhvr>
                                    </p:animEffect>
                                    <p:set>
                                      <p:cBhvr>
                                        <p:cTn id="82" dur="1" fill="hold">
                                          <p:stCondLst>
                                            <p:cond delay="499"/>
                                          </p:stCondLst>
                                        </p:cTn>
                                        <p:tgtEl>
                                          <p:spTgt spid="8">
                                            <p:txEl>
                                              <p:pRg st="6" end="6"/>
                                            </p:txEl>
                                          </p:spTgt>
                                        </p:tgtEl>
                                        <p:attrNameLst>
                                          <p:attrName>style.visibility</p:attrName>
                                        </p:attrNameLst>
                                      </p:cBhvr>
                                      <p:to>
                                        <p:strVal val="hidden"/>
                                      </p:to>
                                    </p:set>
                                  </p:childTnLst>
                                </p:cTn>
                              </p:par>
                              <p:par>
                                <p:cTn id="83" presetID="53" presetClass="exit" presetSubtype="32" fill="hold" grpId="1" nodeType="withEffect">
                                  <p:stCondLst>
                                    <p:cond delay="0"/>
                                  </p:stCondLst>
                                  <p:iterate type="wd">
                                    <p:tmPct val="0"/>
                                  </p:iterate>
                                  <p:childTnLst>
                                    <p:anim calcmode="lin" valueType="num">
                                      <p:cBhvr>
                                        <p:cTn id="84" dur="500"/>
                                        <p:tgtEl>
                                          <p:spTgt spid="8">
                                            <p:txEl>
                                              <p:pRg st="8" end="8"/>
                                            </p:txEl>
                                          </p:spTgt>
                                        </p:tgtEl>
                                        <p:attrNameLst>
                                          <p:attrName>ppt_w</p:attrName>
                                        </p:attrNameLst>
                                      </p:cBhvr>
                                      <p:tavLst>
                                        <p:tav tm="0">
                                          <p:val>
                                            <p:strVal val="ppt_w"/>
                                          </p:val>
                                        </p:tav>
                                        <p:tav tm="100000">
                                          <p:val>
                                            <p:fltVal val="0"/>
                                          </p:val>
                                        </p:tav>
                                      </p:tavLst>
                                    </p:anim>
                                    <p:anim calcmode="lin" valueType="num">
                                      <p:cBhvr>
                                        <p:cTn id="85" dur="500"/>
                                        <p:tgtEl>
                                          <p:spTgt spid="8">
                                            <p:txEl>
                                              <p:pRg st="8" end="8"/>
                                            </p:txEl>
                                          </p:spTgt>
                                        </p:tgtEl>
                                        <p:attrNameLst>
                                          <p:attrName>ppt_h</p:attrName>
                                        </p:attrNameLst>
                                      </p:cBhvr>
                                      <p:tavLst>
                                        <p:tav tm="0">
                                          <p:val>
                                            <p:strVal val="ppt_h"/>
                                          </p:val>
                                        </p:tav>
                                        <p:tav tm="100000">
                                          <p:val>
                                            <p:fltVal val="0"/>
                                          </p:val>
                                        </p:tav>
                                      </p:tavLst>
                                    </p:anim>
                                    <p:animEffect transition="out" filter="fade">
                                      <p:cBhvr>
                                        <p:cTn id="86" dur="500"/>
                                        <p:tgtEl>
                                          <p:spTgt spid="8">
                                            <p:txEl>
                                              <p:pRg st="8" end="8"/>
                                            </p:txEl>
                                          </p:spTgt>
                                        </p:tgtEl>
                                      </p:cBhvr>
                                    </p:animEffect>
                                    <p:set>
                                      <p:cBhvr>
                                        <p:cTn id="87" dur="1" fill="hold">
                                          <p:stCondLst>
                                            <p:cond delay="499"/>
                                          </p:stCondLst>
                                        </p:cTn>
                                        <p:tgtEl>
                                          <p:spTgt spid="8">
                                            <p:txEl>
                                              <p:pRg st="8" end="8"/>
                                            </p:txEl>
                                          </p:spTgt>
                                        </p:tgtEl>
                                        <p:attrNameLst>
                                          <p:attrName>style.visibility</p:attrName>
                                        </p:attrNameLst>
                                      </p:cBhvr>
                                      <p:to>
                                        <p:strVal val="hidden"/>
                                      </p:to>
                                    </p:set>
                                  </p:childTnLst>
                                </p:cTn>
                              </p:par>
                              <p:par>
                                <p:cTn id="88" presetID="53" presetClass="exit" presetSubtype="32" fill="hold" grpId="1" nodeType="withEffect">
                                  <p:stCondLst>
                                    <p:cond delay="0"/>
                                  </p:stCondLst>
                                  <p:iterate type="wd">
                                    <p:tmPct val="0"/>
                                  </p:iterate>
                                  <p:childTnLst>
                                    <p:anim calcmode="lin" valueType="num">
                                      <p:cBhvr>
                                        <p:cTn id="89" dur="500"/>
                                        <p:tgtEl>
                                          <p:spTgt spid="8">
                                            <p:txEl>
                                              <p:pRg st="9" end="9"/>
                                            </p:txEl>
                                          </p:spTgt>
                                        </p:tgtEl>
                                        <p:attrNameLst>
                                          <p:attrName>ppt_w</p:attrName>
                                        </p:attrNameLst>
                                      </p:cBhvr>
                                      <p:tavLst>
                                        <p:tav tm="0">
                                          <p:val>
                                            <p:strVal val="ppt_w"/>
                                          </p:val>
                                        </p:tav>
                                        <p:tav tm="100000">
                                          <p:val>
                                            <p:fltVal val="0"/>
                                          </p:val>
                                        </p:tav>
                                      </p:tavLst>
                                    </p:anim>
                                    <p:anim calcmode="lin" valueType="num">
                                      <p:cBhvr>
                                        <p:cTn id="90" dur="500"/>
                                        <p:tgtEl>
                                          <p:spTgt spid="8">
                                            <p:txEl>
                                              <p:pRg st="9" end="9"/>
                                            </p:txEl>
                                          </p:spTgt>
                                        </p:tgtEl>
                                        <p:attrNameLst>
                                          <p:attrName>ppt_h</p:attrName>
                                        </p:attrNameLst>
                                      </p:cBhvr>
                                      <p:tavLst>
                                        <p:tav tm="0">
                                          <p:val>
                                            <p:strVal val="ppt_h"/>
                                          </p:val>
                                        </p:tav>
                                        <p:tav tm="100000">
                                          <p:val>
                                            <p:fltVal val="0"/>
                                          </p:val>
                                        </p:tav>
                                      </p:tavLst>
                                    </p:anim>
                                    <p:animEffect transition="out" filter="fade">
                                      <p:cBhvr>
                                        <p:cTn id="91" dur="500"/>
                                        <p:tgtEl>
                                          <p:spTgt spid="8">
                                            <p:txEl>
                                              <p:pRg st="9" end="9"/>
                                            </p:txEl>
                                          </p:spTgt>
                                        </p:tgtEl>
                                      </p:cBhvr>
                                    </p:animEffect>
                                    <p:set>
                                      <p:cBhvr>
                                        <p:cTn id="92" dur="1" fill="hold">
                                          <p:stCondLst>
                                            <p:cond delay="499"/>
                                          </p:stCondLst>
                                        </p:cTn>
                                        <p:tgtEl>
                                          <p:spTgt spid="8">
                                            <p:txEl>
                                              <p:pRg st="9" end="9"/>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5" grpId="0" build="allAtOnce"/>
      <p:bldP spid="5" grpId="1" build="allAtOnce"/>
      <p:bldP spid="8" grpId="0" build="allAtOnce"/>
      <p:bldP spid="8" grpId="1" build="allAtOnce"/>
    </p:bld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2FBAB804-99AE-8CB9-348E-BBF8CE5EE0C3}"/>
            </a:ext>
          </a:extLst>
        </p:cNvPr>
        <p:cNvGrpSpPr/>
        <p:nvPr/>
      </p:nvGrpSpPr>
      <p:grpSpPr>
        <a:xfrm>
          <a:off x="0" y="0"/>
          <a:ext cx="0" cy="0"/>
          <a:chOff x="0" y="0"/>
          <a:chExt cx="0" cy="0"/>
        </a:xfrm>
      </p:grpSpPr>
      <p:sp>
        <p:nvSpPr>
          <p:cNvPr id="10" name="Rounded Rectangle 9">
            <a:extLst>
              <a:ext uri="{FF2B5EF4-FFF2-40B4-BE49-F238E27FC236}">
                <a16:creationId xmlns:a16="http://schemas.microsoft.com/office/drawing/2014/main" id="{F068D4AE-14C8-786A-B726-55EFCC5A9121}"/>
              </a:ext>
            </a:extLst>
          </p:cNvPr>
          <p:cNvSpPr/>
          <p:nvPr/>
        </p:nvSpPr>
        <p:spPr>
          <a:xfrm>
            <a:off x="1219473" y="2473414"/>
            <a:ext cx="6705054" cy="1911173"/>
          </a:xfrm>
          <a:prstGeom prst="roundRect">
            <a:avLst/>
          </a:prstGeom>
          <a:solidFill>
            <a:srgbClr val="00CED1">
              <a:alpha val="15000"/>
            </a:srgbClr>
          </a:solidFill>
          <a:ln w="25400">
            <a:solidFill>
              <a:srgbClr val="00CED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315ADAED-9C40-C9F0-5D69-5CDF6228A576}"/>
              </a:ext>
            </a:extLst>
          </p:cNvPr>
          <p:cNvSpPr/>
          <p:nvPr/>
        </p:nvSpPr>
        <p:spPr>
          <a:xfrm>
            <a:off x="274318" y="6191790"/>
            <a:ext cx="8595360" cy="45719"/>
          </a:xfrm>
          <a:prstGeom prst="rect">
            <a:avLst/>
          </a:prstGeom>
          <a:solidFill>
            <a:srgbClr val="00CED1"/>
          </a:solidFill>
          <a:ln>
            <a:solidFill>
              <a:srgbClr val="00CE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42898D6-70E8-FE3E-2C61-967EBA09A239}"/>
              </a:ext>
            </a:extLst>
          </p:cNvPr>
          <p:cNvSpPr/>
          <p:nvPr/>
        </p:nvSpPr>
        <p:spPr>
          <a:xfrm>
            <a:off x="274319" y="497840"/>
            <a:ext cx="8595360" cy="45719"/>
          </a:xfrm>
          <a:prstGeom prst="rect">
            <a:avLst/>
          </a:prstGeom>
          <a:solidFill>
            <a:srgbClr val="00CED1"/>
          </a:solidFill>
          <a:ln>
            <a:solidFill>
              <a:srgbClr val="00CE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D0727D17-E27F-5623-4702-7F086732496F}"/>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9E2A7AC8-438D-E266-70CC-B76F5B1845C6}"/>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2634FC52-15EB-887A-5FDC-80A09C69D290}"/>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8" name="TextBox 7">
            <a:extLst>
              <a:ext uri="{FF2B5EF4-FFF2-40B4-BE49-F238E27FC236}">
                <a16:creationId xmlns:a16="http://schemas.microsoft.com/office/drawing/2014/main" id="{7519223D-6710-89D3-DB70-282CE22F442A}"/>
              </a:ext>
            </a:extLst>
          </p:cNvPr>
          <p:cNvSpPr txBox="1"/>
          <p:nvPr/>
        </p:nvSpPr>
        <p:spPr>
          <a:xfrm>
            <a:off x="1219473" y="2800141"/>
            <a:ext cx="6705054" cy="830997"/>
          </a:xfrm>
          <a:prstGeom prst="rect">
            <a:avLst/>
          </a:prstGeom>
          <a:noFill/>
        </p:spPr>
        <p:txBody>
          <a:bodyPr wrap="square" rtlCol="0" anchor="ctr">
            <a:spAutoFit/>
          </a:bodyPr>
          <a:lstStyle/>
          <a:p>
            <a:pPr algn="ctr"/>
            <a:r>
              <a:rPr lang="en-US" sz="2400" b="1" spc="300" dirty="0">
                <a:solidFill>
                  <a:srgbClr val="00CED1"/>
                </a:solidFill>
                <a:latin typeface="Orbitron Black" pitchFamily="2" charset="0"/>
              </a:rPr>
              <a:t>Synergy Cross-Chain Protocol</a:t>
            </a:r>
          </a:p>
          <a:p>
            <a:pPr algn="ctr"/>
            <a:r>
              <a:rPr lang="en-US" sz="2400" b="1" spc="300" dirty="0">
                <a:solidFill>
                  <a:srgbClr val="00CED1"/>
                </a:solidFill>
                <a:latin typeface="Orbitron Black" pitchFamily="2" charset="0"/>
              </a:rPr>
              <a:t>(SXCP)</a:t>
            </a:r>
          </a:p>
        </p:txBody>
      </p:sp>
      <p:sp>
        <p:nvSpPr>
          <p:cNvPr id="11" name="TextBox 10">
            <a:extLst>
              <a:ext uri="{FF2B5EF4-FFF2-40B4-BE49-F238E27FC236}">
                <a16:creationId xmlns:a16="http://schemas.microsoft.com/office/drawing/2014/main" id="{319F1A78-1A39-2157-A82A-986711580905}"/>
              </a:ext>
            </a:extLst>
          </p:cNvPr>
          <p:cNvSpPr txBox="1"/>
          <p:nvPr/>
        </p:nvSpPr>
        <p:spPr>
          <a:xfrm>
            <a:off x="1625600" y="3726387"/>
            <a:ext cx="5892800" cy="338554"/>
          </a:xfrm>
          <a:prstGeom prst="rect">
            <a:avLst/>
          </a:prstGeom>
          <a:noFill/>
        </p:spPr>
        <p:txBody>
          <a:bodyPr wrap="square" rtlCol="0">
            <a:spAutoFit/>
          </a:bodyPr>
          <a:lstStyle/>
          <a:p>
            <a:pPr algn="ctr"/>
            <a:r>
              <a:rPr lang="en-US" sz="1600" b="1" i="1" dirty="0">
                <a:solidFill>
                  <a:schemeClr val="bg1"/>
                </a:solidFill>
                <a:latin typeface="Inter" panose="02000503000000020004" pitchFamily="2" charset="0"/>
                <a:ea typeface="Inter" panose="02000503000000020004" pitchFamily="2" charset="0"/>
              </a:rPr>
              <a:t>The first truly bridgeless interoperability protocol.</a:t>
            </a:r>
          </a:p>
        </p:txBody>
      </p:sp>
    </p:spTree>
    <p:extLst>
      <p:ext uri="{BB962C8B-B14F-4D97-AF65-F5344CB8AC3E}">
        <p14:creationId xmlns:p14="http://schemas.microsoft.com/office/powerpoint/2010/main" val="17867242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8" presetClass="entr" presetSubtype="32"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diamond(out)">
                                      <p:cBhvr>
                                        <p:cTn id="14"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2FEBF90F-C415-1840-F782-2217CD7ECE48}"/>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0FEC342D-6FB8-B6E5-B508-83D85073D6BD}"/>
              </a:ext>
            </a:extLst>
          </p:cNvPr>
          <p:cNvSpPr/>
          <p:nvPr/>
        </p:nvSpPr>
        <p:spPr>
          <a:xfrm>
            <a:off x="1219473" y="1289227"/>
            <a:ext cx="6705054" cy="521485"/>
          </a:xfrm>
          <a:prstGeom prst="roundRect">
            <a:avLst/>
          </a:prstGeom>
          <a:solidFill>
            <a:srgbClr val="00CED1">
              <a:alpha val="15000"/>
            </a:srgbClr>
          </a:solidFill>
          <a:ln w="25400">
            <a:solidFill>
              <a:srgbClr val="00CED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25274514-7B09-59D7-7A13-4084A0C986CD}"/>
              </a:ext>
            </a:extLst>
          </p:cNvPr>
          <p:cNvSpPr/>
          <p:nvPr/>
        </p:nvSpPr>
        <p:spPr>
          <a:xfrm>
            <a:off x="274318" y="6191790"/>
            <a:ext cx="8595360" cy="45719"/>
          </a:xfrm>
          <a:prstGeom prst="rect">
            <a:avLst/>
          </a:prstGeom>
          <a:solidFill>
            <a:srgbClr val="00CED1"/>
          </a:solidFill>
          <a:ln>
            <a:solidFill>
              <a:srgbClr val="00CE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B1CF1C1-2A74-7CAD-B8E5-C874CF142D43}"/>
              </a:ext>
            </a:extLst>
          </p:cNvPr>
          <p:cNvSpPr/>
          <p:nvPr/>
        </p:nvSpPr>
        <p:spPr>
          <a:xfrm>
            <a:off x="274319" y="497840"/>
            <a:ext cx="8595360" cy="45719"/>
          </a:xfrm>
          <a:prstGeom prst="rect">
            <a:avLst/>
          </a:prstGeom>
          <a:solidFill>
            <a:srgbClr val="00CED1"/>
          </a:solidFill>
          <a:ln>
            <a:solidFill>
              <a:srgbClr val="00CE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622A6D52-E450-D2FA-00DA-C3BDAFA1503D}"/>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BAF2A36B-FDCC-F45F-FD30-44ADD3F6DA5B}"/>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D80D536C-6356-33AD-75E4-114CA588CBA5}"/>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6" name="Rounded Rectangle 5">
            <a:extLst>
              <a:ext uri="{FF2B5EF4-FFF2-40B4-BE49-F238E27FC236}">
                <a16:creationId xmlns:a16="http://schemas.microsoft.com/office/drawing/2014/main" id="{B735C424-AD9D-1368-6609-3B031CC60AAA}"/>
              </a:ext>
            </a:extLst>
          </p:cNvPr>
          <p:cNvSpPr/>
          <p:nvPr/>
        </p:nvSpPr>
        <p:spPr>
          <a:xfrm>
            <a:off x="1219473" y="2128519"/>
            <a:ext cx="6705054" cy="3405717"/>
          </a:xfrm>
          <a:prstGeom prst="roundRect">
            <a:avLst>
              <a:gd name="adj" fmla="val 2049"/>
            </a:avLst>
          </a:prstGeom>
          <a:solidFill>
            <a:srgbClr val="00CED1">
              <a:alpha val="15000"/>
            </a:srgbClr>
          </a:solidFill>
          <a:ln w="25400">
            <a:solidFill>
              <a:srgbClr val="00CED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C69C3BA-28E5-AFEF-8A99-83042DCAF385}"/>
              </a:ext>
            </a:extLst>
          </p:cNvPr>
          <p:cNvSpPr txBox="1"/>
          <p:nvPr/>
        </p:nvSpPr>
        <p:spPr>
          <a:xfrm>
            <a:off x="1184078" y="134904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The Cross-Chain Problem</a:t>
            </a:r>
            <a:endParaRPr lang="en-US" sz="2000" b="1" spc="300" dirty="0">
              <a:solidFill>
                <a:schemeClr val="bg1"/>
              </a:solidFill>
              <a:latin typeface="Orbitron Black" pitchFamily="2" charset="0"/>
            </a:endParaRPr>
          </a:p>
        </p:txBody>
      </p:sp>
      <p:sp>
        <p:nvSpPr>
          <p:cNvPr id="8" name="TextBox 7">
            <a:extLst>
              <a:ext uri="{FF2B5EF4-FFF2-40B4-BE49-F238E27FC236}">
                <a16:creationId xmlns:a16="http://schemas.microsoft.com/office/drawing/2014/main" id="{FBFDAFD6-94D1-6E8C-3DCC-11EDCAA147A1}"/>
              </a:ext>
            </a:extLst>
          </p:cNvPr>
          <p:cNvSpPr txBox="1"/>
          <p:nvPr/>
        </p:nvSpPr>
        <p:spPr>
          <a:xfrm>
            <a:off x="1641290" y="2342156"/>
            <a:ext cx="6063021" cy="2862322"/>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Bridges are the #1 source of blockchain hacks.</a:t>
            </a:r>
          </a:p>
          <a:p>
            <a:r>
              <a:rPr lang="en-US" dirty="0">
                <a:solidFill>
                  <a:schemeClr val="bg1"/>
                </a:solidFill>
                <a:latin typeface="Inter" panose="02000503000000020004" pitchFamily="2" charset="0"/>
                <a:ea typeface="Inter" panose="02000503000000020004" pitchFamily="2" charset="0"/>
              </a:rPr>
              <a:t>$3.3B+ lost in 2022–2024 alone.</a:t>
            </a:r>
          </a:p>
          <a:p>
            <a:r>
              <a:rPr lang="en-US" dirty="0">
                <a:solidFill>
                  <a:schemeClr val="bg1"/>
                </a:solidFill>
                <a:latin typeface="Inter" panose="02000503000000020004" pitchFamily="2" charset="0"/>
                <a:ea typeface="Inter" panose="02000503000000020004" pitchFamily="2" charset="0"/>
              </a:rPr>
              <a:t>Bridges introduce:</a:t>
            </a:r>
          </a:p>
          <a:p>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Centralized custodians</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Wrapped assets</a:t>
            </a:r>
          </a:p>
          <a:p>
            <a:pPr marL="285750" indent="-285750">
              <a:buFont typeface="Wingdings" pitchFamily="2" charset="2"/>
              <a:buChar char="v"/>
            </a:pPr>
            <a:r>
              <a:rPr lang="en-US" dirty="0" err="1">
                <a:solidFill>
                  <a:schemeClr val="bg1"/>
                </a:solidFill>
                <a:latin typeface="Inter" panose="02000503000000020004" pitchFamily="2" charset="0"/>
                <a:ea typeface="Inter" panose="02000503000000020004" pitchFamily="2" charset="0"/>
              </a:rPr>
              <a:t>Multisig</a:t>
            </a:r>
            <a:r>
              <a:rPr lang="en-US" dirty="0">
                <a:solidFill>
                  <a:schemeClr val="bg1"/>
                </a:solidFill>
                <a:latin typeface="Inter" panose="02000503000000020004" pitchFamily="2" charset="0"/>
                <a:ea typeface="Inter" panose="02000503000000020004" pitchFamily="2" charset="0"/>
              </a:rPr>
              <a:t> risk</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Replay + spoofing vulnerabilities</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SXCP eliminates bridges entirely.</a:t>
            </a:r>
          </a:p>
        </p:txBody>
      </p:sp>
    </p:spTree>
    <p:extLst>
      <p:ext uri="{BB962C8B-B14F-4D97-AF65-F5344CB8AC3E}">
        <p14:creationId xmlns:p14="http://schemas.microsoft.com/office/powerpoint/2010/main" val="2662061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ou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p:cTn id="17"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iterate type="wd">
                                    <p:tmPct val="10000"/>
                                  </p:iterate>
                                  <p:childTnLst>
                                    <p:set>
                                      <p:cBhvr>
                                        <p:cTn id="23" dur="1" fill="hold">
                                          <p:stCondLst>
                                            <p:cond delay="0"/>
                                          </p:stCondLst>
                                        </p:cTn>
                                        <p:tgtEl>
                                          <p:spTgt spid="8">
                                            <p:txEl>
                                              <p:pRg st="0" end="0"/>
                                            </p:txEl>
                                          </p:spTgt>
                                        </p:tgtEl>
                                        <p:attrNameLst>
                                          <p:attrName>style.visibility</p:attrName>
                                        </p:attrNameLst>
                                      </p:cBhvr>
                                      <p:to>
                                        <p:strVal val="visible"/>
                                      </p:to>
                                    </p:set>
                                    <p:anim calcmode="lin" valueType="num">
                                      <p:cBhvr additive="base">
                                        <p:cTn id="24"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down)">
                                      <p:cBhvr>
                                        <p:cTn id="25" dur="500"/>
                                        <p:tgtEl>
                                          <p:spTgt spid="8">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iterate type="wd">
                                    <p:tmPct val="10000"/>
                                  </p:iterate>
                                  <p:childTnLst>
                                    <p:set>
                                      <p:cBhvr>
                                        <p:cTn id="29" dur="1" fill="hold">
                                          <p:stCondLst>
                                            <p:cond delay="0"/>
                                          </p:stCondLst>
                                        </p:cTn>
                                        <p:tgtEl>
                                          <p:spTgt spid="8">
                                            <p:txEl>
                                              <p:pRg st="1" end="1"/>
                                            </p:txEl>
                                          </p:spTgt>
                                        </p:tgtEl>
                                        <p:attrNameLst>
                                          <p:attrName>style.visibility</p:attrName>
                                        </p:attrNameLst>
                                      </p:cBhvr>
                                      <p:to>
                                        <p:strVal val="visible"/>
                                      </p:to>
                                    </p:set>
                                    <p:anim calcmode="lin" valueType="num">
                                      <p:cBhvr additive="base">
                                        <p:cTn id="30" dur="500"/>
                                        <p:tgtEl>
                                          <p:spTgt spid="8">
                                            <p:txEl>
                                              <p:pRg st="1" end="1"/>
                                            </p:txEl>
                                          </p:spTgt>
                                        </p:tgtEl>
                                        <p:attrNameLst>
                                          <p:attrName>ppt_y</p:attrName>
                                        </p:attrNameLst>
                                      </p:cBhvr>
                                      <p:tavLst>
                                        <p:tav tm="0">
                                          <p:val>
                                            <p:strVal val="#ppt_y-#ppt_h*1.125000"/>
                                          </p:val>
                                        </p:tav>
                                        <p:tav tm="100000">
                                          <p:val>
                                            <p:strVal val="#ppt_y"/>
                                          </p:val>
                                        </p:tav>
                                      </p:tavLst>
                                    </p:anim>
                                    <p:animEffect transition="in" filter="wipe(down)">
                                      <p:cBhvr>
                                        <p:cTn id="31" dur="500"/>
                                        <p:tgtEl>
                                          <p:spTgt spid="8">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iterate type="wd">
                                    <p:tmPct val="10000"/>
                                  </p:iterate>
                                  <p:childTnLst>
                                    <p:set>
                                      <p:cBhvr>
                                        <p:cTn id="35" dur="1" fill="hold">
                                          <p:stCondLst>
                                            <p:cond delay="0"/>
                                          </p:stCondLst>
                                        </p:cTn>
                                        <p:tgtEl>
                                          <p:spTgt spid="8">
                                            <p:txEl>
                                              <p:pRg st="2" end="2"/>
                                            </p:txEl>
                                          </p:spTgt>
                                        </p:tgtEl>
                                        <p:attrNameLst>
                                          <p:attrName>style.visibility</p:attrName>
                                        </p:attrNameLst>
                                      </p:cBhvr>
                                      <p:to>
                                        <p:strVal val="visible"/>
                                      </p:to>
                                    </p:set>
                                    <p:anim calcmode="lin" valueType="num">
                                      <p:cBhvr additive="base">
                                        <p:cTn id="36" dur="500"/>
                                        <p:tgtEl>
                                          <p:spTgt spid="8">
                                            <p:txEl>
                                              <p:pRg st="2" end="2"/>
                                            </p:txEl>
                                          </p:spTgt>
                                        </p:tgtEl>
                                        <p:attrNameLst>
                                          <p:attrName>ppt_y</p:attrName>
                                        </p:attrNameLst>
                                      </p:cBhvr>
                                      <p:tavLst>
                                        <p:tav tm="0">
                                          <p:val>
                                            <p:strVal val="#ppt_y-#ppt_h*1.125000"/>
                                          </p:val>
                                        </p:tav>
                                        <p:tav tm="100000">
                                          <p:val>
                                            <p:strVal val="#ppt_y"/>
                                          </p:val>
                                        </p:tav>
                                      </p:tavLst>
                                    </p:anim>
                                    <p:animEffect transition="in" filter="wipe(down)">
                                      <p:cBhvr>
                                        <p:cTn id="37" dur="500"/>
                                        <p:tgtEl>
                                          <p:spTgt spid="8">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wd">
                                    <p:tmPct val="10000"/>
                                  </p:iterate>
                                  <p:childTnLst>
                                    <p:set>
                                      <p:cBhvr>
                                        <p:cTn id="41" dur="1" fill="hold">
                                          <p:stCondLst>
                                            <p:cond delay="0"/>
                                          </p:stCondLst>
                                        </p:cTn>
                                        <p:tgtEl>
                                          <p:spTgt spid="8">
                                            <p:txEl>
                                              <p:pRg st="4" end="4"/>
                                            </p:txEl>
                                          </p:spTgt>
                                        </p:tgtEl>
                                        <p:attrNameLst>
                                          <p:attrName>style.visibility</p:attrName>
                                        </p:attrNameLst>
                                      </p:cBhvr>
                                      <p:to>
                                        <p:strVal val="visible"/>
                                      </p:to>
                                    </p:set>
                                    <p:anim calcmode="lin" valueType="num">
                                      <p:cBhvr additive="base">
                                        <p:cTn id="42" dur="500"/>
                                        <p:tgtEl>
                                          <p:spTgt spid="8">
                                            <p:txEl>
                                              <p:pRg st="4" end="4"/>
                                            </p:txEl>
                                          </p:spTgt>
                                        </p:tgtEl>
                                        <p:attrNameLst>
                                          <p:attrName>ppt_y</p:attrName>
                                        </p:attrNameLst>
                                      </p:cBhvr>
                                      <p:tavLst>
                                        <p:tav tm="0">
                                          <p:val>
                                            <p:strVal val="#ppt_y-#ppt_h*1.125000"/>
                                          </p:val>
                                        </p:tav>
                                        <p:tav tm="100000">
                                          <p:val>
                                            <p:strVal val="#ppt_y"/>
                                          </p:val>
                                        </p:tav>
                                      </p:tavLst>
                                    </p:anim>
                                    <p:animEffect transition="in" filter="wipe(down)">
                                      <p:cBhvr>
                                        <p:cTn id="43" dur="500"/>
                                        <p:tgtEl>
                                          <p:spTgt spid="8">
                                            <p:txEl>
                                              <p:pRg st="4" end="4"/>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grpId="0" nodeType="clickEffect">
                                  <p:stCondLst>
                                    <p:cond delay="0"/>
                                  </p:stCondLst>
                                  <p:iterate type="wd">
                                    <p:tmPct val="10000"/>
                                  </p:iterate>
                                  <p:childTnLst>
                                    <p:set>
                                      <p:cBhvr>
                                        <p:cTn id="47" dur="1" fill="hold">
                                          <p:stCondLst>
                                            <p:cond delay="0"/>
                                          </p:stCondLst>
                                        </p:cTn>
                                        <p:tgtEl>
                                          <p:spTgt spid="8">
                                            <p:txEl>
                                              <p:pRg st="5" end="5"/>
                                            </p:txEl>
                                          </p:spTgt>
                                        </p:tgtEl>
                                        <p:attrNameLst>
                                          <p:attrName>style.visibility</p:attrName>
                                        </p:attrNameLst>
                                      </p:cBhvr>
                                      <p:to>
                                        <p:strVal val="visible"/>
                                      </p:to>
                                    </p:set>
                                    <p:anim calcmode="lin" valueType="num">
                                      <p:cBhvr additive="base">
                                        <p:cTn id="48" dur="500"/>
                                        <p:tgtEl>
                                          <p:spTgt spid="8">
                                            <p:txEl>
                                              <p:pRg st="5" end="5"/>
                                            </p:txEl>
                                          </p:spTgt>
                                        </p:tgtEl>
                                        <p:attrNameLst>
                                          <p:attrName>ppt_y</p:attrName>
                                        </p:attrNameLst>
                                      </p:cBhvr>
                                      <p:tavLst>
                                        <p:tav tm="0">
                                          <p:val>
                                            <p:strVal val="#ppt_y-#ppt_h*1.125000"/>
                                          </p:val>
                                        </p:tav>
                                        <p:tav tm="100000">
                                          <p:val>
                                            <p:strVal val="#ppt_y"/>
                                          </p:val>
                                        </p:tav>
                                      </p:tavLst>
                                    </p:anim>
                                    <p:animEffect transition="in" filter="wipe(down)">
                                      <p:cBhvr>
                                        <p:cTn id="49" dur="500"/>
                                        <p:tgtEl>
                                          <p:spTgt spid="8">
                                            <p:txEl>
                                              <p:pRg st="5" end="5"/>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2" presetClass="entr" presetSubtype="1" fill="hold" grpId="0" nodeType="clickEffect">
                                  <p:stCondLst>
                                    <p:cond delay="0"/>
                                  </p:stCondLst>
                                  <p:iterate type="wd">
                                    <p:tmPct val="10000"/>
                                  </p:iterate>
                                  <p:childTnLst>
                                    <p:set>
                                      <p:cBhvr>
                                        <p:cTn id="53" dur="1" fill="hold">
                                          <p:stCondLst>
                                            <p:cond delay="0"/>
                                          </p:stCondLst>
                                        </p:cTn>
                                        <p:tgtEl>
                                          <p:spTgt spid="8">
                                            <p:txEl>
                                              <p:pRg st="6" end="6"/>
                                            </p:txEl>
                                          </p:spTgt>
                                        </p:tgtEl>
                                        <p:attrNameLst>
                                          <p:attrName>style.visibility</p:attrName>
                                        </p:attrNameLst>
                                      </p:cBhvr>
                                      <p:to>
                                        <p:strVal val="visible"/>
                                      </p:to>
                                    </p:set>
                                    <p:anim calcmode="lin" valueType="num">
                                      <p:cBhvr additive="base">
                                        <p:cTn id="54" dur="500"/>
                                        <p:tgtEl>
                                          <p:spTgt spid="8">
                                            <p:txEl>
                                              <p:pRg st="6" end="6"/>
                                            </p:txEl>
                                          </p:spTgt>
                                        </p:tgtEl>
                                        <p:attrNameLst>
                                          <p:attrName>ppt_y</p:attrName>
                                        </p:attrNameLst>
                                      </p:cBhvr>
                                      <p:tavLst>
                                        <p:tav tm="0">
                                          <p:val>
                                            <p:strVal val="#ppt_y-#ppt_h*1.125000"/>
                                          </p:val>
                                        </p:tav>
                                        <p:tav tm="100000">
                                          <p:val>
                                            <p:strVal val="#ppt_y"/>
                                          </p:val>
                                        </p:tav>
                                      </p:tavLst>
                                    </p:anim>
                                    <p:animEffect transition="in" filter="wipe(down)">
                                      <p:cBhvr>
                                        <p:cTn id="55" dur="500"/>
                                        <p:tgtEl>
                                          <p:spTgt spid="8">
                                            <p:txEl>
                                              <p:pRg st="6" end="6"/>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1" fill="hold" grpId="0" nodeType="clickEffect">
                                  <p:stCondLst>
                                    <p:cond delay="0"/>
                                  </p:stCondLst>
                                  <p:iterate type="wd">
                                    <p:tmPct val="10000"/>
                                  </p:iterate>
                                  <p:childTnLst>
                                    <p:set>
                                      <p:cBhvr>
                                        <p:cTn id="59" dur="1" fill="hold">
                                          <p:stCondLst>
                                            <p:cond delay="0"/>
                                          </p:stCondLst>
                                        </p:cTn>
                                        <p:tgtEl>
                                          <p:spTgt spid="8">
                                            <p:txEl>
                                              <p:pRg st="7" end="7"/>
                                            </p:txEl>
                                          </p:spTgt>
                                        </p:tgtEl>
                                        <p:attrNameLst>
                                          <p:attrName>style.visibility</p:attrName>
                                        </p:attrNameLst>
                                      </p:cBhvr>
                                      <p:to>
                                        <p:strVal val="visible"/>
                                      </p:to>
                                    </p:set>
                                    <p:anim calcmode="lin" valueType="num">
                                      <p:cBhvr additive="base">
                                        <p:cTn id="60" dur="500"/>
                                        <p:tgtEl>
                                          <p:spTgt spid="8">
                                            <p:txEl>
                                              <p:pRg st="7" end="7"/>
                                            </p:txEl>
                                          </p:spTgt>
                                        </p:tgtEl>
                                        <p:attrNameLst>
                                          <p:attrName>ppt_y</p:attrName>
                                        </p:attrNameLst>
                                      </p:cBhvr>
                                      <p:tavLst>
                                        <p:tav tm="0">
                                          <p:val>
                                            <p:strVal val="#ppt_y-#ppt_h*1.125000"/>
                                          </p:val>
                                        </p:tav>
                                        <p:tav tm="100000">
                                          <p:val>
                                            <p:strVal val="#ppt_y"/>
                                          </p:val>
                                        </p:tav>
                                      </p:tavLst>
                                    </p:anim>
                                    <p:animEffect transition="in" filter="wipe(down)">
                                      <p:cBhvr>
                                        <p:cTn id="61" dur="500"/>
                                        <p:tgtEl>
                                          <p:spTgt spid="8">
                                            <p:txEl>
                                              <p:pRg st="7" end="7"/>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2" presetClass="entr" presetSubtype="1" fill="hold" grpId="0" nodeType="clickEffect">
                                  <p:stCondLst>
                                    <p:cond delay="0"/>
                                  </p:stCondLst>
                                  <p:iterate type="wd">
                                    <p:tmPct val="10000"/>
                                  </p:iterate>
                                  <p:childTnLst>
                                    <p:set>
                                      <p:cBhvr>
                                        <p:cTn id="65" dur="1" fill="hold">
                                          <p:stCondLst>
                                            <p:cond delay="0"/>
                                          </p:stCondLst>
                                        </p:cTn>
                                        <p:tgtEl>
                                          <p:spTgt spid="8">
                                            <p:txEl>
                                              <p:pRg st="9" end="9"/>
                                            </p:txEl>
                                          </p:spTgt>
                                        </p:tgtEl>
                                        <p:attrNameLst>
                                          <p:attrName>style.visibility</p:attrName>
                                        </p:attrNameLst>
                                      </p:cBhvr>
                                      <p:to>
                                        <p:strVal val="visible"/>
                                      </p:to>
                                    </p:set>
                                    <p:anim calcmode="lin" valueType="num">
                                      <p:cBhvr additive="base">
                                        <p:cTn id="66" dur="500"/>
                                        <p:tgtEl>
                                          <p:spTgt spid="8">
                                            <p:txEl>
                                              <p:pRg st="9" end="9"/>
                                            </p:txEl>
                                          </p:spTgt>
                                        </p:tgtEl>
                                        <p:attrNameLst>
                                          <p:attrName>ppt_y</p:attrName>
                                        </p:attrNameLst>
                                      </p:cBhvr>
                                      <p:tavLst>
                                        <p:tav tm="0">
                                          <p:val>
                                            <p:strVal val="#ppt_y-#ppt_h*1.125000"/>
                                          </p:val>
                                        </p:tav>
                                        <p:tav tm="100000">
                                          <p:val>
                                            <p:strVal val="#ppt_y"/>
                                          </p:val>
                                        </p:tav>
                                      </p:tavLst>
                                    </p:anim>
                                    <p:animEffect transition="in" filter="wipe(down)">
                                      <p:cBhvr>
                                        <p:cTn id="67" dur="500"/>
                                        <p:tgtEl>
                                          <p:spTgt spid="8">
                                            <p:txEl>
                                              <p:pRg st="9" end="9"/>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xit" presetSubtype="32" fill="hold" grpId="1" nodeType="clickEffect">
                                  <p:stCondLst>
                                    <p:cond delay="0"/>
                                  </p:stCondLst>
                                  <p:childTnLst>
                                    <p:anim calcmode="lin" valueType="num">
                                      <p:cBhvr>
                                        <p:cTn id="71" dur="500"/>
                                        <p:tgtEl>
                                          <p:spTgt spid="5">
                                            <p:txEl>
                                              <p:pRg st="0" end="0"/>
                                            </p:txEl>
                                          </p:spTgt>
                                        </p:tgtEl>
                                        <p:attrNameLst>
                                          <p:attrName>ppt_w</p:attrName>
                                        </p:attrNameLst>
                                      </p:cBhvr>
                                      <p:tavLst>
                                        <p:tav tm="0">
                                          <p:val>
                                            <p:strVal val="ppt_w"/>
                                          </p:val>
                                        </p:tav>
                                        <p:tav tm="100000">
                                          <p:val>
                                            <p:fltVal val="0"/>
                                          </p:val>
                                        </p:tav>
                                      </p:tavLst>
                                    </p:anim>
                                    <p:anim calcmode="lin" valueType="num">
                                      <p:cBhvr>
                                        <p:cTn id="72" dur="500"/>
                                        <p:tgtEl>
                                          <p:spTgt spid="5">
                                            <p:txEl>
                                              <p:pRg st="0" end="0"/>
                                            </p:txEl>
                                          </p:spTgt>
                                        </p:tgtEl>
                                        <p:attrNameLst>
                                          <p:attrName>ppt_h</p:attrName>
                                        </p:attrNameLst>
                                      </p:cBhvr>
                                      <p:tavLst>
                                        <p:tav tm="0">
                                          <p:val>
                                            <p:strVal val="ppt_h"/>
                                          </p:val>
                                        </p:tav>
                                        <p:tav tm="100000">
                                          <p:val>
                                            <p:fltVal val="0"/>
                                          </p:val>
                                        </p:tav>
                                      </p:tavLst>
                                    </p:anim>
                                    <p:animEffect transition="out" filter="fade">
                                      <p:cBhvr>
                                        <p:cTn id="73" dur="500"/>
                                        <p:tgtEl>
                                          <p:spTgt spid="5">
                                            <p:txEl>
                                              <p:pRg st="0" end="0"/>
                                            </p:txEl>
                                          </p:spTgt>
                                        </p:tgtEl>
                                      </p:cBhvr>
                                    </p:animEffect>
                                    <p:set>
                                      <p:cBhvr>
                                        <p:cTn id="74" dur="1" fill="hold">
                                          <p:stCondLst>
                                            <p:cond delay="499"/>
                                          </p:stCondLst>
                                        </p:cTn>
                                        <p:tgtEl>
                                          <p:spTgt spid="5">
                                            <p:txEl>
                                              <p:pRg st="0" end="0"/>
                                            </p:txEl>
                                          </p:spTgt>
                                        </p:tgtEl>
                                        <p:attrNameLst>
                                          <p:attrName>style.visibility</p:attrName>
                                        </p:attrNameLst>
                                      </p:cBhvr>
                                      <p:to>
                                        <p:strVal val="hidden"/>
                                      </p:to>
                                    </p:set>
                                  </p:childTnLst>
                                </p:cTn>
                              </p:par>
                              <p:par>
                                <p:cTn id="75" presetID="53" presetClass="exit" presetSubtype="32" fill="hold" grpId="1" nodeType="withEffect">
                                  <p:stCondLst>
                                    <p:cond delay="0"/>
                                  </p:stCondLst>
                                  <p:iterate type="wd">
                                    <p:tmPct val="0"/>
                                  </p:iterate>
                                  <p:childTnLst>
                                    <p:anim calcmode="lin" valueType="num">
                                      <p:cBhvr>
                                        <p:cTn id="76" dur="500"/>
                                        <p:tgtEl>
                                          <p:spTgt spid="8">
                                            <p:txEl>
                                              <p:pRg st="0" end="0"/>
                                            </p:txEl>
                                          </p:spTgt>
                                        </p:tgtEl>
                                        <p:attrNameLst>
                                          <p:attrName>ppt_w</p:attrName>
                                        </p:attrNameLst>
                                      </p:cBhvr>
                                      <p:tavLst>
                                        <p:tav tm="0">
                                          <p:val>
                                            <p:strVal val="ppt_w"/>
                                          </p:val>
                                        </p:tav>
                                        <p:tav tm="100000">
                                          <p:val>
                                            <p:fltVal val="0"/>
                                          </p:val>
                                        </p:tav>
                                      </p:tavLst>
                                    </p:anim>
                                    <p:anim calcmode="lin" valueType="num">
                                      <p:cBhvr>
                                        <p:cTn id="77"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78" dur="500"/>
                                        <p:tgtEl>
                                          <p:spTgt spid="8">
                                            <p:txEl>
                                              <p:pRg st="0" end="0"/>
                                            </p:txEl>
                                          </p:spTgt>
                                        </p:tgtEl>
                                      </p:cBhvr>
                                    </p:animEffect>
                                    <p:set>
                                      <p:cBhvr>
                                        <p:cTn id="79" dur="1" fill="hold">
                                          <p:stCondLst>
                                            <p:cond delay="499"/>
                                          </p:stCondLst>
                                        </p:cTn>
                                        <p:tgtEl>
                                          <p:spTgt spid="8">
                                            <p:txEl>
                                              <p:pRg st="0" end="0"/>
                                            </p:txEl>
                                          </p:spTgt>
                                        </p:tgtEl>
                                        <p:attrNameLst>
                                          <p:attrName>style.visibility</p:attrName>
                                        </p:attrNameLst>
                                      </p:cBhvr>
                                      <p:to>
                                        <p:strVal val="hidden"/>
                                      </p:to>
                                    </p:set>
                                  </p:childTnLst>
                                </p:cTn>
                              </p:par>
                              <p:par>
                                <p:cTn id="80" presetID="53" presetClass="exit" presetSubtype="32" fill="hold" grpId="1" nodeType="withEffect">
                                  <p:stCondLst>
                                    <p:cond delay="0"/>
                                  </p:stCondLst>
                                  <p:iterate type="wd">
                                    <p:tmPct val="0"/>
                                  </p:iterate>
                                  <p:childTnLst>
                                    <p:anim calcmode="lin" valueType="num">
                                      <p:cBhvr>
                                        <p:cTn id="81" dur="500"/>
                                        <p:tgtEl>
                                          <p:spTgt spid="8">
                                            <p:txEl>
                                              <p:pRg st="1" end="1"/>
                                            </p:txEl>
                                          </p:spTgt>
                                        </p:tgtEl>
                                        <p:attrNameLst>
                                          <p:attrName>ppt_w</p:attrName>
                                        </p:attrNameLst>
                                      </p:cBhvr>
                                      <p:tavLst>
                                        <p:tav tm="0">
                                          <p:val>
                                            <p:strVal val="ppt_w"/>
                                          </p:val>
                                        </p:tav>
                                        <p:tav tm="100000">
                                          <p:val>
                                            <p:fltVal val="0"/>
                                          </p:val>
                                        </p:tav>
                                      </p:tavLst>
                                    </p:anim>
                                    <p:anim calcmode="lin" valueType="num">
                                      <p:cBhvr>
                                        <p:cTn id="82" dur="500"/>
                                        <p:tgtEl>
                                          <p:spTgt spid="8">
                                            <p:txEl>
                                              <p:pRg st="1" end="1"/>
                                            </p:txEl>
                                          </p:spTgt>
                                        </p:tgtEl>
                                        <p:attrNameLst>
                                          <p:attrName>ppt_h</p:attrName>
                                        </p:attrNameLst>
                                      </p:cBhvr>
                                      <p:tavLst>
                                        <p:tav tm="0">
                                          <p:val>
                                            <p:strVal val="ppt_h"/>
                                          </p:val>
                                        </p:tav>
                                        <p:tav tm="100000">
                                          <p:val>
                                            <p:fltVal val="0"/>
                                          </p:val>
                                        </p:tav>
                                      </p:tavLst>
                                    </p:anim>
                                    <p:animEffect transition="out" filter="fade">
                                      <p:cBhvr>
                                        <p:cTn id="83" dur="500"/>
                                        <p:tgtEl>
                                          <p:spTgt spid="8">
                                            <p:txEl>
                                              <p:pRg st="1" end="1"/>
                                            </p:txEl>
                                          </p:spTgt>
                                        </p:tgtEl>
                                      </p:cBhvr>
                                    </p:animEffect>
                                    <p:set>
                                      <p:cBhvr>
                                        <p:cTn id="84" dur="1" fill="hold">
                                          <p:stCondLst>
                                            <p:cond delay="499"/>
                                          </p:stCondLst>
                                        </p:cTn>
                                        <p:tgtEl>
                                          <p:spTgt spid="8">
                                            <p:txEl>
                                              <p:pRg st="1" end="1"/>
                                            </p:txEl>
                                          </p:spTgt>
                                        </p:tgtEl>
                                        <p:attrNameLst>
                                          <p:attrName>style.visibility</p:attrName>
                                        </p:attrNameLst>
                                      </p:cBhvr>
                                      <p:to>
                                        <p:strVal val="hidden"/>
                                      </p:to>
                                    </p:set>
                                  </p:childTnLst>
                                </p:cTn>
                              </p:par>
                              <p:par>
                                <p:cTn id="85" presetID="53" presetClass="exit" presetSubtype="32" fill="hold" grpId="1" nodeType="withEffect">
                                  <p:stCondLst>
                                    <p:cond delay="0"/>
                                  </p:stCondLst>
                                  <p:iterate type="wd">
                                    <p:tmPct val="0"/>
                                  </p:iterate>
                                  <p:childTnLst>
                                    <p:anim calcmode="lin" valueType="num">
                                      <p:cBhvr>
                                        <p:cTn id="86" dur="500"/>
                                        <p:tgtEl>
                                          <p:spTgt spid="8">
                                            <p:txEl>
                                              <p:pRg st="2" end="2"/>
                                            </p:txEl>
                                          </p:spTgt>
                                        </p:tgtEl>
                                        <p:attrNameLst>
                                          <p:attrName>ppt_w</p:attrName>
                                        </p:attrNameLst>
                                      </p:cBhvr>
                                      <p:tavLst>
                                        <p:tav tm="0">
                                          <p:val>
                                            <p:strVal val="ppt_w"/>
                                          </p:val>
                                        </p:tav>
                                        <p:tav tm="100000">
                                          <p:val>
                                            <p:fltVal val="0"/>
                                          </p:val>
                                        </p:tav>
                                      </p:tavLst>
                                    </p:anim>
                                    <p:anim calcmode="lin" valueType="num">
                                      <p:cBhvr>
                                        <p:cTn id="87" dur="500"/>
                                        <p:tgtEl>
                                          <p:spTgt spid="8">
                                            <p:txEl>
                                              <p:pRg st="2" end="2"/>
                                            </p:txEl>
                                          </p:spTgt>
                                        </p:tgtEl>
                                        <p:attrNameLst>
                                          <p:attrName>ppt_h</p:attrName>
                                        </p:attrNameLst>
                                      </p:cBhvr>
                                      <p:tavLst>
                                        <p:tav tm="0">
                                          <p:val>
                                            <p:strVal val="ppt_h"/>
                                          </p:val>
                                        </p:tav>
                                        <p:tav tm="100000">
                                          <p:val>
                                            <p:fltVal val="0"/>
                                          </p:val>
                                        </p:tav>
                                      </p:tavLst>
                                    </p:anim>
                                    <p:animEffect transition="out" filter="fade">
                                      <p:cBhvr>
                                        <p:cTn id="88" dur="500"/>
                                        <p:tgtEl>
                                          <p:spTgt spid="8">
                                            <p:txEl>
                                              <p:pRg st="2" end="2"/>
                                            </p:txEl>
                                          </p:spTgt>
                                        </p:tgtEl>
                                      </p:cBhvr>
                                    </p:animEffect>
                                    <p:set>
                                      <p:cBhvr>
                                        <p:cTn id="89" dur="1" fill="hold">
                                          <p:stCondLst>
                                            <p:cond delay="499"/>
                                          </p:stCondLst>
                                        </p:cTn>
                                        <p:tgtEl>
                                          <p:spTgt spid="8">
                                            <p:txEl>
                                              <p:pRg st="2" end="2"/>
                                            </p:txEl>
                                          </p:spTgt>
                                        </p:tgtEl>
                                        <p:attrNameLst>
                                          <p:attrName>style.visibility</p:attrName>
                                        </p:attrNameLst>
                                      </p:cBhvr>
                                      <p:to>
                                        <p:strVal val="hidden"/>
                                      </p:to>
                                    </p:set>
                                  </p:childTnLst>
                                </p:cTn>
                              </p:par>
                              <p:par>
                                <p:cTn id="90" presetID="53" presetClass="exit" presetSubtype="32" fill="hold" grpId="1" nodeType="withEffect">
                                  <p:stCondLst>
                                    <p:cond delay="0"/>
                                  </p:stCondLst>
                                  <p:iterate type="wd">
                                    <p:tmPct val="0"/>
                                  </p:iterate>
                                  <p:childTnLst>
                                    <p:anim calcmode="lin" valueType="num">
                                      <p:cBhvr>
                                        <p:cTn id="91" dur="500"/>
                                        <p:tgtEl>
                                          <p:spTgt spid="8">
                                            <p:txEl>
                                              <p:pRg st="4" end="4"/>
                                            </p:txEl>
                                          </p:spTgt>
                                        </p:tgtEl>
                                        <p:attrNameLst>
                                          <p:attrName>ppt_w</p:attrName>
                                        </p:attrNameLst>
                                      </p:cBhvr>
                                      <p:tavLst>
                                        <p:tav tm="0">
                                          <p:val>
                                            <p:strVal val="ppt_w"/>
                                          </p:val>
                                        </p:tav>
                                        <p:tav tm="100000">
                                          <p:val>
                                            <p:fltVal val="0"/>
                                          </p:val>
                                        </p:tav>
                                      </p:tavLst>
                                    </p:anim>
                                    <p:anim calcmode="lin" valueType="num">
                                      <p:cBhvr>
                                        <p:cTn id="92" dur="500"/>
                                        <p:tgtEl>
                                          <p:spTgt spid="8">
                                            <p:txEl>
                                              <p:pRg st="4" end="4"/>
                                            </p:txEl>
                                          </p:spTgt>
                                        </p:tgtEl>
                                        <p:attrNameLst>
                                          <p:attrName>ppt_h</p:attrName>
                                        </p:attrNameLst>
                                      </p:cBhvr>
                                      <p:tavLst>
                                        <p:tav tm="0">
                                          <p:val>
                                            <p:strVal val="ppt_h"/>
                                          </p:val>
                                        </p:tav>
                                        <p:tav tm="100000">
                                          <p:val>
                                            <p:fltVal val="0"/>
                                          </p:val>
                                        </p:tav>
                                      </p:tavLst>
                                    </p:anim>
                                    <p:animEffect transition="out" filter="fade">
                                      <p:cBhvr>
                                        <p:cTn id="93" dur="500"/>
                                        <p:tgtEl>
                                          <p:spTgt spid="8">
                                            <p:txEl>
                                              <p:pRg st="4" end="4"/>
                                            </p:txEl>
                                          </p:spTgt>
                                        </p:tgtEl>
                                      </p:cBhvr>
                                    </p:animEffect>
                                    <p:set>
                                      <p:cBhvr>
                                        <p:cTn id="94" dur="1" fill="hold">
                                          <p:stCondLst>
                                            <p:cond delay="499"/>
                                          </p:stCondLst>
                                        </p:cTn>
                                        <p:tgtEl>
                                          <p:spTgt spid="8">
                                            <p:txEl>
                                              <p:pRg st="4" end="4"/>
                                            </p:txEl>
                                          </p:spTgt>
                                        </p:tgtEl>
                                        <p:attrNameLst>
                                          <p:attrName>style.visibility</p:attrName>
                                        </p:attrNameLst>
                                      </p:cBhvr>
                                      <p:to>
                                        <p:strVal val="hidden"/>
                                      </p:to>
                                    </p:set>
                                  </p:childTnLst>
                                </p:cTn>
                              </p:par>
                              <p:par>
                                <p:cTn id="95" presetID="53" presetClass="exit" presetSubtype="32" fill="hold" grpId="1" nodeType="withEffect">
                                  <p:stCondLst>
                                    <p:cond delay="0"/>
                                  </p:stCondLst>
                                  <p:iterate type="wd">
                                    <p:tmPct val="0"/>
                                  </p:iterate>
                                  <p:childTnLst>
                                    <p:anim calcmode="lin" valueType="num">
                                      <p:cBhvr>
                                        <p:cTn id="96" dur="500"/>
                                        <p:tgtEl>
                                          <p:spTgt spid="8">
                                            <p:txEl>
                                              <p:pRg st="5" end="5"/>
                                            </p:txEl>
                                          </p:spTgt>
                                        </p:tgtEl>
                                        <p:attrNameLst>
                                          <p:attrName>ppt_w</p:attrName>
                                        </p:attrNameLst>
                                      </p:cBhvr>
                                      <p:tavLst>
                                        <p:tav tm="0">
                                          <p:val>
                                            <p:strVal val="ppt_w"/>
                                          </p:val>
                                        </p:tav>
                                        <p:tav tm="100000">
                                          <p:val>
                                            <p:fltVal val="0"/>
                                          </p:val>
                                        </p:tav>
                                      </p:tavLst>
                                    </p:anim>
                                    <p:anim calcmode="lin" valueType="num">
                                      <p:cBhvr>
                                        <p:cTn id="97" dur="500"/>
                                        <p:tgtEl>
                                          <p:spTgt spid="8">
                                            <p:txEl>
                                              <p:pRg st="5" end="5"/>
                                            </p:txEl>
                                          </p:spTgt>
                                        </p:tgtEl>
                                        <p:attrNameLst>
                                          <p:attrName>ppt_h</p:attrName>
                                        </p:attrNameLst>
                                      </p:cBhvr>
                                      <p:tavLst>
                                        <p:tav tm="0">
                                          <p:val>
                                            <p:strVal val="ppt_h"/>
                                          </p:val>
                                        </p:tav>
                                        <p:tav tm="100000">
                                          <p:val>
                                            <p:fltVal val="0"/>
                                          </p:val>
                                        </p:tav>
                                      </p:tavLst>
                                    </p:anim>
                                    <p:animEffect transition="out" filter="fade">
                                      <p:cBhvr>
                                        <p:cTn id="98" dur="500"/>
                                        <p:tgtEl>
                                          <p:spTgt spid="8">
                                            <p:txEl>
                                              <p:pRg st="5" end="5"/>
                                            </p:txEl>
                                          </p:spTgt>
                                        </p:tgtEl>
                                      </p:cBhvr>
                                    </p:animEffect>
                                    <p:set>
                                      <p:cBhvr>
                                        <p:cTn id="99" dur="1" fill="hold">
                                          <p:stCondLst>
                                            <p:cond delay="499"/>
                                          </p:stCondLst>
                                        </p:cTn>
                                        <p:tgtEl>
                                          <p:spTgt spid="8">
                                            <p:txEl>
                                              <p:pRg st="5" end="5"/>
                                            </p:txEl>
                                          </p:spTgt>
                                        </p:tgtEl>
                                        <p:attrNameLst>
                                          <p:attrName>style.visibility</p:attrName>
                                        </p:attrNameLst>
                                      </p:cBhvr>
                                      <p:to>
                                        <p:strVal val="hidden"/>
                                      </p:to>
                                    </p:set>
                                  </p:childTnLst>
                                </p:cTn>
                              </p:par>
                              <p:par>
                                <p:cTn id="100" presetID="53" presetClass="exit" presetSubtype="32" fill="hold" grpId="1" nodeType="withEffect">
                                  <p:stCondLst>
                                    <p:cond delay="0"/>
                                  </p:stCondLst>
                                  <p:iterate type="wd">
                                    <p:tmPct val="0"/>
                                  </p:iterate>
                                  <p:childTnLst>
                                    <p:anim calcmode="lin" valueType="num">
                                      <p:cBhvr>
                                        <p:cTn id="101" dur="500"/>
                                        <p:tgtEl>
                                          <p:spTgt spid="8">
                                            <p:txEl>
                                              <p:pRg st="6" end="6"/>
                                            </p:txEl>
                                          </p:spTgt>
                                        </p:tgtEl>
                                        <p:attrNameLst>
                                          <p:attrName>ppt_w</p:attrName>
                                        </p:attrNameLst>
                                      </p:cBhvr>
                                      <p:tavLst>
                                        <p:tav tm="0">
                                          <p:val>
                                            <p:strVal val="ppt_w"/>
                                          </p:val>
                                        </p:tav>
                                        <p:tav tm="100000">
                                          <p:val>
                                            <p:fltVal val="0"/>
                                          </p:val>
                                        </p:tav>
                                      </p:tavLst>
                                    </p:anim>
                                    <p:anim calcmode="lin" valueType="num">
                                      <p:cBhvr>
                                        <p:cTn id="102" dur="500"/>
                                        <p:tgtEl>
                                          <p:spTgt spid="8">
                                            <p:txEl>
                                              <p:pRg st="6" end="6"/>
                                            </p:txEl>
                                          </p:spTgt>
                                        </p:tgtEl>
                                        <p:attrNameLst>
                                          <p:attrName>ppt_h</p:attrName>
                                        </p:attrNameLst>
                                      </p:cBhvr>
                                      <p:tavLst>
                                        <p:tav tm="0">
                                          <p:val>
                                            <p:strVal val="ppt_h"/>
                                          </p:val>
                                        </p:tav>
                                        <p:tav tm="100000">
                                          <p:val>
                                            <p:fltVal val="0"/>
                                          </p:val>
                                        </p:tav>
                                      </p:tavLst>
                                    </p:anim>
                                    <p:animEffect transition="out" filter="fade">
                                      <p:cBhvr>
                                        <p:cTn id="103" dur="500"/>
                                        <p:tgtEl>
                                          <p:spTgt spid="8">
                                            <p:txEl>
                                              <p:pRg st="6" end="6"/>
                                            </p:txEl>
                                          </p:spTgt>
                                        </p:tgtEl>
                                      </p:cBhvr>
                                    </p:animEffect>
                                    <p:set>
                                      <p:cBhvr>
                                        <p:cTn id="104" dur="1" fill="hold">
                                          <p:stCondLst>
                                            <p:cond delay="499"/>
                                          </p:stCondLst>
                                        </p:cTn>
                                        <p:tgtEl>
                                          <p:spTgt spid="8">
                                            <p:txEl>
                                              <p:pRg st="6" end="6"/>
                                            </p:txEl>
                                          </p:spTgt>
                                        </p:tgtEl>
                                        <p:attrNameLst>
                                          <p:attrName>style.visibility</p:attrName>
                                        </p:attrNameLst>
                                      </p:cBhvr>
                                      <p:to>
                                        <p:strVal val="hidden"/>
                                      </p:to>
                                    </p:set>
                                  </p:childTnLst>
                                </p:cTn>
                              </p:par>
                              <p:par>
                                <p:cTn id="105" presetID="53" presetClass="exit" presetSubtype="32" fill="hold" grpId="1" nodeType="withEffect">
                                  <p:stCondLst>
                                    <p:cond delay="0"/>
                                  </p:stCondLst>
                                  <p:iterate type="wd">
                                    <p:tmPct val="0"/>
                                  </p:iterate>
                                  <p:childTnLst>
                                    <p:anim calcmode="lin" valueType="num">
                                      <p:cBhvr>
                                        <p:cTn id="106" dur="500"/>
                                        <p:tgtEl>
                                          <p:spTgt spid="8">
                                            <p:txEl>
                                              <p:pRg st="7" end="7"/>
                                            </p:txEl>
                                          </p:spTgt>
                                        </p:tgtEl>
                                        <p:attrNameLst>
                                          <p:attrName>ppt_w</p:attrName>
                                        </p:attrNameLst>
                                      </p:cBhvr>
                                      <p:tavLst>
                                        <p:tav tm="0">
                                          <p:val>
                                            <p:strVal val="ppt_w"/>
                                          </p:val>
                                        </p:tav>
                                        <p:tav tm="100000">
                                          <p:val>
                                            <p:fltVal val="0"/>
                                          </p:val>
                                        </p:tav>
                                      </p:tavLst>
                                    </p:anim>
                                    <p:anim calcmode="lin" valueType="num">
                                      <p:cBhvr>
                                        <p:cTn id="107" dur="500"/>
                                        <p:tgtEl>
                                          <p:spTgt spid="8">
                                            <p:txEl>
                                              <p:pRg st="7" end="7"/>
                                            </p:txEl>
                                          </p:spTgt>
                                        </p:tgtEl>
                                        <p:attrNameLst>
                                          <p:attrName>ppt_h</p:attrName>
                                        </p:attrNameLst>
                                      </p:cBhvr>
                                      <p:tavLst>
                                        <p:tav tm="0">
                                          <p:val>
                                            <p:strVal val="ppt_h"/>
                                          </p:val>
                                        </p:tav>
                                        <p:tav tm="100000">
                                          <p:val>
                                            <p:fltVal val="0"/>
                                          </p:val>
                                        </p:tav>
                                      </p:tavLst>
                                    </p:anim>
                                    <p:animEffect transition="out" filter="fade">
                                      <p:cBhvr>
                                        <p:cTn id="108" dur="500"/>
                                        <p:tgtEl>
                                          <p:spTgt spid="8">
                                            <p:txEl>
                                              <p:pRg st="7" end="7"/>
                                            </p:txEl>
                                          </p:spTgt>
                                        </p:tgtEl>
                                      </p:cBhvr>
                                    </p:animEffect>
                                    <p:set>
                                      <p:cBhvr>
                                        <p:cTn id="109" dur="1" fill="hold">
                                          <p:stCondLst>
                                            <p:cond delay="499"/>
                                          </p:stCondLst>
                                        </p:cTn>
                                        <p:tgtEl>
                                          <p:spTgt spid="8">
                                            <p:txEl>
                                              <p:pRg st="7" end="7"/>
                                            </p:txEl>
                                          </p:spTgt>
                                        </p:tgtEl>
                                        <p:attrNameLst>
                                          <p:attrName>style.visibility</p:attrName>
                                        </p:attrNameLst>
                                      </p:cBhvr>
                                      <p:to>
                                        <p:strVal val="hidden"/>
                                      </p:to>
                                    </p:set>
                                  </p:childTnLst>
                                </p:cTn>
                              </p:par>
                              <p:par>
                                <p:cTn id="110" presetID="53" presetClass="exit" presetSubtype="32" fill="hold" grpId="1" nodeType="withEffect">
                                  <p:stCondLst>
                                    <p:cond delay="0"/>
                                  </p:stCondLst>
                                  <p:iterate type="wd">
                                    <p:tmPct val="0"/>
                                  </p:iterate>
                                  <p:childTnLst>
                                    <p:anim calcmode="lin" valueType="num">
                                      <p:cBhvr>
                                        <p:cTn id="111" dur="500"/>
                                        <p:tgtEl>
                                          <p:spTgt spid="8">
                                            <p:txEl>
                                              <p:pRg st="9" end="9"/>
                                            </p:txEl>
                                          </p:spTgt>
                                        </p:tgtEl>
                                        <p:attrNameLst>
                                          <p:attrName>ppt_w</p:attrName>
                                        </p:attrNameLst>
                                      </p:cBhvr>
                                      <p:tavLst>
                                        <p:tav tm="0">
                                          <p:val>
                                            <p:strVal val="ppt_w"/>
                                          </p:val>
                                        </p:tav>
                                        <p:tav tm="100000">
                                          <p:val>
                                            <p:fltVal val="0"/>
                                          </p:val>
                                        </p:tav>
                                      </p:tavLst>
                                    </p:anim>
                                    <p:anim calcmode="lin" valueType="num">
                                      <p:cBhvr>
                                        <p:cTn id="112" dur="500"/>
                                        <p:tgtEl>
                                          <p:spTgt spid="8">
                                            <p:txEl>
                                              <p:pRg st="9" end="9"/>
                                            </p:txEl>
                                          </p:spTgt>
                                        </p:tgtEl>
                                        <p:attrNameLst>
                                          <p:attrName>ppt_h</p:attrName>
                                        </p:attrNameLst>
                                      </p:cBhvr>
                                      <p:tavLst>
                                        <p:tav tm="0">
                                          <p:val>
                                            <p:strVal val="ppt_h"/>
                                          </p:val>
                                        </p:tav>
                                        <p:tav tm="100000">
                                          <p:val>
                                            <p:fltVal val="0"/>
                                          </p:val>
                                        </p:tav>
                                      </p:tavLst>
                                    </p:anim>
                                    <p:animEffect transition="out" filter="fade">
                                      <p:cBhvr>
                                        <p:cTn id="113" dur="500"/>
                                        <p:tgtEl>
                                          <p:spTgt spid="8">
                                            <p:txEl>
                                              <p:pRg st="9" end="9"/>
                                            </p:txEl>
                                          </p:spTgt>
                                        </p:tgtEl>
                                      </p:cBhvr>
                                    </p:animEffect>
                                    <p:set>
                                      <p:cBhvr>
                                        <p:cTn id="114" dur="1" fill="hold">
                                          <p:stCondLst>
                                            <p:cond delay="499"/>
                                          </p:stCondLst>
                                        </p:cTn>
                                        <p:tgtEl>
                                          <p:spTgt spid="8">
                                            <p:txEl>
                                              <p:pRg st="9" end="9"/>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5" grpId="0" build="allAtOnce"/>
      <p:bldP spid="5" grpId="1" build="allAtOnce"/>
      <p:bldP spid="8" grpId="0" build="allAtOnce"/>
      <p:bldP spid="8" grpId="1" build="allAtOnce"/>
    </p:bld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3509B5D3-C0AA-A977-4251-C204030869FD}"/>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5A705E37-90A4-2794-3395-59FE97AC0EBF}"/>
              </a:ext>
            </a:extLst>
          </p:cNvPr>
          <p:cNvSpPr/>
          <p:nvPr/>
        </p:nvSpPr>
        <p:spPr>
          <a:xfrm>
            <a:off x="1219473" y="1289227"/>
            <a:ext cx="6705054" cy="521485"/>
          </a:xfrm>
          <a:prstGeom prst="roundRect">
            <a:avLst/>
          </a:prstGeom>
          <a:solidFill>
            <a:srgbClr val="00CED1">
              <a:alpha val="15000"/>
            </a:srgbClr>
          </a:solidFill>
          <a:ln w="25400">
            <a:solidFill>
              <a:srgbClr val="00CED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E104FF05-CD93-A82B-AC98-7222576BB730}"/>
              </a:ext>
            </a:extLst>
          </p:cNvPr>
          <p:cNvSpPr/>
          <p:nvPr/>
        </p:nvSpPr>
        <p:spPr>
          <a:xfrm>
            <a:off x="274318" y="6191790"/>
            <a:ext cx="8595360" cy="45719"/>
          </a:xfrm>
          <a:prstGeom prst="rect">
            <a:avLst/>
          </a:prstGeom>
          <a:solidFill>
            <a:srgbClr val="00CED1"/>
          </a:solidFill>
          <a:ln>
            <a:solidFill>
              <a:srgbClr val="00CE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48010B3-D040-0AEF-28D4-1813A490A758}"/>
              </a:ext>
            </a:extLst>
          </p:cNvPr>
          <p:cNvSpPr/>
          <p:nvPr/>
        </p:nvSpPr>
        <p:spPr>
          <a:xfrm>
            <a:off x="274319" y="497840"/>
            <a:ext cx="8595360" cy="45719"/>
          </a:xfrm>
          <a:prstGeom prst="rect">
            <a:avLst/>
          </a:prstGeom>
          <a:solidFill>
            <a:srgbClr val="00CED1"/>
          </a:solidFill>
          <a:ln>
            <a:solidFill>
              <a:srgbClr val="00CE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B3F69B65-AA44-BA9B-06D2-E9255B33462B}"/>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0627A24F-ED9A-4BC4-999F-9171FD18809A}"/>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2F72A5A6-66AF-E0E2-927F-CBF1E834020C}"/>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6" name="Rounded Rectangle 5">
            <a:extLst>
              <a:ext uri="{FF2B5EF4-FFF2-40B4-BE49-F238E27FC236}">
                <a16:creationId xmlns:a16="http://schemas.microsoft.com/office/drawing/2014/main" id="{E7517FCE-A1AC-B162-8EB3-FE843CAB684E}"/>
              </a:ext>
            </a:extLst>
          </p:cNvPr>
          <p:cNvSpPr/>
          <p:nvPr/>
        </p:nvSpPr>
        <p:spPr>
          <a:xfrm>
            <a:off x="1219473" y="2128519"/>
            <a:ext cx="6705054" cy="3405717"/>
          </a:xfrm>
          <a:prstGeom prst="roundRect">
            <a:avLst>
              <a:gd name="adj" fmla="val 2049"/>
            </a:avLst>
          </a:prstGeom>
          <a:solidFill>
            <a:srgbClr val="00CED1">
              <a:alpha val="15000"/>
            </a:srgbClr>
          </a:solidFill>
          <a:ln w="25400">
            <a:solidFill>
              <a:srgbClr val="00CED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1230B73C-A8E9-2A96-CE7B-7FCD85323740}"/>
              </a:ext>
            </a:extLst>
          </p:cNvPr>
          <p:cNvSpPr txBox="1"/>
          <p:nvPr/>
        </p:nvSpPr>
        <p:spPr>
          <a:xfrm>
            <a:off x="1184078" y="1349042"/>
            <a:ext cx="6775839" cy="400110"/>
          </a:xfrm>
          <a:prstGeom prst="rect">
            <a:avLst/>
          </a:prstGeom>
          <a:noFill/>
        </p:spPr>
        <p:txBody>
          <a:bodyPr wrap="square" rtlCol="0" anchor="ctr">
            <a:spAutoFit/>
          </a:bodyPr>
          <a:lstStyle/>
          <a:p>
            <a:pPr algn="ctr"/>
            <a:r>
              <a:rPr lang="en-US" sz="2000" b="1" spc="300" dirty="0">
                <a:solidFill>
                  <a:schemeClr val="bg1"/>
                </a:solidFill>
                <a:latin typeface="Orbitron Black" pitchFamily="2" charset="0"/>
              </a:rPr>
              <a:t>SXCP Architecture</a:t>
            </a:r>
          </a:p>
        </p:txBody>
      </p:sp>
      <p:sp>
        <p:nvSpPr>
          <p:cNvPr id="8" name="TextBox 7">
            <a:extLst>
              <a:ext uri="{FF2B5EF4-FFF2-40B4-BE49-F238E27FC236}">
                <a16:creationId xmlns:a16="http://schemas.microsoft.com/office/drawing/2014/main" id="{D0E740CE-C982-2A3C-A031-41280AFFFF5C}"/>
              </a:ext>
            </a:extLst>
          </p:cNvPr>
          <p:cNvSpPr txBox="1"/>
          <p:nvPr/>
        </p:nvSpPr>
        <p:spPr>
          <a:xfrm>
            <a:off x="1641290" y="2480657"/>
            <a:ext cx="6063021" cy="2585323"/>
          </a:xfrm>
          <a:prstGeom prst="rect">
            <a:avLst/>
          </a:prstGeom>
          <a:noFill/>
        </p:spPr>
        <p:txBody>
          <a:bodyPr wrap="square" rtlCol="0" anchor="ctr">
            <a:spAutoFit/>
          </a:bodyPr>
          <a:lstStyle/>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UMA (Universal Meta-Address)</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Deterministic Relay Attestations</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Aegis PQC-Secured Verification</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SynQ Cross-Chain Execution</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No middlemen. No wrapping. No custody risk.</a:t>
            </a:r>
          </a:p>
        </p:txBody>
      </p:sp>
    </p:spTree>
    <p:extLst>
      <p:ext uri="{BB962C8B-B14F-4D97-AF65-F5344CB8AC3E}">
        <p14:creationId xmlns:p14="http://schemas.microsoft.com/office/powerpoint/2010/main" val="18131481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ou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p:cTn id="17"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iterate type="wd">
                                    <p:tmPct val="10000"/>
                                  </p:iterate>
                                  <p:childTnLst>
                                    <p:set>
                                      <p:cBhvr>
                                        <p:cTn id="23" dur="1" fill="hold">
                                          <p:stCondLst>
                                            <p:cond delay="0"/>
                                          </p:stCondLst>
                                        </p:cTn>
                                        <p:tgtEl>
                                          <p:spTgt spid="8">
                                            <p:txEl>
                                              <p:pRg st="0" end="0"/>
                                            </p:txEl>
                                          </p:spTgt>
                                        </p:tgtEl>
                                        <p:attrNameLst>
                                          <p:attrName>style.visibility</p:attrName>
                                        </p:attrNameLst>
                                      </p:cBhvr>
                                      <p:to>
                                        <p:strVal val="visible"/>
                                      </p:to>
                                    </p:set>
                                    <p:anim calcmode="lin" valueType="num">
                                      <p:cBhvr additive="base">
                                        <p:cTn id="24"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down)">
                                      <p:cBhvr>
                                        <p:cTn id="25" dur="500"/>
                                        <p:tgtEl>
                                          <p:spTgt spid="8">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iterate type="wd">
                                    <p:tmPct val="10000"/>
                                  </p:iterate>
                                  <p:childTnLst>
                                    <p:set>
                                      <p:cBhvr>
                                        <p:cTn id="29" dur="1" fill="hold">
                                          <p:stCondLst>
                                            <p:cond delay="0"/>
                                          </p:stCondLst>
                                        </p:cTn>
                                        <p:tgtEl>
                                          <p:spTgt spid="8">
                                            <p:txEl>
                                              <p:pRg st="2" end="2"/>
                                            </p:txEl>
                                          </p:spTgt>
                                        </p:tgtEl>
                                        <p:attrNameLst>
                                          <p:attrName>style.visibility</p:attrName>
                                        </p:attrNameLst>
                                      </p:cBhvr>
                                      <p:to>
                                        <p:strVal val="visible"/>
                                      </p:to>
                                    </p:set>
                                    <p:anim calcmode="lin" valueType="num">
                                      <p:cBhvr additive="base">
                                        <p:cTn id="30" dur="500"/>
                                        <p:tgtEl>
                                          <p:spTgt spid="8">
                                            <p:txEl>
                                              <p:pRg st="2" end="2"/>
                                            </p:txEl>
                                          </p:spTgt>
                                        </p:tgtEl>
                                        <p:attrNameLst>
                                          <p:attrName>ppt_y</p:attrName>
                                        </p:attrNameLst>
                                      </p:cBhvr>
                                      <p:tavLst>
                                        <p:tav tm="0">
                                          <p:val>
                                            <p:strVal val="#ppt_y-#ppt_h*1.125000"/>
                                          </p:val>
                                        </p:tav>
                                        <p:tav tm="100000">
                                          <p:val>
                                            <p:strVal val="#ppt_y"/>
                                          </p:val>
                                        </p:tav>
                                      </p:tavLst>
                                    </p:anim>
                                    <p:animEffect transition="in" filter="wipe(down)">
                                      <p:cBhvr>
                                        <p:cTn id="31" dur="500"/>
                                        <p:tgtEl>
                                          <p:spTgt spid="8">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iterate type="wd">
                                    <p:tmPct val="10000"/>
                                  </p:iterate>
                                  <p:childTnLst>
                                    <p:set>
                                      <p:cBhvr>
                                        <p:cTn id="35" dur="1" fill="hold">
                                          <p:stCondLst>
                                            <p:cond delay="0"/>
                                          </p:stCondLst>
                                        </p:cTn>
                                        <p:tgtEl>
                                          <p:spTgt spid="8">
                                            <p:txEl>
                                              <p:pRg st="4" end="4"/>
                                            </p:txEl>
                                          </p:spTgt>
                                        </p:tgtEl>
                                        <p:attrNameLst>
                                          <p:attrName>style.visibility</p:attrName>
                                        </p:attrNameLst>
                                      </p:cBhvr>
                                      <p:to>
                                        <p:strVal val="visible"/>
                                      </p:to>
                                    </p:set>
                                    <p:anim calcmode="lin" valueType="num">
                                      <p:cBhvr additive="base">
                                        <p:cTn id="36" dur="500"/>
                                        <p:tgtEl>
                                          <p:spTgt spid="8">
                                            <p:txEl>
                                              <p:pRg st="4" end="4"/>
                                            </p:txEl>
                                          </p:spTgt>
                                        </p:tgtEl>
                                        <p:attrNameLst>
                                          <p:attrName>ppt_y</p:attrName>
                                        </p:attrNameLst>
                                      </p:cBhvr>
                                      <p:tavLst>
                                        <p:tav tm="0">
                                          <p:val>
                                            <p:strVal val="#ppt_y-#ppt_h*1.125000"/>
                                          </p:val>
                                        </p:tav>
                                        <p:tav tm="100000">
                                          <p:val>
                                            <p:strVal val="#ppt_y"/>
                                          </p:val>
                                        </p:tav>
                                      </p:tavLst>
                                    </p:anim>
                                    <p:animEffect transition="in" filter="wipe(down)">
                                      <p:cBhvr>
                                        <p:cTn id="37" dur="500"/>
                                        <p:tgtEl>
                                          <p:spTgt spid="8">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wd">
                                    <p:tmPct val="10000"/>
                                  </p:iterate>
                                  <p:childTnLst>
                                    <p:set>
                                      <p:cBhvr>
                                        <p:cTn id="41" dur="1" fill="hold">
                                          <p:stCondLst>
                                            <p:cond delay="0"/>
                                          </p:stCondLst>
                                        </p:cTn>
                                        <p:tgtEl>
                                          <p:spTgt spid="8">
                                            <p:txEl>
                                              <p:pRg st="6" end="6"/>
                                            </p:txEl>
                                          </p:spTgt>
                                        </p:tgtEl>
                                        <p:attrNameLst>
                                          <p:attrName>style.visibility</p:attrName>
                                        </p:attrNameLst>
                                      </p:cBhvr>
                                      <p:to>
                                        <p:strVal val="visible"/>
                                      </p:to>
                                    </p:set>
                                    <p:anim calcmode="lin" valueType="num">
                                      <p:cBhvr additive="base">
                                        <p:cTn id="42" dur="500"/>
                                        <p:tgtEl>
                                          <p:spTgt spid="8">
                                            <p:txEl>
                                              <p:pRg st="6" end="6"/>
                                            </p:txEl>
                                          </p:spTgt>
                                        </p:tgtEl>
                                        <p:attrNameLst>
                                          <p:attrName>ppt_y</p:attrName>
                                        </p:attrNameLst>
                                      </p:cBhvr>
                                      <p:tavLst>
                                        <p:tav tm="0">
                                          <p:val>
                                            <p:strVal val="#ppt_y-#ppt_h*1.125000"/>
                                          </p:val>
                                        </p:tav>
                                        <p:tav tm="100000">
                                          <p:val>
                                            <p:strVal val="#ppt_y"/>
                                          </p:val>
                                        </p:tav>
                                      </p:tavLst>
                                    </p:anim>
                                    <p:animEffect transition="in" filter="wipe(down)">
                                      <p:cBhvr>
                                        <p:cTn id="43" dur="500"/>
                                        <p:tgtEl>
                                          <p:spTgt spid="8">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grpId="0" nodeType="clickEffect">
                                  <p:stCondLst>
                                    <p:cond delay="0"/>
                                  </p:stCondLst>
                                  <p:iterate type="wd">
                                    <p:tmPct val="10000"/>
                                  </p:iterate>
                                  <p:childTnLst>
                                    <p:set>
                                      <p:cBhvr>
                                        <p:cTn id="47" dur="1" fill="hold">
                                          <p:stCondLst>
                                            <p:cond delay="0"/>
                                          </p:stCondLst>
                                        </p:cTn>
                                        <p:tgtEl>
                                          <p:spTgt spid="8">
                                            <p:txEl>
                                              <p:pRg st="8" end="8"/>
                                            </p:txEl>
                                          </p:spTgt>
                                        </p:tgtEl>
                                        <p:attrNameLst>
                                          <p:attrName>style.visibility</p:attrName>
                                        </p:attrNameLst>
                                      </p:cBhvr>
                                      <p:to>
                                        <p:strVal val="visible"/>
                                      </p:to>
                                    </p:set>
                                    <p:anim calcmode="lin" valueType="num">
                                      <p:cBhvr additive="base">
                                        <p:cTn id="48" dur="500"/>
                                        <p:tgtEl>
                                          <p:spTgt spid="8">
                                            <p:txEl>
                                              <p:pRg st="8" end="8"/>
                                            </p:txEl>
                                          </p:spTgt>
                                        </p:tgtEl>
                                        <p:attrNameLst>
                                          <p:attrName>ppt_y</p:attrName>
                                        </p:attrNameLst>
                                      </p:cBhvr>
                                      <p:tavLst>
                                        <p:tav tm="0">
                                          <p:val>
                                            <p:strVal val="#ppt_y-#ppt_h*1.125000"/>
                                          </p:val>
                                        </p:tav>
                                        <p:tav tm="100000">
                                          <p:val>
                                            <p:strVal val="#ppt_y"/>
                                          </p:val>
                                        </p:tav>
                                      </p:tavLst>
                                    </p:anim>
                                    <p:animEffect transition="in" filter="wipe(down)">
                                      <p:cBhvr>
                                        <p:cTn id="49" dur="500"/>
                                        <p:tgtEl>
                                          <p:spTgt spid="8">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xit" presetSubtype="32" fill="hold" grpId="1" nodeType="clickEffect">
                                  <p:stCondLst>
                                    <p:cond delay="0"/>
                                  </p:stCondLst>
                                  <p:childTnLst>
                                    <p:anim calcmode="lin" valueType="num">
                                      <p:cBhvr>
                                        <p:cTn id="53" dur="500"/>
                                        <p:tgtEl>
                                          <p:spTgt spid="5">
                                            <p:txEl>
                                              <p:pRg st="0" end="0"/>
                                            </p:txEl>
                                          </p:spTgt>
                                        </p:tgtEl>
                                        <p:attrNameLst>
                                          <p:attrName>ppt_w</p:attrName>
                                        </p:attrNameLst>
                                      </p:cBhvr>
                                      <p:tavLst>
                                        <p:tav tm="0">
                                          <p:val>
                                            <p:strVal val="ppt_w"/>
                                          </p:val>
                                        </p:tav>
                                        <p:tav tm="100000">
                                          <p:val>
                                            <p:fltVal val="0"/>
                                          </p:val>
                                        </p:tav>
                                      </p:tavLst>
                                    </p:anim>
                                    <p:anim calcmode="lin" valueType="num">
                                      <p:cBhvr>
                                        <p:cTn id="54" dur="500"/>
                                        <p:tgtEl>
                                          <p:spTgt spid="5">
                                            <p:txEl>
                                              <p:pRg st="0" end="0"/>
                                            </p:txEl>
                                          </p:spTgt>
                                        </p:tgtEl>
                                        <p:attrNameLst>
                                          <p:attrName>ppt_h</p:attrName>
                                        </p:attrNameLst>
                                      </p:cBhvr>
                                      <p:tavLst>
                                        <p:tav tm="0">
                                          <p:val>
                                            <p:strVal val="ppt_h"/>
                                          </p:val>
                                        </p:tav>
                                        <p:tav tm="100000">
                                          <p:val>
                                            <p:fltVal val="0"/>
                                          </p:val>
                                        </p:tav>
                                      </p:tavLst>
                                    </p:anim>
                                    <p:animEffect transition="out" filter="fade">
                                      <p:cBhvr>
                                        <p:cTn id="55" dur="500"/>
                                        <p:tgtEl>
                                          <p:spTgt spid="5">
                                            <p:txEl>
                                              <p:pRg st="0" end="0"/>
                                            </p:txEl>
                                          </p:spTgt>
                                        </p:tgtEl>
                                      </p:cBhvr>
                                    </p:animEffect>
                                    <p:set>
                                      <p:cBhvr>
                                        <p:cTn id="56" dur="1" fill="hold">
                                          <p:stCondLst>
                                            <p:cond delay="499"/>
                                          </p:stCondLst>
                                        </p:cTn>
                                        <p:tgtEl>
                                          <p:spTgt spid="5">
                                            <p:txEl>
                                              <p:pRg st="0" end="0"/>
                                            </p:txEl>
                                          </p:spTgt>
                                        </p:tgtEl>
                                        <p:attrNameLst>
                                          <p:attrName>style.visibility</p:attrName>
                                        </p:attrNameLst>
                                      </p:cBhvr>
                                      <p:to>
                                        <p:strVal val="hidden"/>
                                      </p:to>
                                    </p:set>
                                  </p:childTnLst>
                                </p:cTn>
                              </p:par>
                              <p:par>
                                <p:cTn id="57" presetID="53" presetClass="exit" presetSubtype="32" fill="hold" grpId="1" nodeType="withEffect">
                                  <p:stCondLst>
                                    <p:cond delay="0"/>
                                  </p:stCondLst>
                                  <p:iterate type="wd">
                                    <p:tmPct val="0"/>
                                  </p:iterate>
                                  <p:childTnLst>
                                    <p:anim calcmode="lin" valueType="num">
                                      <p:cBhvr>
                                        <p:cTn id="58" dur="500"/>
                                        <p:tgtEl>
                                          <p:spTgt spid="8">
                                            <p:txEl>
                                              <p:pRg st="0" end="0"/>
                                            </p:txEl>
                                          </p:spTgt>
                                        </p:tgtEl>
                                        <p:attrNameLst>
                                          <p:attrName>ppt_w</p:attrName>
                                        </p:attrNameLst>
                                      </p:cBhvr>
                                      <p:tavLst>
                                        <p:tav tm="0">
                                          <p:val>
                                            <p:strVal val="ppt_w"/>
                                          </p:val>
                                        </p:tav>
                                        <p:tav tm="100000">
                                          <p:val>
                                            <p:fltVal val="0"/>
                                          </p:val>
                                        </p:tav>
                                      </p:tavLst>
                                    </p:anim>
                                    <p:anim calcmode="lin" valueType="num">
                                      <p:cBhvr>
                                        <p:cTn id="59"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60" dur="500"/>
                                        <p:tgtEl>
                                          <p:spTgt spid="8">
                                            <p:txEl>
                                              <p:pRg st="0" end="0"/>
                                            </p:txEl>
                                          </p:spTgt>
                                        </p:tgtEl>
                                      </p:cBhvr>
                                    </p:animEffect>
                                    <p:set>
                                      <p:cBhvr>
                                        <p:cTn id="61" dur="1" fill="hold">
                                          <p:stCondLst>
                                            <p:cond delay="499"/>
                                          </p:stCondLst>
                                        </p:cTn>
                                        <p:tgtEl>
                                          <p:spTgt spid="8">
                                            <p:txEl>
                                              <p:pRg st="0" end="0"/>
                                            </p:txEl>
                                          </p:spTgt>
                                        </p:tgtEl>
                                        <p:attrNameLst>
                                          <p:attrName>style.visibility</p:attrName>
                                        </p:attrNameLst>
                                      </p:cBhvr>
                                      <p:to>
                                        <p:strVal val="hidden"/>
                                      </p:to>
                                    </p:set>
                                  </p:childTnLst>
                                </p:cTn>
                              </p:par>
                              <p:par>
                                <p:cTn id="62" presetID="53" presetClass="exit" presetSubtype="32" fill="hold" grpId="1" nodeType="withEffect">
                                  <p:stCondLst>
                                    <p:cond delay="0"/>
                                  </p:stCondLst>
                                  <p:iterate type="wd">
                                    <p:tmPct val="0"/>
                                  </p:iterate>
                                  <p:childTnLst>
                                    <p:anim calcmode="lin" valueType="num">
                                      <p:cBhvr>
                                        <p:cTn id="63" dur="500"/>
                                        <p:tgtEl>
                                          <p:spTgt spid="8">
                                            <p:txEl>
                                              <p:pRg st="2" end="2"/>
                                            </p:txEl>
                                          </p:spTgt>
                                        </p:tgtEl>
                                        <p:attrNameLst>
                                          <p:attrName>ppt_w</p:attrName>
                                        </p:attrNameLst>
                                      </p:cBhvr>
                                      <p:tavLst>
                                        <p:tav tm="0">
                                          <p:val>
                                            <p:strVal val="ppt_w"/>
                                          </p:val>
                                        </p:tav>
                                        <p:tav tm="100000">
                                          <p:val>
                                            <p:fltVal val="0"/>
                                          </p:val>
                                        </p:tav>
                                      </p:tavLst>
                                    </p:anim>
                                    <p:anim calcmode="lin" valueType="num">
                                      <p:cBhvr>
                                        <p:cTn id="64" dur="500"/>
                                        <p:tgtEl>
                                          <p:spTgt spid="8">
                                            <p:txEl>
                                              <p:pRg st="2" end="2"/>
                                            </p:txEl>
                                          </p:spTgt>
                                        </p:tgtEl>
                                        <p:attrNameLst>
                                          <p:attrName>ppt_h</p:attrName>
                                        </p:attrNameLst>
                                      </p:cBhvr>
                                      <p:tavLst>
                                        <p:tav tm="0">
                                          <p:val>
                                            <p:strVal val="ppt_h"/>
                                          </p:val>
                                        </p:tav>
                                        <p:tav tm="100000">
                                          <p:val>
                                            <p:fltVal val="0"/>
                                          </p:val>
                                        </p:tav>
                                      </p:tavLst>
                                    </p:anim>
                                    <p:animEffect transition="out" filter="fade">
                                      <p:cBhvr>
                                        <p:cTn id="65" dur="500"/>
                                        <p:tgtEl>
                                          <p:spTgt spid="8">
                                            <p:txEl>
                                              <p:pRg st="2" end="2"/>
                                            </p:txEl>
                                          </p:spTgt>
                                        </p:tgtEl>
                                      </p:cBhvr>
                                    </p:animEffect>
                                    <p:set>
                                      <p:cBhvr>
                                        <p:cTn id="66" dur="1" fill="hold">
                                          <p:stCondLst>
                                            <p:cond delay="499"/>
                                          </p:stCondLst>
                                        </p:cTn>
                                        <p:tgtEl>
                                          <p:spTgt spid="8">
                                            <p:txEl>
                                              <p:pRg st="2" end="2"/>
                                            </p:txEl>
                                          </p:spTgt>
                                        </p:tgtEl>
                                        <p:attrNameLst>
                                          <p:attrName>style.visibility</p:attrName>
                                        </p:attrNameLst>
                                      </p:cBhvr>
                                      <p:to>
                                        <p:strVal val="hidden"/>
                                      </p:to>
                                    </p:set>
                                  </p:childTnLst>
                                </p:cTn>
                              </p:par>
                              <p:par>
                                <p:cTn id="67" presetID="53" presetClass="exit" presetSubtype="32" fill="hold" grpId="1" nodeType="withEffect">
                                  <p:stCondLst>
                                    <p:cond delay="0"/>
                                  </p:stCondLst>
                                  <p:iterate type="wd">
                                    <p:tmPct val="0"/>
                                  </p:iterate>
                                  <p:childTnLst>
                                    <p:anim calcmode="lin" valueType="num">
                                      <p:cBhvr>
                                        <p:cTn id="68" dur="500"/>
                                        <p:tgtEl>
                                          <p:spTgt spid="8">
                                            <p:txEl>
                                              <p:pRg st="4" end="4"/>
                                            </p:txEl>
                                          </p:spTgt>
                                        </p:tgtEl>
                                        <p:attrNameLst>
                                          <p:attrName>ppt_w</p:attrName>
                                        </p:attrNameLst>
                                      </p:cBhvr>
                                      <p:tavLst>
                                        <p:tav tm="0">
                                          <p:val>
                                            <p:strVal val="ppt_w"/>
                                          </p:val>
                                        </p:tav>
                                        <p:tav tm="100000">
                                          <p:val>
                                            <p:fltVal val="0"/>
                                          </p:val>
                                        </p:tav>
                                      </p:tavLst>
                                    </p:anim>
                                    <p:anim calcmode="lin" valueType="num">
                                      <p:cBhvr>
                                        <p:cTn id="69" dur="500"/>
                                        <p:tgtEl>
                                          <p:spTgt spid="8">
                                            <p:txEl>
                                              <p:pRg st="4" end="4"/>
                                            </p:txEl>
                                          </p:spTgt>
                                        </p:tgtEl>
                                        <p:attrNameLst>
                                          <p:attrName>ppt_h</p:attrName>
                                        </p:attrNameLst>
                                      </p:cBhvr>
                                      <p:tavLst>
                                        <p:tav tm="0">
                                          <p:val>
                                            <p:strVal val="ppt_h"/>
                                          </p:val>
                                        </p:tav>
                                        <p:tav tm="100000">
                                          <p:val>
                                            <p:fltVal val="0"/>
                                          </p:val>
                                        </p:tav>
                                      </p:tavLst>
                                    </p:anim>
                                    <p:animEffect transition="out" filter="fade">
                                      <p:cBhvr>
                                        <p:cTn id="70" dur="500"/>
                                        <p:tgtEl>
                                          <p:spTgt spid="8">
                                            <p:txEl>
                                              <p:pRg st="4" end="4"/>
                                            </p:txEl>
                                          </p:spTgt>
                                        </p:tgtEl>
                                      </p:cBhvr>
                                    </p:animEffect>
                                    <p:set>
                                      <p:cBhvr>
                                        <p:cTn id="71" dur="1" fill="hold">
                                          <p:stCondLst>
                                            <p:cond delay="499"/>
                                          </p:stCondLst>
                                        </p:cTn>
                                        <p:tgtEl>
                                          <p:spTgt spid="8">
                                            <p:txEl>
                                              <p:pRg st="4" end="4"/>
                                            </p:txEl>
                                          </p:spTgt>
                                        </p:tgtEl>
                                        <p:attrNameLst>
                                          <p:attrName>style.visibility</p:attrName>
                                        </p:attrNameLst>
                                      </p:cBhvr>
                                      <p:to>
                                        <p:strVal val="hidden"/>
                                      </p:to>
                                    </p:set>
                                  </p:childTnLst>
                                </p:cTn>
                              </p:par>
                              <p:par>
                                <p:cTn id="72" presetID="53" presetClass="exit" presetSubtype="32" fill="hold" grpId="1" nodeType="withEffect">
                                  <p:stCondLst>
                                    <p:cond delay="0"/>
                                  </p:stCondLst>
                                  <p:iterate type="wd">
                                    <p:tmPct val="0"/>
                                  </p:iterate>
                                  <p:childTnLst>
                                    <p:anim calcmode="lin" valueType="num">
                                      <p:cBhvr>
                                        <p:cTn id="73" dur="500"/>
                                        <p:tgtEl>
                                          <p:spTgt spid="8">
                                            <p:txEl>
                                              <p:pRg st="6" end="6"/>
                                            </p:txEl>
                                          </p:spTgt>
                                        </p:tgtEl>
                                        <p:attrNameLst>
                                          <p:attrName>ppt_w</p:attrName>
                                        </p:attrNameLst>
                                      </p:cBhvr>
                                      <p:tavLst>
                                        <p:tav tm="0">
                                          <p:val>
                                            <p:strVal val="ppt_w"/>
                                          </p:val>
                                        </p:tav>
                                        <p:tav tm="100000">
                                          <p:val>
                                            <p:fltVal val="0"/>
                                          </p:val>
                                        </p:tav>
                                      </p:tavLst>
                                    </p:anim>
                                    <p:anim calcmode="lin" valueType="num">
                                      <p:cBhvr>
                                        <p:cTn id="74" dur="500"/>
                                        <p:tgtEl>
                                          <p:spTgt spid="8">
                                            <p:txEl>
                                              <p:pRg st="6" end="6"/>
                                            </p:txEl>
                                          </p:spTgt>
                                        </p:tgtEl>
                                        <p:attrNameLst>
                                          <p:attrName>ppt_h</p:attrName>
                                        </p:attrNameLst>
                                      </p:cBhvr>
                                      <p:tavLst>
                                        <p:tav tm="0">
                                          <p:val>
                                            <p:strVal val="ppt_h"/>
                                          </p:val>
                                        </p:tav>
                                        <p:tav tm="100000">
                                          <p:val>
                                            <p:fltVal val="0"/>
                                          </p:val>
                                        </p:tav>
                                      </p:tavLst>
                                    </p:anim>
                                    <p:animEffect transition="out" filter="fade">
                                      <p:cBhvr>
                                        <p:cTn id="75" dur="500"/>
                                        <p:tgtEl>
                                          <p:spTgt spid="8">
                                            <p:txEl>
                                              <p:pRg st="6" end="6"/>
                                            </p:txEl>
                                          </p:spTgt>
                                        </p:tgtEl>
                                      </p:cBhvr>
                                    </p:animEffect>
                                    <p:set>
                                      <p:cBhvr>
                                        <p:cTn id="76" dur="1" fill="hold">
                                          <p:stCondLst>
                                            <p:cond delay="499"/>
                                          </p:stCondLst>
                                        </p:cTn>
                                        <p:tgtEl>
                                          <p:spTgt spid="8">
                                            <p:txEl>
                                              <p:pRg st="6" end="6"/>
                                            </p:txEl>
                                          </p:spTgt>
                                        </p:tgtEl>
                                        <p:attrNameLst>
                                          <p:attrName>style.visibility</p:attrName>
                                        </p:attrNameLst>
                                      </p:cBhvr>
                                      <p:to>
                                        <p:strVal val="hidden"/>
                                      </p:to>
                                    </p:set>
                                  </p:childTnLst>
                                </p:cTn>
                              </p:par>
                              <p:par>
                                <p:cTn id="77" presetID="53" presetClass="exit" presetSubtype="32" fill="hold" grpId="1" nodeType="withEffect">
                                  <p:stCondLst>
                                    <p:cond delay="0"/>
                                  </p:stCondLst>
                                  <p:iterate type="wd">
                                    <p:tmPct val="0"/>
                                  </p:iterate>
                                  <p:childTnLst>
                                    <p:anim calcmode="lin" valueType="num">
                                      <p:cBhvr>
                                        <p:cTn id="78" dur="500"/>
                                        <p:tgtEl>
                                          <p:spTgt spid="8">
                                            <p:txEl>
                                              <p:pRg st="8" end="8"/>
                                            </p:txEl>
                                          </p:spTgt>
                                        </p:tgtEl>
                                        <p:attrNameLst>
                                          <p:attrName>ppt_w</p:attrName>
                                        </p:attrNameLst>
                                      </p:cBhvr>
                                      <p:tavLst>
                                        <p:tav tm="0">
                                          <p:val>
                                            <p:strVal val="ppt_w"/>
                                          </p:val>
                                        </p:tav>
                                        <p:tav tm="100000">
                                          <p:val>
                                            <p:fltVal val="0"/>
                                          </p:val>
                                        </p:tav>
                                      </p:tavLst>
                                    </p:anim>
                                    <p:anim calcmode="lin" valueType="num">
                                      <p:cBhvr>
                                        <p:cTn id="79" dur="500"/>
                                        <p:tgtEl>
                                          <p:spTgt spid="8">
                                            <p:txEl>
                                              <p:pRg st="8" end="8"/>
                                            </p:txEl>
                                          </p:spTgt>
                                        </p:tgtEl>
                                        <p:attrNameLst>
                                          <p:attrName>ppt_h</p:attrName>
                                        </p:attrNameLst>
                                      </p:cBhvr>
                                      <p:tavLst>
                                        <p:tav tm="0">
                                          <p:val>
                                            <p:strVal val="ppt_h"/>
                                          </p:val>
                                        </p:tav>
                                        <p:tav tm="100000">
                                          <p:val>
                                            <p:fltVal val="0"/>
                                          </p:val>
                                        </p:tav>
                                      </p:tavLst>
                                    </p:anim>
                                    <p:animEffect transition="out" filter="fade">
                                      <p:cBhvr>
                                        <p:cTn id="80" dur="500"/>
                                        <p:tgtEl>
                                          <p:spTgt spid="8">
                                            <p:txEl>
                                              <p:pRg st="8" end="8"/>
                                            </p:txEl>
                                          </p:spTgt>
                                        </p:tgtEl>
                                      </p:cBhvr>
                                    </p:animEffect>
                                    <p:set>
                                      <p:cBhvr>
                                        <p:cTn id="81" dur="1" fill="hold">
                                          <p:stCondLst>
                                            <p:cond delay="499"/>
                                          </p:stCondLst>
                                        </p:cTn>
                                        <p:tgtEl>
                                          <p:spTgt spid="8">
                                            <p:txEl>
                                              <p:pRg st="8" end="8"/>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5" grpId="0" build="allAtOnce"/>
      <p:bldP spid="5" grpId="1" build="allAtOnce"/>
      <p:bldP spid="8" grpId="0" build="allAtOnce"/>
      <p:bldP spid="8" grpId="1" build="allAtOnce"/>
    </p:bld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01C7C93A-CDB8-BEAB-62F7-1BFFFD94A790}"/>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01CFD3A4-0387-B97C-C73E-6CDFB455574B}"/>
              </a:ext>
            </a:extLst>
          </p:cNvPr>
          <p:cNvSpPr/>
          <p:nvPr/>
        </p:nvSpPr>
        <p:spPr>
          <a:xfrm>
            <a:off x="1219473" y="1289227"/>
            <a:ext cx="6705054" cy="521485"/>
          </a:xfrm>
          <a:prstGeom prst="roundRect">
            <a:avLst/>
          </a:prstGeom>
          <a:solidFill>
            <a:srgbClr val="00CED1">
              <a:alpha val="15000"/>
            </a:srgbClr>
          </a:solidFill>
          <a:ln w="25400">
            <a:solidFill>
              <a:srgbClr val="00CED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D0804422-4ED7-5871-3FDD-00B6F19F9051}"/>
              </a:ext>
            </a:extLst>
          </p:cNvPr>
          <p:cNvSpPr/>
          <p:nvPr/>
        </p:nvSpPr>
        <p:spPr>
          <a:xfrm>
            <a:off x="274318" y="6191790"/>
            <a:ext cx="8595360" cy="45719"/>
          </a:xfrm>
          <a:prstGeom prst="rect">
            <a:avLst/>
          </a:prstGeom>
          <a:solidFill>
            <a:srgbClr val="00CED1"/>
          </a:solidFill>
          <a:ln>
            <a:solidFill>
              <a:srgbClr val="00CE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2666238-DAD4-4EA5-4E6B-ACCE0A75D5B5}"/>
              </a:ext>
            </a:extLst>
          </p:cNvPr>
          <p:cNvSpPr/>
          <p:nvPr/>
        </p:nvSpPr>
        <p:spPr>
          <a:xfrm>
            <a:off x="274319" y="497840"/>
            <a:ext cx="8595360" cy="45719"/>
          </a:xfrm>
          <a:prstGeom prst="rect">
            <a:avLst/>
          </a:prstGeom>
          <a:solidFill>
            <a:srgbClr val="00CED1"/>
          </a:solidFill>
          <a:ln>
            <a:solidFill>
              <a:srgbClr val="00CE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D90FBCE0-FD1D-EDBF-CF45-9861466DADAE}"/>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EC814CCB-2E56-1681-A69A-C14C3F6638B7}"/>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CC64D92F-8507-A44C-81DA-EA4DEC1ED607}"/>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6" name="Rounded Rectangle 5">
            <a:extLst>
              <a:ext uri="{FF2B5EF4-FFF2-40B4-BE49-F238E27FC236}">
                <a16:creationId xmlns:a16="http://schemas.microsoft.com/office/drawing/2014/main" id="{4FA0024C-3D0D-D361-4773-0F9A00E59599}"/>
              </a:ext>
            </a:extLst>
          </p:cNvPr>
          <p:cNvSpPr/>
          <p:nvPr/>
        </p:nvSpPr>
        <p:spPr>
          <a:xfrm>
            <a:off x="1219473" y="2128519"/>
            <a:ext cx="6705054" cy="3405717"/>
          </a:xfrm>
          <a:prstGeom prst="roundRect">
            <a:avLst>
              <a:gd name="adj" fmla="val 2049"/>
            </a:avLst>
          </a:prstGeom>
          <a:solidFill>
            <a:srgbClr val="00CED1">
              <a:alpha val="15000"/>
            </a:srgbClr>
          </a:solidFill>
          <a:ln w="25400">
            <a:solidFill>
              <a:srgbClr val="00CED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3F36D0B-B53D-DB69-EA68-0884A72AB0EE}"/>
              </a:ext>
            </a:extLst>
          </p:cNvPr>
          <p:cNvSpPr txBox="1"/>
          <p:nvPr/>
        </p:nvSpPr>
        <p:spPr>
          <a:xfrm>
            <a:off x="1184078" y="134904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UMA: One Address for All Chains</a:t>
            </a:r>
            <a:endParaRPr lang="en-US" sz="2000" b="1" spc="300" dirty="0">
              <a:solidFill>
                <a:schemeClr val="bg1"/>
              </a:solidFill>
              <a:latin typeface="Orbitron Black" pitchFamily="2" charset="0"/>
            </a:endParaRPr>
          </a:p>
        </p:txBody>
      </p:sp>
      <p:sp>
        <p:nvSpPr>
          <p:cNvPr id="8" name="TextBox 7">
            <a:extLst>
              <a:ext uri="{FF2B5EF4-FFF2-40B4-BE49-F238E27FC236}">
                <a16:creationId xmlns:a16="http://schemas.microsoft.com/office/drawing/2014/main" id="{65D600E7-EDEB-D46F-FBCF-566CC3476BCB}"/>
              </a:ext>
            </a:extLst>
          </p:cNvPr>
          <p:cNvSpPr txBox="1"/>
          <p:nvPr/>
        </p:nvSpPr>
        <p:spPr>
          <a:xfrm>
            <a:off x="1412240" y="2342157"/>
            <a:ext cx="6292071" cy="2862322"/>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UMA makes blockchain UX human:</a:t>
            </a:r>
          </a:p>
          <a:p>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One address for Ethereum, Solana, Bitcoin, Synergy, and more</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Deterministic routing</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Identity abstraction</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Simplified wallet experience</a:t>
            </a:r>
          </a:p>
        </p:txBody>
      </p:sp>
    </p:spTree>
    <p:extLst>
      <p:ext uri="{BB962C8B-B14F-4D97-AF65-F5344CB8AC3E}">
        <p14:creationId xmlns:p14="http://schemas.microsoft.com/office/powerpoint/2010/main" val="38224631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ou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p:cTn id="17"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iterate type="wd">
                                    <p:tmPct val="10000"/>
                                  </p:iterate>
                                  <p:childTnLst>
                                    <p:set>
                                      <p:cBhvr>
                                        <p:cTn id="23" dur="1" fill="hold">
                                          <p:stCondLst>
                                            <p:cond delay="0"/>
                                          </p:stCondLst>
                                        </p:cTn>
                                        <p:tgtEl>
                                          <p:spTgt spid="8">
                                            <p:txEl>
                                              <p:pRg st="0" end="0"/>
                                            </p:txEl>
                                          </p:spTgt>
                                        </p:tgtEl>
                                        <p:attrNameLst>
                                          <p:attrName>style.visibility</p:attrName>
                                        </p:attrNameLst>
                                      </p:cBhvr>
                                      <p:to>
                                        <p:strVal val="visible"/>
                                      </p:to>
                                    </p:set>
                                    <p:anim calcmode="lin" valueType="num">
                                      <p:cBhvr additive="base">
                                        <p:cTn id="24"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down)">
                                      <p:cBhvr>
                                        <p:cTn id="25" dur="500"/>
                                        <p:tgtEl>
                                          <p:spTgt spid="8">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iterate type="wd">
                                    <p:tmPct val="10000"/>
                                  </p:iterate>
                                  <p:childTnLst>
                                    <p:set>
                                      <p:cBhvr>
                                        <p:cTn id="29" dur="1" fill="hold">
                                          <p:stCondLst>
                                            <p:cond delay="0"/>
                                          </p:stCondLst>
                                        </p:cTn>
                                        <p:tgtEl>
                                          <p:spTgt spid="8">
                                            <p:txEl>
                                              <p:pRg st="2" end="2"/>
                                            </p:txEl>
                                          </p:spTgt>
                                        </p:tgtEl>
                                        <p:attrNameLst>
                                          <p:attrName>style.visibility</p:attrName>
                                        </p:attrNameLst>
                                      </p:cBhvr>
                                      <p:to>
                                        <p:strVal val="visible"/>
                                      </p:to>
                                    </p:set>
                                    <p:anim calcmode="lin" valueType="num">
                                      <p:cBhvr additive="base">
                                        <p:cTn id="30" dur="500"/>
                                        <p:tgtEl>
                                          <p:spTgt spid="8">
                                            <p:txEl>
                                              <p:pRg st="2" end="2"/>
                                            </p:txEl>
                                          </p:spTgt>
                                        </p:tgtEl>
                                        <p:attrNameLst>
                                          <p:attrName>ppt_y</p:attrName>
                                        </p:attrNameLst>
                                      </p:cBhvr>
                                      <p:tavLst>
                                        <p:tav tm="0">
                                          <p:val>
                                            <p:strVal val="#ppt_y-#ppt_h*1.125000"/>
                                          </p:val>
                                        </p:tav>
                                        <p:tav tm="100000">
                                          <p:val>
                                            <p:strVal val="#ppt_y"/>
                                          </p:val>
                                        </p:tav>
                                      </p:tavLst>
                                    </p:anim>
                                    <p:animEffect transition="in" filter="wipe(down)">
                                      <p:cBhvr>
                                        <p:cTn id="31" dur="500"/>
                                        <p:tgtEl>
                                          <p:spTgt spid="8">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iterate type="wd">
                                    <p:tmPct val="10000"/>
                                  </p:iterate>
                                  <p:childTnLst>
                                    <p:set>
                                      <p:cBhvr>
                                        <p:cTn id="35" dur="1" fill="hold">
                                          <p:stCondLst>
                                            <p:cond delay="0"/>
                                          </p:stCondLst>
                                        </p:cTn>
                                        <p:tgtEl>
                                          <p:spTgt spid="8">
                                            <p:txEl>
                                              <p:pRg st="4" end="4"/>
                                            </p:txEl>
                                          </p:spTgt>
                                        </p:tgtEl>
                                        <p:attrNameLst>
                                          <p:attrName>style.visibility</p:attrName>
                                        </p:attrNameLst>
                                      </p:cBhvr>
                                      <p:to>
                                        <p:strVal val="visible"/>
                                      </p:to>
                                    </p:set>
                                    <p:anim calcmode="lin" valueType="num">
                                      <p:cBhvr additive="base">
                                        <p:cTn id="36" dur="500"/>
                                        <p:tgtEl>
                                          <p:spTgt spid="8">
                                            <p:txEl>
                                              <p:pRg st="4" end="4"/>
                                            </p:txEl>
                                          </p:spTgt>
                                        </p:tgtEl>
                                        <p:attrNameLst>
                                          <p:attrName>ppt_y</p:attrName>
                                        </p:attrNameLst>
                                      </p:cBhvr>
                                      <p:tavLst>
                                        <p:tav tm="0">
                                          <p:val>
                                            <p:strVal val="#ppt_y-#ppt_h*1.125000"/>
                                          </p:val>
                                        </p:tav>
                                        <p:tav tm="100000">
                                          <p:val>
                                            <p:strVal val="#ppt_y"/>
                                          </p:val>
                                        </p:tav>
                                      </p:tavLst>
                                    </p:anim>
                                    <p:animEffect transition="in" filter="wipe(down)">
                                      <p:cBhvr>
                                        <p:cTn id="37" dur="500"/>
                                        <p:tgtEl>
                                          <p:spTgt spid="8">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wd">
                                    <p:tmPct val="10000"/>
                                  </p:iterate>
                                  <p:childTnLst>
                                    <p:set>
                                      <p:cBhvr>
                                        <p:cTn id="41" dur="1" fill="hold">
                                          <p:stCondLst>
                                            <p:cond delay="0"/>
                                          </p:stCondLst>
                                        </p:cTn>
                                        <p:tgtEl>
                                          <p:spTgt spid="8">
                                            <p:txEl>
                                              <p:pRg st="6" end="6"/>
                                            </p:txEl>
                                          </p:spTgt>
                                        </p:tgtEl>
                                        <p:attrNameLst>
                                          <p:attrName>style.visibility</p:attrName>
                                        </p:attrNameLst>
                                      </p:cBhvr>
                                      <p:to>
                                        <p:strVal val="visible"/>
                                      </p:to>
                                    </p:set>
                                    <p:anim calcmode="lin" valueType="num">
                                      <p:cBhvr additive="base">
                                        <p:cTn id="42" dur="500"/>
                                        <p:tgtEl>
                                          <p:spTgt spid="8">
                                            <p:txEl>
                                              <p:pRg st="6" end="6"/>
                                            </p:txEl>
                                          </p:spTgt>
                                        </p:tgtEl>
                                        <p:attrNameLst>
                                          <p:attrName>ppt_y</p:attrName>
                                        </p:attrNameLst>
                                      </p:cBhvr>
                                      <p:tavLst>
                                        <p:tav tm="0">
                                          <p:val>
                                            <p:strVal val="#ppt_y-#ppt_h*1.125000"/>
                                          </p:val>
                                        </p:tav>
                                        <p:tav tm="100000">
                                          <p:val>
                                            <p:strVal val="#ppt_y"/>
                                          </p:val>
                                        </p:tav>
                                      </p:tavLst>
                                    </p:anim>
                                    <p:animEffect transition="in" filter="wipe(down)">
                                      <p:cBhvr>
                                        <p:cTn id="43" dur="500"/>
                                        <p:tgtEl>
                                          <p:spTgt spid="8">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grpId="0" nodeType="clickEffect">
                                  <p:stCondLst>
                                    <p:cond delay="0"/>
                                  </p:stCondLst>
                                  <p:iterate type="wd">
                                    <p:tmPct val="10000"/>
                                  </p:iterate>
                                  <p:childTnLst>
                                    <p:set>
                                      <p:cBhvr>
                                        <p:cTn id="47" dur="1" fill="hold">
                                          <p:stCondLst>
                                            <p:cond delay="0"/>
                                          </p:stCondLst>
                                        </p:cTn>
                                        <p:tgtEl>
                                          <p:spTgt spid="8">
                                            <p:txEl>
                                              <p:pRg st="8" end="8"/>
                                            </p:txEl>
                                          </p:spTgt>
                                        </p:tgtEl>
                                        <p:attrNameLst>
                                          <p:attrName>style.visibility</p:attrName>
                                        </p:attrNameLst>
                                      </p:cBhvr>
                                      <p:to>
                                        <p:strVal val="visible"/>
                                      </p:to>
                                    </p:set>
                                    <p:anim calcmode="lin" valueType="num">
                                      <p:cBhvr additive="base">
                                        <p:cTn id="48" dur="500"/>
                                        <p:tgtEl>
                                          <p:spTgt spid="8">
                                            <p:txEl>
                                              <p:pRg st="8" end="8"/>
                                            </p:txEl>
                                          </p:spTgt>
                                        </p:tgtEl>
                                        <p:attrNameLst>
                                          <p:attrName>ppt_y</p:attrName>
                                        </p:attrNameLst>
                                      </p:cBhvr>
                                      <p:tavLst>
                                        <p:tav tm="0">
                                          <p:val>
                                            <p:strVal val="#ppt_y-#ppt_h*1.125000"/>
                                          </p:val>
                                        </p:tav>
                                        <p:tav tm="100000">
                                          <p:val>
                                            <p:strVal val="#ppt_y"/>
                                          </p:val>
                                        </p:tav>
                                      </p:tavLst>
                                    </p:anim>
                                    <p:animEffect transition="in" filter="wipe(down)">
                                      <p:cBhvr>
                                        <p:cTn id="49" dur="500"/>
                                        <p:tgtEl>
                                          <p:spTgt spid="8">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xit" presetSubtype="32" fill="hold" grpId="1" nodeType="clickEffect">
                                  <p:stCondLst>
                                    <p:cond delay="0"/>
                                  </p:stCondLst>
                                  <p:childTnLst>
                                    <p:anim calcmode="lin" valueType="num">
                                      <p:cBhvr>
                                        <p:cTn id="53" dur="500"/>
                                        <p:tgtEl>
                                          <p:spTgt spid="5">
                                            <p:txEl>
                                              <p:pRg st="0" end="0"/>
                                            </p:txEl>
                                          </p:spTgt>
                                        </p:tgtEl>
                                        <p:attrNameLst>
                                          <p:attrName>ppt_w</p:attrName>
                                        </p:attrNameLst>
                                      </p:cBhvr>
                                      <p:tavLst>
                                        <p:tav tm="0">
                                          <p:val>
                                            <p:strVal val="ppt_w"/>
                                          </p:val>
                                        </p:tav>
                                        <p:tav tm="100000">
                                          <p:val>
                                            <p:fltVal val="0"/>
                                          </p:val>
                                        </p:tav>
                                      </p:tavLst>
                                    </p:anim>
                                    <p:anim calcmode="lin" valueType="num">
                                      <p:cBhvr>
                                        <p:cTn id="54" dur="500"/>
                                        <p:tgtEl>
                                          <p:spTgt spid="5">
                                            <p:txEl>
                                              <p:pRg st="0" end="0"/>
                                            </p:txEl>
                                          </p:spTgt>
                                        </p:tgtEl>
                                        <p:attrNameLst>
                                          <p:attrName>ppt_h</p:attrName>
                                        </p:attrNameLst>
                                      </p:cBhvr>
                                      <p:tavLst>
                                        <p:tav tm="0">
                                          <p:val>
                                            <p:strVal val="ppt_h"/>
                                          </p:val>
                                        </p:tav>
                                        <p:tav tm="100000">
                                          <p:val>
                                            <p:fltVal val="0"/>
                                          </p:val>
                                        </p:tav>
                                      </p:tavLst>
                                    </p:anim>
                                    <p:animEffect transition="out" filter="fade">
                                      <p:cBhvr>
                                        <p:cTn id="55" dur="500"/>
                                        <p:tgtEl>
                                          <p:spTgt spid="5">
                                            <p:txEl>
                                              <p:pRg st="0" end="0"/>
                                            </p:txEl>
                                          </p:spTgt>
                                        </p:tgtEl>
                                      </p:cBhvr>
                                    </p:animEffect>
                                    <p:set>
                                      <p:cBhvr>
                                        <p:cTn id="56" dur="1" fill="hold">
                                          <p:stCondLst>
                                            <p:cond delay="499"/>
                                          </p:stCondLst>
                                        </p:cTn>
                                        <p:tgtEl>
                                          <p:spTgt spid="5">
                                            <p:txEl>
                                              <p:pRg st="0" end="0"/>
                                            </p:txEl>
                                          </p:spTgt>
                                        </p:tgtEl>
                                        <p:attrNameLst>
                                          <p:attrName>style.visibility</p:attrName>
                                        </p:attrNameLst>
                                      </p:cBhvr>
                                      <p:to>
                                        <p:strVal val="hidden"/>
                                      </p:to>
                                    </p:set>
                                  </p:childTnLst>
                                </p:cTn>
                              </p:par>
                              <p:par>
                                <p:cTn id="57" presetID="53" presetClass="exit" presetSubtype="32" fill="hold" grpId="1" nodeType="withEffect">
                                  <p:stCondLst>
                                    <p:cond delay="0"/>
                                  </p:stCondLst>
                                  <p:iterate type="wd">
                                    <p:tmPct val="0"/>
                                  </p:iterate>
                                  <p:childTnLst>
                                    <p:anim calcmode="lin" valueType="num">
                                      <p:cBhvr>
                                        <p:cTn id="58" dur="500"/>
                                        <p:tgtEl>
                                          <p:spTgt spid="8">
                                            <p:txEl>
                                              <p:pRg st="0" end="0"/>
                                            </p:txEl>
                                          </p:spTgt>
                                        </p:tgtEl>
                                        <p:attrNameLst>
                                          <p:attrName>ppt_w</p:attrName>
                                        </p:attrNameLst>
                                      </p:cBhvr>
                                      <p:tavLst>
                                        <p:tav tm="0">
                                          <p:val>
                                            <p:strVal val="ppt_w"/>
                                          </p:val>
                                        </p:tav>
                                        <p:tav tm="100000">
                                          <p:val>
                                            <p:fltVal val="0"/>
                                          </p:val>
                                        </p:tav>
                                      </p:tavLst>
                                    </p:anim>
                                    <p:anim calcmode="lin" valueType="num">
                                      <p:cBhvr>
                                        <p:cTn id="59"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60" dur="500"/>
                                        <p:tgtEl>
                                          <p:spTgt spid="8">
                                            <p:txEl>
                                              <p:pRg st="0" end="0"/>
                                            </p:txEl>
                                          </p:spTgt>
                                        </p:tgtEl>
                                      </p:cBhvr>
                                    </p:animEffect>
                                    <p:set>
                                      <p:cBhvr>
                                        <p:cTn id="61" dur="1" fill="hold">
                                          <p:stCondLst>
                                            <p:cond delay="499"/>
                                          </p:stCondLst>
                                        </p:cTn>
                                        <p:tgtEl>
                                          <p:spTgt spid="8">
                                            <p:txEl>
                                              <p:pRg st="0" end="0"/>
                                            </p:txEl>
                                          </p:spTgt>
                                        </p:tgtEl>
                                        <p:attrNameLst>
                                          <p:attrName>style.visibility</p:attrName>
                                        </p:attrNameLst>
                                      </p:cBhvr>
                                      <p:to>
                                        <p:strVal val="hidden"/>
                                      </p:to>
                                    </p:set>
                                  </p:childTnLst>
                                </p:cTn>
                              </p:par>
                              <p:par>
                                <p:cTn id="62" presetID="53" presetClass="exit" presetSubtype="32" fill="hold" grpId="1" nodeType="withEffect">
                                  <p:stCondLst>
                                    <p:cond delay="0"/>
                                  </p:stCondLst>
                                  <p:iterate type="wd">
                                    <p:tmPct val="0"/>
                                  </p:iterate>
                                  <p:childTnLst>
                                    <p:anim calcmode="lin" valueType="num">
                                      <p:cBhvr>
                                        <p:cTn id="63" dur="500"/>
                                        <p:tgtEl>
                                          <p:spTgt spid="8">
                                            <p:txEl>
                                              <p:pRg st="2" end="2"/>
                                            </p:txEl>
                                          </p:spTgt>
                                        </p:tgtEl>
                                        <p:attrNameLst>
                                          <p:attrName>ppt_w</p:attrName>
                                        </p:attrNameLst>
                                      </p:cBhvr>
                                      <p:tavLst>
                                        <p:tav tm="0">
                                          <p:val>
                                            <p:strVal val="ppt_w"/>
                                          </p:val>
                                        </p:tav>
                                        <p:tav tm="100000">
                                          <p:val>
                                            <p:fltVal val="0"/>
                                          </p:val>
                                        </p:tav>
                                      </p:tavLst>
                                    </p:anim>
                                    <p:anim calcmode="lin" valueType="num">
                                      <p:cBhvr>
                                        <p:cTn id="64" dur="500"/>
                                        <p:tgtEl>
                                          <p:spTgt spid="8">
                                            <p:txEl>
                                              <p:pRg st="2" end="2"/>
                                            </p:txEl>
                                          </p:spTgt>
                                        </p:tgtEl>
                                        <p:attrNameLst>
                                          <p:attrName>ppt_h</p:attrName>
                                        </p:attrNameLst>
                                      </p:cBhvr>
                                      <p:tavLst>
                                        <p:tav tm="0">
                                          <p:val>
                                            <p:strVal val="ppt_h"/>
                                          </p:val>
                                        </p:tav>
                                        <p:tav tm="100000">
                                          <p:val>
                                            <p:fltVal val="0"/>
                                          </p:val>
                                        </p:tav>
                                      </p:tavLst>
                                    </p:anim>
                                    <p:animEffect transition="out" filter="fade">
                                      <p:cBhvr>
                                        <p:cTn id="65" dur="500"/>
                                        <p:tgtEl>
                                          <p:spTgt spid="8">
                                            <p:txEl>
                                              <p:pRg st="2" end="2"/>
                                            </p:txEl>
                                          </p:spTgt>
                                        </p:tgtEl>
                                      </p:cBhvr>
                                    </p:animEffect>
                                    <p:set>
                                      <p:cBhvr>
                                        <p:cTn id="66" dur="1" fill="hold">
                                          <p:stCondLst>
                                            <p:cond delay="499"/>
                                          </p:stCondLst>
                                        </p:cTn>
                                        <p:tgtEl>
                                          <p:spTgt spid="8">
                                            <p:txEl>
                                              <p:pRg st="2" end="2"/>
                                            </p:txEl>
                                          </p:spTgt>
                                        </p:tgtEl>
                                        <p:attrNameLst>
                                          <p:attrName>style.visibility</p:attrName>
                                        </p:attrNameLst>
                                      </p:cBhvr>
                                      <p:to>
                                        <p:strVal val="hidden"/>
                                      </p:to>
                                    </p:set>
                                  </p:childTnLst>
                                </p:cTn>
                              </p:par>
                              <p:par>
                                <p:cTn id="67" presetID="53" presetClass="exit" presetSubtype="32" fill="hold" grpId="1" nodeType="withEffect">
                                  <p:stCondLst>
                                    <p:cond delay="0"/>
                                  </p:stCondLst>
                                  <p:iterate type="wd">
                                    <p:tmPct val="0"/>
                                  </p:iterate>
                                  <p:childTnLst>
                                    <p:anim calcmode="lin" valueType="num">
                                      <p:cBhvr>
                                        <p:cTn id="68" dur="500"/>
                                        <p:tgtEl>
                                          <p:spTgt spid="8">
                                            <p:txEl>
                                              <p:pRg st="4" end="4"/>
                                            </p:txEl>
                                          </p:spTgt>
                                        </p:tgtEl>
                                        <p:attrNameLst>
                                          <p:attrName>ppt_w</p:attrName>
                                        </p:attrNameLst>
                                      </p:cBhvr>
                                      <p:tavLst>
                                        <p:tav tm="0">
                                          <p:val>
                                            <p:strVal val="ppt_w"/>
                                          </p:val>
                                        </p:tav>
                                        <p:tav tm="100000">
                                          <p:val>
                                            <p:fltVal val="0"/>
                                          </p:val>
                                        </p:tav>
                                      </p:tavLst>
                                    </p:anim>
                                    <p:anim calcmode="lin" valueType="num">
                                      <p:cBhvr>
                                        <p:cTn id="69" dur="500"/>
                                        <p:tgtEl>
                                          <p:spTgt spid="8">
                                            <p:txEl>
                                              <p:pRg st="4" end="4"/>
                                            </p:txEl>
                                          </p:spTgt>
                                        </p:tgtEl>
                                        <p:attrNameLst>
                                          <p:attrName>ppt_h</p:attrName>
                                        </p:attrNameLst>
                                      </p:cBhvr>
                                      <p:tavLst>
                                        <p:tav tm="0">
                                          <p:val>
                                            <p:strVal val="ppt_h"/>
                                          </p:val>
                                        </p:tav>
                                        <p:tav tm="100000">
                                          <p:val>
                                            <p:fltVal val="0"/>
                                          </p:val>
                                        </p:tav>
                                      </p:tavLst>
                                    </p:anim>
                                    <p:animEffect transition="out" filter="fade">
                                      <p:cBhvr>
                                        <p:cTn id="70" dur="500"/>
                                        <p:tgtEl>
                                          <p:spTgt spid="8">
                                            <p:txEl>
                                              <p:pRg st="4" end="4"/>
                                            </p:txEl>
                                          </p:spTgt>
                                        </p:tgtEl>
                                      </p:cBhvr>
                                    </p:animEffect>
                                    <p:set>
                                      <p:cBhvr>
                                        <p:cTn id="71" dur="1" fill="hold">
                                          <p:stCondLst>
                                            <p:cond delay="499"/>
                                          </p:stCondLst>
                                        </p:cTn>
                                        <p:tgtEl>
                                          <p:spTgt spid="8">
                                            <p:txEl>
                                              <p:pRg st="4" end="4"/>
                                            </p:txEl>
                                          </p:spTgt>
                                        </p:tgtEl>
                                        <p:attrNameLst>
                                          <p:attrName>style.visibility</p:attrName>
                                        </p:attrNameLst>
                                      </p:cBhvr>
                                      <p:to>
                                        <p:strVal val="hidden"/>
                                      </p:to>
                                    </p:set>
                                  </p:childTnLst>
                                </p:cTn>
                              </p:par>
                              <p:par>
                                <p:cTn id="72" presetID="53" presetClass="exit" presetSubtype="32" fill="hold" grpId="1" nodeType="withEffect">
                                  <p:stCondLst>
                                    <p:cond delay="0"/>
                                  </p:stCondLst>
                                  <p:iterate type="wd">
                                    <p:tmPct val="0"/>
                                  </p:iterate>
                                  <p:childTnLst>
                                    <p:anim calcmode="lin" valueType="num">
                                      <p:cBhvr>
                                        <p:cTn id="73" dur="500"/>
                                        <p:tgtEl>
                                          <p:spTgt spid="8">
                                            <p:txEl>
                                              <p:pRg st="6" end="6"/>
                                            </p:txEl>
                                          </p:spTgt>
                                        </p:tgtEl>
                                        <p:attrNameLst>
                                          <p:attrName>ppt_w</p:attrName>
                                        </p:attrNameLst>
                                      </p:cBhvr>
                                      <p:tavLst>
                                        <p:tav tm="0">
                                          <p:val>
                                            <p:strVal val="ppt_w"/>
                                          </p:val>
                                        </p:tav>
                                        <p:tav tm="100000">
                                          <p:val>
                                            <p:fltVal val="0"/>
                                          </p:val>
                                        </p:tav>
                                      </p:tavLst>
                                    </p:anim>
                                    <p:anim calcmode="lin" valueType="num">
                                      <p:cBhvr>
                                        <p:cTn id="74" dur="500"/>
                                        <p:tgtEl>
                                          <p:spTgt spid="8">
                                            <p:txEl>
                                              <p:pRg st="6" end="6"/>
                                            </p:txEl>
                                          </p:spTgt>
                                        </p:tgtEl>
                                        <p:attrNameLst>
                                          <p:attrName>ppt_h</p:attrName>
                                        </p:attrNameLst>
                                      </p:cBhvr>
                                      <p:tavLst>
                                        <p:tav tm="0">
                                          <p:val>
                                            <p:strVal val="ppt_h"/>
                                          </p:val>
                                        </p:tav>
                                        <p:tav tm="100000">
                                          <p:val>
                                            <p:fltVal val="0"/>
                                          </p:val>
                                        </p:tav>
                                      </p:tavLst>
                                    </p:anim>
                                    <p:animEffect transition="out" filter="fade">
                                      <p:cBhvr>
                                        <p:cTn id="75" dur="500"/>
                                        <p:tgtEl>
                                          <p:spTgt spid="8">
                                            <p:txEl>
                                              <p:pRg st="6" end="6"/>
                                            </p:txEl>
                                          </p:spTgt>
                                        </p:tgtEl>
                                      </p:cBhvr>
                                    </p:animEffect>
                                    <p:set>
                                      <p:cBhvr>
                                        <p:cTn id="76" dur="1" fill="hold">
                                          <p:stCondLst>
                                            <p:cond delay="499"/>
                                          </p:stCondLst>
                                        </p:cTn>
                                        <p:tgtEl>
                                          <p:spTgt spid="8">
                                            <p:txEl>
                                              <p:pRg st="6" end="6"/>
                                            </p:txEl>
                                          </p:spTgt>
                                        </p:tgtEl>
                                        <p:attrNameLst>
                                          <p:attrName>style.visibility</p:attrName>
                                        </p:attrNameLst>
                                      </p:cBhvr>
                                      <p:to>
                                        <p:strVal val="hidden"/>
                                      </p:to>
                                    </p:set>
                                  </p:childTnLst>
                                </p:cTn>
                              </p:par>
                              <p:par>
                                <p:cTn id="77" presetID="53" presetClass="exit" presetSubtype="32" fill="hold" grpId="1" nodeType="withEffect">
                                  <p:stCondLst>
                                    <p:cond delay="0"/>
                                  </p:stCondLst>
                                  <p:iterate type="wd">
                                    <p:tmPct val="0"/>
                                  </p:iterate>
                                  <p:childTnLst>
                                    <p:anim calcmode="lin" valueType="num">
                                      <p:cBhvr>
                                        <p:cTn id="78" dur="500"/>
                                        <p:tgtEl>
                                          <p:spTgt spid="8">
                                            <p:txEl>
                                              <p:pRg st="8" end="8"/>
                                            </p:txEl>
                                          </p:spTgt>
                                        </p:tgtEl>
                                        <p:attrNameLst>
                                          <p:attrName>ppt_w</p:attrName>
                                        </p:attrNameLst>
                                      </p:cBhvr>
                                      <p:tavLst>
                                        <p:tav tm="0">
                                          <p:val>
                                            <p:strVal val="ppt_w"/>
                                          </p:val>
                                        </p:tav>
                                        <p:tav tm="100000">
                                          <p:val>
                                            <p:fltVal val="0"/>
                                          </p:val>
                                        </p:tav>
                                      </p:tavLst>
                                    </p:anim>
                                    <p:anim calcmode="lin" valueType="num">
                                      <p:cBhvr>
                                        <p:cTn id="79" dur="500"/>
                                        <p:tgtEl>
                                          <p:spTgt spid="8">
                                            <p:txEl>
                                              <p:pRg st="8" end="8"/>
                                            </p:txEl>
                                          </p:spTgt>
                                        </p:tgtEl>
                                        <p:attrNameLst>
                                          <p:attrName>ppt_h</p:attrName>
                                        </p:attrNameLst>
                                      </p:cBhvr>
                                      <p:tavLst>
                                        <p:tav tm="0">
                                          <p:val>
                                            <p:strVal val="ppt_h"/>
                                          </p:val>
                                        </p:tav>
                                        <p:tav tm="100000">
                                          <p:val>
                                            <p:fltVal val="0"/>
                                          </p:val>
                                        </p:tav>
                                      </p:tavLst>
                                    </p:anim>
                                    <p:animEffect transition="out" filter="fade">
                                      <p:cBhvr>
                                        <p:cTn id="80" dur="500"/>
                                        <p:tgtEl>
                                          <p:spTgt spid="8">
                                            <p:txEl>
                                              <p:pRg st="8" end="8"/>
                                            </p:txEl>
                                          </p:spTgt>
                                        </p:tgtEl>
                                      </p:cBhvr>
                                    </p:animEffect>
                                    <p:set>
                                      <p:cBhvr>
                                        <p:cTn id="81" dur="1" fill="hold">
                                          <p:stCondLst>
                                            <p:cond delay="499"/>
                                          </p:stCondLst>
                                        </p:cTn>
                                        <p:tgtEl>
                                          <p:spTgt spid="8">
                                            <p:txEl>
                                              <p:pRg st="8" end="8"/>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5" grpId="0" build="allAtOnce"/>
      <p:bldP spid="5" grpId="1" build="allAtOnce"/>
      <p:bldP spid="8" grpId="0" build="allAtOnce"/>
      <p:bldP spid="8" grpId="1" build="allAtOnce"/>
    </p:bld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F142D9FE-56B8-430C-E3F1-6DFBE5E8C651}"/>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D50CBF02-AF1B-6786-B6B0-758709435C47}"/>
              </a:ext>
            </a:extLst>
          </p:cNvPr>
          <p:cNvSpPr/>
          <p:nvPr/>
        </p:nvSpPr>
        <p:spPr>
          <a:xfrm>
            <a:off x="1219473" y="1289227"/>
            <a:ext cx="6705054" cy="521485"/>
          </a:xfrm>
          <a:prstGeom prst="roundRect">
            <a:avLst/>
          </a:prstGeom>
          <a:solidFill>
            <a:srgbClr val="00CED1">
              <a:alpha val="15000"/>
            </a:srgbClr>
          </a:solidFill>
          <a:ln w="25400">
            <a:solidFill>
              <a:srgbClr val="00CED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DD15F611-948F-9B3C-9000-7F5B6FF61C4F}"/>
              </a:ext>
            </a:extLst>
          </p:cNvPr>
          <p:cNvSpPr/>
          <p:nvPr/>
        </p:nvSpPr>
        <p:spPr>
          <a:xfrm>
            <a:off x="274318" y="6191790"/>
            <a:ext cx="8595360" cy="45719"/>
          </a:xfrm>
          <a:prstGeom prst="rect">
            <a:avLst/>
          </a:prstGeom>
          <a:solidFill>
            <a:srgbClr val="00CED1"/>
          </a:solidFill>
          <a:ln>
            <a:solidFill>
              <a:srgbClr val="00CE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5D0C005-B4FB-D3E7-73A6-9F60A59A5F7A}"/>
              </a:ext>
            </a:extLst>
          </p:cNvPr>
          <p:cNvSpPr/>
          <p:nvPr/>
        </p:nvSpPr>
        <p:spPr>
          <a:xfrm>
            <a:off x="274319" y="497840"/>
            <a:ext cx="8595360" cy="45719"/>
          </a:xfrm>
          <a:prstGeom prst="rect">
            <a:avLst/>
          </a:prstGeom>
          <a:solidFill>
            <a:srgbClr val="00CED1"/>
          </a:solidFill>
          <a:ln>
            <a:solidFill>
              <a:srgbClr val="00CE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ACA9877B-2D72-2676-46BC-10446D7369FB}"/>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CF1A34EE-8A20-0A12-AD02-CFCDA85BB50B}"/>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8959337C-6BE0-156F-A975-793D83E0C406}"/>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6" name="Rounded Rectangle 5">
            <a:extLst>
              <a:ext uri="{FF2B5EF4-FFF2-40B4-BE49-F238E27FC236}">
                <a16:creationId xmlns:a16="http://schemas.microsoft.com/office/drawing/2014/main" id="{2A536423-6D90-C11E-8EF9-FE95348C1329}"/>
              </a:ext>
            </a:extLst>
          </p:cNvPr>
          <p:cNvSpPr/>
          <p:nvPr/>
        </p:nvSpPr>
        <p:spPr>
          <a:xfrm>
            <a:off x="1219473" y="2128519"/>
            <a:ext cx="6705054" cy="3405717"/>
          </a:xfrm>
          <a:prstGeom prst="roundRect">
            <a:avLst>
              <a:gd name="adj" fmla="val 2049"/>
            </a:avLst>
          </a:prstGeom>
          <a:solidFill>
            <a:srgbClr val="00CED1">
              <a:alpha val="15000"/>
            </a:srgbClr>
          </a:solidFill>
          <a:ln w="25400">
            <a:solidFill>
              <a:srgbClr val="00CED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A1E381C-822C-D698-D314-99BDFABCAADB}"/>
              </a:ext>
            </a:extLst>
          </p:cNvPr>
          <p:cNvSpPr txBox="1"/>
          <p:nvPr/>
        </p:nvSpPr>
        <p:spPr>
          <a:xfrm>
            <a:off x="1184078" y="134904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Why SXCP Wins</a:t>
            </a:r>
            <a:endParaRPr lang="en-US" sz="2000" b="1" spc="300" dirty="0">
              <a:solidFill>
                <a:schemeClr val="bg1"/>
              </a:solidFill>
              <a:latin typeface="Orbitron Black" pitchFamily="2" charset="0"/>
            </a:endParaRPr>
          </a:p>
        </p:txBody>
      </p:sp>
      <p:sp>
        <p:nvSpPr>
          <p:cNvPr id="8" name="TextBox 7">
            <a:extLst>
              <a:ext uri="{FF2B5EF4-FFF2-40B4-BE49-F238E27FC236}">
                <a16:creationId xmlns:a16="http://schemas.microsoft.com/office/drawing/2014/main" id="{76DB7AFC-084F-B3B9-987F-EA5FFDA720C3}"/>
              </a:ext>
            </a:extLst>
          </p:cNvPr>
          <p:cNvSpPr txBox="1"/>
          <p:nvPr/>
        </p:nvSpPr>
        <p:spPr>
          <a:xfrm>
            <a:off x="1641290" y="2203658"/>
            <a:ext cx="6063021" cy="3139321"/>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No custodial bridges</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No </a:t>
            </a:r>
            <a:r>
              <a:rPr lang="en-US" dirty="0" err="1">
                <a:solidFill>
                  <a:schemeClr val="bg1"/>
                </a:solidFill>
                <a:latin typeface="Inter" panose="02000503000000020004" pitchFamily="2" charset="0"/>
                <a:ea typeface="Inter" panose="02000503000000020004" pitchFamily="2" charset="0"/>
              </a:rPr>
              <a:t>multisig</a:t>
            </a:r>
            <a:r>
              <a:rPr lang="en-US" dirty="0">
                <a:solidFill>
                  <a:schemeClr val="bg1"/>
                </a:solidFill>
                <a:latin typeface="Inter" panose="02000503000000020004" pitchFamily="2" charset="0"/>
                <a:ea typeface="Inter" panose="02000503000000020004" pitchFamily="2" charset="0"/>
              </a:rPr>
              <a:t> operators</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No centralized </a:t>
            </a:r>
            <a:r>
              <a:rPr lang="en-US" dirty="0" err="1">
                <a:solidFill>
                  <a:schemeClr val="bg1"/>
                </a:solidFill>
                <a:latin typeface="Inter" panose="02000503000000020004" pitchFamily="2" charset="0"/>
                <a:ea typeface="Inter" panose="02000503000000020004" pitchFamily="2" charset="0"/>
              </a:rPr>
              <a:t>relayer</a:t>
            </a:r>
            <a:r>
              <a:rPr lang="en-US" dirty="0">
                <a:solidFill>
                  <a:schemeClr val="bg1"/>
                </a:solidFill>
                <a:latin typeface="Inter" panose="02000503000000020004" pitchFamily="2" charset="0"/>
                <a:ea typeface="Inter" panose="02000503000000020004" pitchFamily="2" charset="0"/>
              </a:rPr>
              <a:t> networks</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No wrapped tokens</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Faster confirmations</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Native PQC protection via Aegis</a:t>
            </a:r>
          </a:p>
        </p:txBody>
      </p:sp>
    </p:spTree>
    <p:extLst>
      <p:ext uri="{BB962C8B-B14F-4D97-AF65-F5344CB8AC3E}">
        <p14:creationId xmlns:p14="http://schemas.microsoft.com/office/powerpoint/2010/main" val="33931493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ou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p:cTn id="17"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iterate type="wd">
                                    <p:tmPct val="10000"/>
                                  </p:iterate>
                                  <p:childTnLst>
                                    <p:set>
                                      <p:cBhvr>
                                        <p:cTn id="23" dur="1" fill="hold">
                                          <p:stCondLst>
                                            <p:cond delay="0"/>
                                          </p:stCondLst>
                                        </p:cTn>
                                        <p:tgtEl>
                                          <p:spTgt spid="8">
                                            <p:txEl>
                                              <p:pRg st="0" end="0"/>
                                            </p:txEl>
                                          </p:spTgt>
                                        </p:tgtEl>
                                        <p:attrNameLst>
                                          <p:attrName>style.visibility</p:attrName>
                                        </p:attrNameLst>
                                      </p:cBhvr>
                                      <p:to>
                                        <p:strVal val="visible"/>
                                      </p:to>
                                    </p:set>
                                    <p:anim calcmode="lin" valueType="num">
                                      <p:cBhvr additive="base">
                                        <p:cTn id="24"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down)">
                                      <p:cBhvr>
                                        <p:cTn id="25" dur="500"/>
                                        <p:tgtEl>
                                          <p:spTgt spid="8">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iterate type="wd">
                                    <p:tmPct val="10000"/>
                                  </p:iterate>
                                  <p:childTnLst>
                                    <p:set>
                                      <p:cBhvr>
                                        <p:cTn id="29" dur="1" fill="hold">
                                          <p:stCondLst>
                                            <p:cond delay="0"/>
                                          </p:stCondLst>
                                        </p:cTn>
                                        <p:tgtEl>
                                          <p:spTgt spid="8">
                                            <p:txEl>
                                              <p:pRg st="2" end="2"/>
                                            </p:txEl>
                                          </p:spTgt>
                                        </p:tgtEl>
                                        <p:attrNameLst>
                                          <p:attrName>style.visibility</p:attrName>
                                        </p:attrNameLst>
                                      </p:cBhvr>
                                      <p:to>
                                        <p:strVal val="visible"/>
                                      </p:to>
                                    </p:set>
                                    <p:anim calcmode="lin" valueType="num">
                                      <p:cBhvr additive="base">
                                        <p:cTn id="30" dur="500"/>
                                        <p:tgtEl>
                                          <p:spTgt spid="8">
                                            <p:txEl>
                                              <p:pRg st="2" end="2"/>
                                            </p:txEl>
                                          </p:spTgt>
                                        </p:tgtEl>
                                        <p:attrNameLst>
                                          <p:attrName>ppt_y</p:attrName>
                                        </p:attrNameLst>
                                      </p:cBhvr>
                                      <p:tavLst>
                                        <p:tav tm="0">
                                          <p:val>
                                            <p:strVal val="#ppt_y-#ppt_h*1.125000"/>
                                          </p:val>
                                        </p:tav>
                                        <p:tav tm="100000">
                                          <p:val>
                                            <p:strVal val="#ppt_y"/>
                                          </p:val>
                                        </p:tav>
                                      </p:tavLst>
                                    </p:anim>
                                    <p:animEffect transition="in" filter="wipe(down)">
                                      <p:cBhvr>
                                        <p:cTn id="31" dur="500"/>
                                        <p:tgtEl>
                                          <p:spTgt spid="8">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iterate type="wd">
                                    <p:tmPct val="10000"/>
                                  </p:iterate>
                                  <p:childTnLst>
                                    <p:set>
                                      <p:cBhvr>
                                        <p:cTn id="35" dur="1" fill="hold">
                                          <p:stCondLst>
                                            <p:cond delay="0"/>
                                          </p:stCondLst>
                                        </p:cTn>
                                        <p:tgtEl>
                                          <p:spTgt spid="8">
                                            <p:txEl>
                                              <p:pRg st="4" end="4"/>
                                            </p:txEl>
                                          </p:spTgt>
                                        </p:tgtEl>
                                        <p:attrNameLst>
                                          <p:attrName>style.visibility</p:attrName>
                                        </p:attrNameLst>
                                      </p:cBhvr>
                                      <p:to>
                                        <p:strVal val="visible"/>
                                      </p:to>
                                    </p:set>
                                    <p:anim calcmode="lin" valueType="num">
                                      <p:cBhvr additive="base">
                                        <p:cTn id="36" dur="500"/>
                                        <p:tgtEl>
                                          <p:spTgt spid="8">
                                            <p:txEl>
                                              <p:pRg st="4" end="4"/>
                                            </p:txEl>
                                          </p:spTgt>
                                        </p:tgtEl>
                                        <p:attrNameLst>
                                          <p:attrName>ppt_y</p:attrName>
                                        </p:attrNameLst>
                                      </p:cBhvr>
                                      <p:tavLst>
                                        <p:tav tm="0">
                                          <p:val>
                                            <p:strVal val="#ppt_y-#ppt_h*1.125000"/>
                                          </p:val>
                                        </p:tav>
                                        <p:tav tm="100000">
                                          <p:val>
                                            <p:strVal val="#ppt_y"/>
                                          </p:val>
                                        </p:tav>
                                      </p:tavLst>
                                    </p:anim>
                                    <p:animEffect transition="in" filter="wipe(down)">
                                      <p:cBhvr>
                                        <p:cTn id="37" dur="500"/>
                                        <p:tgtEl>
                                          <p:spTgt spid="8">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wd">
                                    <p:tmPct val="10000"/>
                                  </p:iterate>
                                  <p:childTnLst>
                                    <p:set>
                                      <p:cBhvr>
                                        <p:cTn id="41" dur="1" fill="hold">
                                          <p:stCondLst>
                                            <p:cond delay="0"/>
                                          </p:stCondLst>
                                        </p:cTn>
                                        <p:tgtEl>
                                          <p:spTgt spid="8">
                                            <p:txEl>
                                              <p:pRg st="6" end="6"/>
                                            </p:txEl>
                                          </p:spTgt>
                                        </p:tgtEl>
                                        <p:attrNameLst>
                                          <p:attrName>style.visibility</p:attrName>
                                        </p:attrNameLst>
                                      </p:cBhvr>
                                      <p:to>
                                        <p:strVal val="visible"/>
                                      </p:to>
                                    </p:set>
                                    <p:anim calcmode="lin" valueType="num">
                                      <p:cBhvr additive="base">
                                        <p:cTn id="42" dur="500"/>
                                        <p:tgtEl>
                                          <p:spTgt spid="8">
                                            <p:txEl>
                                              <p:pRg st="6" end="6"/>
                                            </p:txEl>
                                          </p:spTgt>
                                        </p:tgtEl>
                                        <p:attrNameLst>
                                          <p:attrName>ppt_y</p:attrName>
                                        </p:attrNameLst>
                                      </p:cBhvr>
                                      <p:tavLst>
                                        <p:tav tm="0">
                                          <p:val>
                                            <p:strVal val="#ppt_y-#ppt_h*1.125000"/>
                                          </p:val>
                                        </p:tav>
                                        <p:tav tm="100000">
                                          <p:val>
                                            <p:strVal val="#ppt_y"/>
                                          </p:val>
                                        </p:tav>
                                      </p:tavLst>
                                    </p:anim>
                                    <p:animEffect transition="in" filter="wipe(down)">
                                      <p:cBhvr>
                                        <p:cTn id="43" dur="500"/>
                                        <p:tgtEl>
                                          <p:spTgt spid="8">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grpId="0" nodeType="clickEffect">
                                  <p:stCondLst>
                                    <p:cond delay="0"/>
                                  </p:stCondLst>
                                  <p:iterate type="wd">
                                    <p:tmPct val="10000"/>
                                  </p:iterate>
                                  <p:childTnLst>
                                    <p:set>
                                      <p:cBhvr>
                                        <p:cTn id="47" dur="1" fill="hold">
                                          <p:stCondLst>
                                            <p:cond delay="0"/>
                                          </p:stCondLst>
                                        </p:cTn>
                                        <p:tgtEl>
                                          <p:spTgt spid="8">
                                            <p:txEl>
                                              <p:pRg st="8" end="8"/>
                                            </p:txEl>
                                          </p:spTgt>
                                        </p:tgtEl>
                                        <p:attrNameLst>
                                          <p:attrName>style.visibility</p:attrName>
                                        </p:attrNameLst>
                                      </p:cBhvr>
                                      <p:to>
                                        <p:strVal val="visible"/>
                                      </p:to>
                                    </p:set>
                                    <p:anim calcmode="lin" valueType="num">
                                      <p:cBhvr additive="base">
                                        <p:cTn id="48" dur="500"/>
                                        <p:tgtEl>
                                          <p:spTgt spid="8">
                                            <p:txEl>
                                              <p:pRg st="8" end="8"/>
                                            </p:txEl>
                                          </p:spTgt>
                                        </p:tgtEl>
                                        <p:attrNameLst>
                                          <p:attrName>ppt_y</p:attrName>
                                        </p:attrNameLst>
                                      </p:cBhvr>
                                      <p:tavLst>
                                        <p:tav tm="0">
                                          <p:val>
                                            <p:strVal val="#ppt_y-#ppt_h*1.125000"/>
                                          </p:val>
                                        </p:tav>
                                        <p:tav tm="100000">
                                          <p:val>
                                            <p:strVal val="#ppt_y"/>
                                          </p:val>
                                        </p:tav>
                                      </p:tavLst>
                                    </p:anim>
                                    <p:animEffect transition="in" filter="wipe(down)">
                                      <p:cBhvr>
                                        <p:cTn id="49" dur="500"/>
                                        <p:tgtEl>
                                          <p:spTgt spid="8">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2" presetClass="entr" presetSubtype="1" fill="hold" grpId="0" nodeType="clickEffect">
                                  <p:stCondLst>
                                    <p:cond delay="0"/>
                                  </p:stCondLst>
                                  <p:iterate type="wd">
                                    <p:tmPct val="10000"/>
                                  </p:iterate>
                                  <p:childTnLst>
                                    <p:set>
                                      <p:cBhvr>
                                        <p:cTn id="53" dur="1" fill="hold">
                                          <p:stCondLst>
                                            <p:cond delay="0"/>
                                          </p:stCondLst>
                                        </p:cTn>
                                        <p:tgtEl>
                                          <p:spTgt spid="8">
                                            <p:txEl>
                                              <p:pRg st="10" end="10"/>
                                            </p:txEl>
                                          </p:spTgt>
                                        </p:tgtEl>
                                        <p:attrNameLst>
                                          <p:attrName>style.visibility</p:attrName>
                                        </p:attrNameLst>
                                      </p:cBhvr>
                                      <p:to>
                                        <p:strVal val="visible"/>
                                      </p:to>
                                    </p:set>
                                    <p:anim calcmode="lin" valueType="num">
                                      <p:cBhvr additive="base">
                                        <p:cTn id="54" dur="500"/>
                                        <p:tgtEl>
                                          <p:spTgt spid="8">
                                            <p:txEl>
                                              <p:pRg st="10" end="10"/>
                                            </p:txEl>
                                          </p:spTgt>
                                        </p:tgtEl>
                                        <p:attrNameLst>
                                          <p:attrName>ppt_y</p:attrName>
                                        </p:attrNameLst>
                                      </p:cBhvr>
                                      <p:tavLst>
                                        <p:tav tm="0">
                                          <p:val>
                                            <p:strVal val="#ppt_y-#ppt_h*1.125000"/>
                                          </p:val>
                                        </p:tav>
                                        <p:tav tm="100000">
                                          <p:val>
                                            <p:strVal val="#ppt_y"/>
                                          </p:val>
                                        </p:tav>
                                      </p:tavLst>
                                    </p:anim>
                                    <p:animEffect transition="in" filter="wipe(down)">
                                      <p:cBhvr>
                                        <p:cTn id="55" dur="500"/>
                                        <p:tgtEl>
                                          <p:spTgt spid="8">
                                            <p:txEl>
                                              <p:pRg st="10" end="1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xit" presetSubtype="32" fill="hold" grpId="1" nodeType="clickEffect">
                                  <p:stCondLst>
                                    <p:cond delay="0"/>
                                  </p:stCondLst>
                                  <p:childTnLst>
                                    <p:anim calcmode="lin" valueType="num">
                                      <p:cBhvr>
                                        <p:cTn id="59" dur="500"/>
                                        <p:tgtEl>
                                          <p:spTgt spid="5">
                                            <p:txEl>
                                              <p:pRg st="0" end="0"/>
                                            </p:txEl>
                                          </p:spTgt>
                                        </p:tgtEl>
                                        <p:attrNameLst>
                                          <p:attrName>ppt_w</p:attrName>
                                        </p:attrNameLst>
                                      </p:cBhvr>
                                      <p:tavLst>
                                        <p:tav tm="0">
                                          <p:val>
                                            <p:strVal val="ppt_w"/>
                                          </p:val>
                                        </p:tav>
                                        <p:tav tm="100000">
                                          <p:val>
                                            <p:fltVal val="0"/>
                                          </p:val>
                                        </p:tav>
                                      </p:tavLst>
                                    </p:anim>
                                    <p:anim calcmode="lin" valueType="num">
                                      <p:cBhvr>
                                        <p:cTn id="60" dur="500"/>
                                        <p:tgtEl>
                                          <p:spTgt spid="5">
                                            <p:txEl>
                                              <p:pRg st="0" end="0"/>
                                            </p:txEl>
                                          </p:spTgt>
                                        </p:tgtEl>
                                        <p:attrNameLst>
                                          <p:attrName>ppt_h</p:attrName>
                                        </p:attrNameLst>
                                      </p:cBhvr>
                                      <p:tavLst>
                                        <p:tav tm="0">
                                          <p:val>
                                            <p:strVal val="ppt_h"/>
                                          </p:val>
                                        </p:tav>
                                        <p:tav tm="100000">
                                          <p:val>
                                            <p:fltVal val="0"/>
                                          </p:val>
                                        </p:tav>
                                      </p:tavLst>
                                    </p:anim>
                                    <p:animEffect transition="out" filter="fade">
                                      <p:cBhvr>
                                        <p:cTn id="61" dur="500"/>
                                        <p:tgtEl>
                                          <p:spTgt spid="5">
                                            <p:txEl>
                                              <p:pRg st="0" end="0"/>
                                            </p:txEl>
                                          </p:spTgt>
                                        </p:tgtEl>
                                      </p:cBhvr>
                                    </p:animEffect>
                                    <p:set>
                                      <p:cBhvr>
                                        <p:cTn id="62" dur="1" fill="hold">
                                          <p:stCondLst>
                                            <p:cond delay="499"/>
                                          </p:stCondLst>
                                        </p:cTn>
                                        <p:tgtEl>
                                          <p:spTgt spid="5">
                                            <p:txEl>
                                              <p:pRg st="0" end="0"/>
                                            </p:txEl>
                                          </p:spTgt>
                                        </p:tgtEl>
                                        <p:attrNameLst>
                                          <p:attrName>style.visibility</p:attrName>
                                        </p:attrNameLst>
                                      </p:cBhvr>
                                      <p:to>
                                        <p:strVal val="hidden"/>
                                      </p:to>
                                    </p:set>
                                  </p:childTnLst>
                                </p:cTn>
                              </p:par>
                              <p:par>
                                <p:cTn id="63" presetID="53" presetClass="exit" presetSubtype="32" fill="hold" grpId="1" nodeType="withEffect">
                                  <p:stCondLst>
                                    <p:cond delay="0"/>
                                  </p:stCondLst>
                                  <p:iterate type="wd">
                                    <p:tmPct val="0"/>
                                  </p:iterate>
                                  <p:childTnLst>
                                    <p:anim calcmode="lin" valueType="num">
                                      <p:cBhvr>
                                        <p:cTn id="64" dur="500"/>
                                        <p:tgtEl>
                                          <p:spTgt spid="8">
                                            <p:txEl>
                                              <p:pRg st="0" end="0"/>
                                            </p:txEl>
                                          </p:spTgt>
                                        </p:tgtEl>
                                        <p:attrNameLst>
                                          <p:attrName>ppt_w</p:attrName>
                                        </p:attrNameLst>
                                      </p:cBhvr>
                                      <p:tavLst>
                                        <p:tav tm="0">
                                          <p:val>
                                            <p:strVal val="ppt_w"/>
                                          </p:val>
                                        </p:tav>
                                        <p:tav tm="100000">
                                          <p:val>
                                            <p:fltVal val="0"/>
                                          </p:val>
                                        </p:tav>
                                      </p:tavLst>
                                    </p:anim>
                                    <p:anim calcmode="lin" valueType="num">
                                      <p:cBhvr>
                                        <p:cTn id="65"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66" dur="500"/>
                                        <p:tgtEl>
                                          <p:spTgt spid="8">
                                            <p:txEl>
                                              <p:pRg st="0" end="0"/>
                                            </p:txEl>
                                          </p:spTgt>
                                        </p:tgtEl>
                                      </p:cBhvr>
                                    </p:animEffect>
                                    <p:set>
                                      <p:cBhvr>
                                        <p:cTn id="67" dur="1" fill="hold">
                                          <p:stCondLst>
                                            <p:cond delay="499"/>
                                          </p:stCondLst>
                                        </p:cTn>
                                        <p:tgtEl>
                                          <p:spTgt spid="8">
                                            <p:txEl>
                                              <p:pRg st="0" end="0"/>
                                            </p:txEl>
                                          </p:spTgt>
                                        </p:tgtEl>
                                        <p:attrNameLst>
                                          <p:attrName>style.visibility</p:attrName>
                                        </p:attrNameLst>
                                      </p:cBhvr>
                                      <p:to>
                                        <p:strVal val="hidden"/>
                                      </p:to>
                                    </p:set>
                                  </p:childTnLst>
                                </p:cTn>
                              </p:par>
                              <p:par>
                                <p:cTn id="68" presetID="53" presetClass="exit" presetSubtype="32" fill="hold" grpId="1" nodeType="withEffect">
                                  <p:stCondLst>
                                    <p:cond delay="0"/>
                                  </p:stCondLst>
                                  <p:iterate type="wd">
                                    <p:tmPct val="0"/>
                                  </p:iterate>
                                  <p:childTnLst>
                                    <p:anim calcmode="lin" valueType="num">
                                      <p:cBhvr>
                                        <p:cTn id="69" dur="500"/>
                                        <p:tgtEl>
                                          <p:spTgt spid="8">
                                            <p:txEl>
                                              <p:pRg st="2" end="2"/>
                                            </p:txEl>
                                          </p:spTgt>
                                        </p:tgtEl>
                                        <p:attrNameLst>
                                          <p:attrName>ppt_w</p:attrName>
                                        </p:attrNameLst>
                                      </p:cBhvr>
                                      <p:tavLst>
                                        <p:tav tm="0">
                                          <p:val>
                                            <p:strVal val="ppt_w"/>
                                          </p:val>
                                        </p:tav>
                                        <p:tav tm="100000">
                                          <p:val>
                                            <p:fltVal val="0"/>
                                          </p:val>
                                        </p:tav>
                                      </p:tavLst>
                                    </p:anim>
                                    <p:anim calcmode="lin" valueType="num">
                                      <p:cBhvr>
                                        <p:cTn id="70" dur="500"/>
                                        <p:tgtEl>
                                          <p:spTgt spid="8">
                                            <p:txEl>
                                              <p:pRg st="2" end="2"/>
                                            </p:txEl>
                                          </p:spTgt>
                                        </p:tgtEl>
                                        <p:attrNameLst>
                                          <p:attrName>ppt_h</p:attrName>
                                        </p:attrNameLst>
                                      </p:cBhvr>
                                      <p:tavLst>
                                        <p:tav tm="0">
                                          <p:val>
                                            <p:strVal val="ppt_h"/>
                                          </p:val>
                                        </p:tav>
                                        <p:tav tm="100000">
                                          <p:val>
                                            <p:fltVal val="0"/>
                                          </p:val>
                                        </p:tav>
                                      </p:tavLst>
                                    </p:anim>
                                    <p:animEffect transition="out" filter="fade">
                                      <p:cBhvr>
                                        <p:cTn id="71" dur="500"/>
                                        <p:tgtEl>
                                          <p:spTgt spid="8">
                                            <p:txEl>
                                              <p:pRg st="2" end="2"/>
                                            </p:txEl>
                                          </p:spTgt>
                                        </p:tgtEl>
                                      </p:cBhvr>
                                    </p:animEffect>
                                    <p:set>
                                      <p:cBhvr>
                                        <p:cTn id="72" dur="1" fill="hold">
                                          <p:stCondLst>
                                            <p:cond delay="499"/>
                                          </p:stCondLst>
                                        </p:cTn>
                                        <p:tgtEl>
                                          <p:spTgt spid="8">
                                            <p:txEl>
                                              <p:pRg st="2" end="2"/>
                                            </p:txEl>
                                          </p:spTgt>
                                        </p:tgtEl>
                                        <p:attrNameLst>
                                          <p:attrName>style.visibility</p:attrName>
                                        </p:attrNameLst>
                                      </p:cBhvr>
                                      <p:to>
                                        <p:strVal val="hidden"/>
                                      </p:to>
                                    </p:set>
                                  </p:childTnLst>
                                </p:cTn>
                              </p:par>
                              <p:par>
                                <p:cTn id="73" presetID="53" presetClass="exit" presetSubtype="32" fill="hold" grpId="1" nodeType="withEffect">
                                  <p:stCondLst>
                                    <p:cond delay="0"/>
                                  </p:stCondLst>
                                  <p:iterate type="wd">
                                    <p:tmPct val="0"/>
                                  </p:iterate>
                                  <p:childTnLst>
                                    <p:anim calcmode="lin" valueType="num">
                                      <p:cBhvr>
                                        <p:cTn id="74" dur="500"/>
                                        <p:tgtEl>
                                          <p:spTgt spid="8">
                                            <p:txEl>
                                              <p:pRg st="4" end="4"/>
                                            </p:txEl>
                                          </p:spTgt>
                                        </p:tgtEl>
                                        <p:attrNameLst>
                                          <p:attrName>ppt_w</p:attrName>
                                        </p:attrNameLst>
                                      </p:cBhvr>
                                      <p:tavLst>
                                        <p:tav tm="0">
                                          <p:val>
                                            <p:strVal val="ppt_w"/>
                                          </p:val>
                                        </p:tav>
                                        <p:tav tm="100000">
                                          <p:val>
                                            <p:fltVal val="0"/>
                                          </p:val>
                                        </p:tav>
                                      </p:tavLst>
                                    </p:anim>
                                    <p:anim calcmode="lin" valueType="num">
                                      <p:cBhvr>
                                        <p:cTn id="75" dur="500"/>
                                        <p:tgtEl>
                                          <p:spTgt spid="8">
                                            <p:txEl>
                                              <p:pRg st="4" end="4"/>
                                            </p:txEl>
                                          </p:spTgt>
                                        </p:tgtEl>
                                        <p:attrNameLst>
                                          <p:attrName>ppt_h</p:attrName>
                                        </p:attrNameLst>
                                      </p:cBhvr>
                                      <p:tavLst>
                                        <p:tav tm="0">
                                          <p:val>
                                            <p:strVal val="ppt_h"/>
                                          </p:val>
                                        </p:tav>
                                        <p:tav tm="100000">
                                          <p:val>
                                            <p:fltVal val="0"/>
                                          </p:val>
                                        </p:tav>
                                      </p:tavLst>
                                    </p:anim>
                                    <p:animEffect transition="out" filter="fade">
                                      <p:cBhvr>
                                        <p:cTn id="76" dur="500"/>
                                        <p:tgtEl>
                                          <p:spTgt spid="8">
                                            <p:txEl>
                                              <p:pRg st="4" end="4"/>
                                            </p:txEl>
                                          </p:spTgt>
                                        </p:tgtEl>
                                      </p:cBhvr>
                                    </p:animEffect>
                                    <p:set>
                                      <p:cBhvr>
                                        <p:cTn id="77" dur="1" fill="hold">
                                          <p:stCondLst>
                                            <p:cond delay="499"/>
                                          </p:stCondLst>
                                        </p:cTn>
                                        <p:tgtEl>
                                          <p:spTgt spid="8">
                                            <p:txEl>
                                              <p:pRg st="4" end="4"/>
                                            </p:txEl>
                                          </p:spTgt>
                                        </p:tgtEl>
                                        <p:attrNameLst>
                                          <p:attrName>style.visibility</p:attrName>
                                        </p:attrNameLst>
                                      </p:cBhvr>
                                      <p:to>
                                        <p:strVal val="hidden"/>
                                      </p:to>
                                    </p:set>
                                  </p:childTnLst>
                                </p:cTn>
                              </p:par>
                              <p:par>
                                <p:cTn id="78" presetID="53" presetClass="exit" presetSubtype="32" fill="hold" grpId="1" nodeType="withEffect">
                                  <p:stCondLst>
                                    <p:cond delay="0"/>
                                  </p:stCondLst>
                                  <p:iterate type="wd">
                                    <p:tmPct val="0"/>
                                  </p:iterate>
                                  <p:childTnLst>
                                    <p:anim calcmode="lin" valueType="num">
                                      <p:cBhvr>
                                        <p:cTn id="79" dur="500"/>
                                        <p:tgtEl>
                                          <p:spTgt spid="8">
                                            <p:txEl>
                                              <p:pRg st="6" end="6"/>
                                            </p:txEl>
                                          </p:spTgt>
                                        </p:tgtEl>
                                        <p:attrNameLst>
                                          <p:attrName>ppt_w</p:attrName>
                                        </p:attrNameLst>
                                      </p:cBhvr>
                                      <p:tavLst>
                                        <p:tav tm="0">
                                          <p:val>
                                            <p:strVal val="ppt_w"/>
                                          </p:val>
                                        </p:tav>
                                        <p:tav tm="100000">
                                          <p:val>
                                            <p:fltVal val="0"/>
                                          </p:val>
                                        </p:tav>
                                      </p:tavLst>
                                    </p:anim>
                                    <p:anim calcmode="lin" valueType="num">
                                      <p:cBhvr>
                                        <p:cTn id="80" dur="500"/>
                                        <p:tgtEl>
                                          <p:spTgt spid="8">
                                            <p:txEl>
                                              <p:pRg st="6" end="6"/>
                                            </p:txEl>
                                          </p:spTgt>
                                        </p:tgtEl>
                                        <p:attrNameLst>
                                          <p:attrName>ppt_h</p:attrName>
                                        </p:attrNameLst>
                                      </p:cBhvr>
                                      <p:tavLst>
                                        <p:tav tm="0">
                                          <p:val>
                                            <p:strVal val="ppt_h"/>
                                          </p:val>
                                        </p:tav>
                                        <p:tav tm="100000">
                                          <p:val>
                                            <p:fltVal val="0"/>
                                          </p:val>
                                        </p:tav>
                                      </p:tavLst>
                                    </p:anim>
                                    <p:animEffect transition="out" filter="fade">
                                      <p:cBhvr>
                                        <p:cTn id="81" dur="500"/>
                                        <p:tgtEl>
                                          <p:spTgt spid="8">
                                            <p:txEl>
                                              <p:pRg st="6" end="6"/>
                                            </p:txEl>
                                          </p:spTgt>
                                        </p:tgtEl>
                                      </p:cBhvr>
                                    </p:animEffect>
                                    <p:set>
                                      <p:cBhvr>
                                        <p:cTn id="82" dur="1" fill="hold">
                                          <p:stCondLst>
                                            <p:cond delay="499"/>
                                          </p:stCondLst>
                                        </p:cTn>
                                        <p:tgtEl>
                                          <p:spTgt spid="8">
                                            <p:txEl>
                                              <p:pRg st="6" end="6"/>
                                            </p:txEl>
                                          </p:spTgt>
                                        </p:tgtEl>
                                        <p:attrNameLst>
                                          <p:attrName>style.visibility</p:attrName>
                                        </p:attrNameLst>
                                      </p:cBhvr>
                                      <p:to>
                                        <p:strVal val="hidden"/>
                                      </p:to>
                                    </p:set>
                                  </p:childTnLst>
                                </p:cTn>
                              </p:par>
                              <p:par>
                                <p:cTn id="83" presetID="53" presetClass="exit" presetSubtype="32" fill="hold" grpId="1" nodeType="withEffect">
                                  <p:stCondLst>
                                    <p:cond delay="0"/>
                                  </p:stCondLst>
                                  <p:iterate type="wd">
                                    <p:tmPct val="0"/>
                                  </p:iterate>
                                  <p:childTnLst>
                                    <p:anim calcmode="lin" valueType="num">
                                      <p:cBhvr>
                                        <p:cTn id="84" dur="500"/>
                                        <p:tgtEl>
                                          <p:spTgt spid="8">
                                            <p:txEl>
                                              <p:pRg st="8" end="8"/>
                                            </p:txEl>
                                          </p:spTgt>
                                        </p:tgtEl>
                                        <p:attrNameLst>
                                          <p:attrName>ppt_w</p:attrName>
                                        </p:attrNameLst>
                                      </p:cBhvr>
                                      <p:tavLst>
                                        <p:tav tm="0">
                                          <p:val>
                                            <p:strVal val="ppt_w"/>
                                          </p:val>
                                        </p:tav>
                                        <p:tav tm="100000">
                                          <p:val>
                                            <p:fltVal val="0"/>
                                          </p:val>
                                        </p:tav>
                                      </p:tavLst>
                                    </p:anim>
                                    <p:anim calcmode="lin" valueType="num">
                                      <p:cBhvr>
                                        <p:cTn id="85" dur="500"/>
                                        <p:tgtEl>
                                          <p:spTgt spid="8">
                                            <p:txEl>
                                              <p:pRg st="8" end="8"/>
                                            </p:txEl>
                                          </p:spTgt>
                                        </p:tgtEl>
                                        <p:attrNameLst>
                                          <p:attrName>ppt_h</p:attrName>
                                        </p:attrNameLst>
                                      </p:cBhvr>
                                      <p:tavLst>
                                        <p:tav tm="0">
                                          <p:val>
                                            <p:strVal val="ppt_h"/>
                                          </p:val>
                                        </p:tav>
                                        <p:tav tm="100000">
                                          <p:val>
                                            <p:fltVal val="0"/>
                                          </p:val>
                                        </p:tav>
                                      </p:tavLst>
                                    </p:anim>
                                    <p:animEffect transition="out" filter="fade">
                                      <p:cBhvr>
                                        <p:cTn id="86" dur="500"/>
                                        <p:tgtEl>
                                          <p:spTgt spid="8">
                                            <p:txEl>
                                              <p:pRg st="8" end="8"/>
                                            </p:txEl>
                                          </p:spTgt>
                                        </p:tgtEl>
                                      </p:cBhvr>
                                    </p:animEffect>
                                    <p:set>
                                      <p:cBhvr>
                                        <p:cTn id="87" dur="1" fill="hold">
                                          <p:stCondLst>
                                            <p:cond delay="499"/>
                                          </p:stCondLst>
                                        </p:cTn>
                                        <p:tgtEl>
                                          <p:spTgt spid="8">
                                            <p:txEl>
                                              <p:pRg st="8" end="8"/>
                                            </p:txEl>
                                          </p:spTgt>
                                        </p:tgtEl>
                                        <p:attrNameLst>
                                          <p:attrName>style.visibility</p:attrName>
                                        </p:attrNameLst>
                                      </p:cBhvr>
                                      <p:to>
                                        <p:strVal val="hidden"/>
                                      </p:to>
                                    </p:set>
                                  </p:childTnLst>
                                </p:cTn>
                              </p:par>
                              <p:par>
                                <p:cTn id="88" presetID="53" presetClass="exit" presetSubtype="32" fill="hold" grpId="1" nodeType="withEffect">
                                  <p:stCondLst>
                                    <p:cond delay="0"/>
                                  </p:stCondLst>
                                  <p:iterate type="wd">
                                    <p:tmPct val="0"/>
                                  </p:iterate>
                                  <p:childTnLst>
                                    <p:anim calcmode="lin" valueType="num">
                                      <p:cBhvr>
                                        <p:cTn id="89" dur="500"/>
                                        <p:tgtEl>
                                          <p:spTgt spid="8">
                                            <p:txEl>
                                              <p:pRg st="10" end="10"/>
                                            </p:txEl>
                                          </p:spTgt>
                                        </p:tgtEl>
                                        <p:attrNameLst>
                                          <p:attrName>ppt_w</p:attrName>
                                        </p:attrNameLst>
                                      </p:cBhvr>
                                      <p:tavLst>
                                        <p:tav tm="0">
                                          <p:val>
                                            <p:strVal val="ppt_w"/>
                                          </p:val>
                                        </p:tav>
                                        <p:tav tm="100000">
                                          <p:val>
                                            <p:fltVal val="0"/>
                                          </p:val>
                                        </p:tav>
                                      </p:tavLst>
                                    </p:anim>
                                    <p:anim calcmode="lin" valueType="num">
                                      <p:cBhvr>
                                        <p:cTn id="90" dur="500"/>
                                        <p:tgtEl>
                                          <p:spTgt spid="8">
                                            <p:txEl>
                                              <p:pRg st="10" end="10"/>
                                            </p:txEl>
                                          </p:spTgt>
                                        </p:tgtEl>
                                        <p:attrNameLst>
                                          <p:attrName>ppt_h</p:attrName>
                                        </p:attrNameLst>
                                      </p:cBhvr>
                                      <p:tavLst>
                                        <p:tav tm="0">
                                          <p:val>
                                            <p:strVal val="ppt_h"/>
                                          </p:val>
                                        </p:tav>
                                        <p:tav tm="100000">
                                          <p:val>
                                            <p:fltVal val="0"/>
                                          </p:val>
                                        </p:tav>
                                      </p:tavLst>
                                    </p:anim>
                                    <p:animEffect transition="out" filter="fade">
                                      <p:cBhvr>
                                        <p:cTn id="91" dur="500"/>
                                        <p:tgtEl>
                                          <p:spTgt spid="8">
                                            <p:txEl>
                                              <p:pRg st="10" end="10"/>
                                            </p:txEl>
                                          </p:spTgt>
                                        </p:tgtEl>
                                      </p:cBhvr>
                                    </p:animEffect>
                                    <p:set>
                                      <p:cBhvr>
                                        <p:cTn id="92" dur="1" fill="hold">
                                          <p:stCondLst>
                                            <p:cond delay="499"/>
                                          </p:stCondLst>
                                        </p:cTn>
                                        <p:tgtEl>
                                          <p:spTgt spid="8">
                                            <p:txEl>
                                              <p:pRg st="10" end="1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5" grpId="0" build="allAtOnce"/>
      <p:bldP spid="5" grpId="1" build="allAtOnce"/>
      <p:bldP spid="8" grpId="0" build="allAtOnce"/>
      <p:bldP spid="8" grpId="1" build="allAtOnce"/>
    </p:bld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78E7811A-6F80-761E-8705-603DA102601C}"/>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AA48465B-8111-51CA-0AFE-661E18536D6E}"/>
              </a:ext>
            </a:extLst>
          </p:cNvPr>
          <p:cNvSpPr/>
          <p:nvPr/>
        </p:nvSpPr>
        <p:spPr>
          <a:xfrm>
            <a:off x="1219473" y="1289227"/>
            <a:ext cx="6705054" cy="521485"/>
          </a:xfrm>
          <a:prstGeom prst="roundRect">
            <a:avLst/>
          </a:prstGeom>
          <a:solidFill>
            <a:srgbClr val="00CED1">
              <a:alpha val="15000"/>
            </a:srgbClr>
          </a:solidFill>
          <a:ln w="25400">
            <a:solidFill>
              <a:srgbClr val="00CED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9DDED763-1FAE-7811-5A1F-DF9F3133C782}"/>
              </a:ext>
            </a:extLst>
          </p:cNvPr>
          <p:cNvSpPr/>
          <p:nvPr/>
        </p:nvSpPr>
        <p:spPr>
          <a:xfrm>
            <a:off x="274318" y="6191790"/>
            <a:ext cx="8595360" cy="45719"/>
          </a:xfrm>
          <a:prstGeom prst="rect">
            <a:avLst/>
          </a:prstGeom>
          <a:solidFill>
            <a:srgbClr val="00CED1"/>
          </a:solidFill>
          <a:ln>
            <a:solidFill>
              <a:srgbClr val="00CE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F60A09A-0A1D-70CF-837C-D169E26603C8}"/>
              </a:ext>
            </a:extLst>
          </p:cNvPr>
          <p:cNvSpPr/>
          <p:nvPr/>
        </p:nvSpPr>
        <p:spPr>
          <a:xfrm>
            <a:off x="274319" y="497840"/>
            <a:ext cx="8595360" cy="45719"/>
          </a:xfrm>
          <a:prstGeom prst="rect">
            <a:avLst/>
          </a:prstGeom>
          <a:solidFill>
            <a:srgbClr val="00CED1"/>
          </a:solidFill>
          <a:ln>
            <a:solidFill>
              <a:srgbClr val="00CE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AF43D7D3-59A0-3CED-162A-F473F472ED43}"/>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1AAECD5B-97A3-258B-5AE2-58910EF7C28B}"/>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FBAB0214-B70C-9FB8-CACC-862746E95337}"/>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6" name="Rounded Rectangle 5">
            <a:extLst>
              <a:ext uri="{FF2B5EF4-FFF2-40B4-BE49-F238E27FC236}">
                <a16:creationId xmlns:a16="http://schemas.microsoft.com/office/drawing/2014/main" id="{061F795B-5CFF-F073-D284-8C5453FA6FC8}"/>
              </a:ext>
            </a:extLst>
          </p:cNvPr>
          <p:cNvSpPr/>
          <p:nvPr/>
        </p:nvSpPr>
        <p:spPr>
          <a:xfrm>
            <a:off x="1219473" y="2128519"/>
            <a:ext cx="6705054" cy="3405717"/>
          </a:xfrm>
          <a:prstGeom prst="roundRect">
            <a:avLst>
              <a:gd name="adj" fmla="val 2049"/>
            </a:avLst>
          </a:prstGeom>
          <a:solidFill>
            <a:srgbClr val="00CED1">
              <a:alpha val="15000"/>
            </a:srgbClr>
          </a:solidFill>
          <a:ln w="25400">
            <a:solidFill>
              <a:srgbClr val="00CED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B406E47-1F04-DE57-971C-9F9781076B98}"/>
              </a:ext>
            </a:extLst>
          </p:cNvPr>
          <p:cNvSpPr txBox="1"/>
          <p:nvPr/>
        </p:nvSpPr>
        <p:spPr>
          <a:xfrm>
            <a:off x="1184078" y="134904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SXCP Use Cases</a:t>
            </a:r>
            <a:endParaRPr lang="en-US" sz="2000" b="1" spc="300" dirty="0">
              <a:solidFill>
                <a:schemeClr val="bg1"/>
              </a:solidFill>
              <a:latin typeface="Orbitron Black" pitchFamily="2" charset="0"/>
            </a:endParaRPr>
          </a:p>
        </p:txBody>
      </p:sp>
      <p:sp>
        <p:nvSpPr>
          <p:cNvPr id="8" name="TextBox 7">
            <a:extLst>
              <a:ext uri="{FF2B5EF4-FFF2-40B4-BE49-F238E27FC236}">
                <a16:creationId xmlns:a16="http://schemas.microsoft.com/office/drawing/2014/main" id="{ABB9DBDE-4B47-3C7C-774A-00D7D14291CC}"/>
              </a:ext>
            </a:extLst>
          </p:cNvPr>
          <p:cNvSpPr txBox="1"/>
          <p:nvPr/>
        </p:nvSpPr>
        <p:spPr>
          <a:xfrm>
            <a:off x="1641290" y="2080547"/>
            <a:ext cx="6063021" cy="3385542"/>
          </a:xfrm>
          <a:prstGeom prst="rect">
            <a:avLst/>
          </a:prstGeom>
          <a:noFill/>
        </p:spPr>
        <p:txBody>
          <a:bodyPr wrap="square" rtlCol="0" anchor="ctr">
            <a:spAutoFit/>
          </a:bodyPr>
          <a:lstStyle/>
          <a:p>
            <a:r>
              <a:rPr lang="en-US" sz="1600" dirty="0">
                <a:solidFill>
                  <a:schemeClr val="bg1"/>
                </a:solidFill>
                <a:latin typeface="Inter" panose="02000503000000020004" pitchFamily="2" charset="0"/>
                <a:ea typeface="Inter" panose="02000503000000020004" pitchFamily="2" charset="0"/>
              </a:rPr>
              <a:t>Cross-chain DEX trading</a:t>
            </a:r>
          </a:p>
          <a:p>
            <a:endParaRPr lang="en-US" sz="1600" dirty="0">
              <a:solidFill>
                <a:schemeClr val="bg1"/>
              </a:solidFill>
              <a:latin typeface="Inter" panose="02000503000000020004" pitchFamily="2" charset="0"/>
              <a:ea typeface="Inter" panose="02000503000000020004" pitchFamily="2" charset="0"/>
            </a:endParaRPr>
          </a:p>
          <a:p>
            <a:r>
              <a:rPr lang="en-US" sz="1600" dirty="0">
                <a:solidFill>
                  <a:schemeClr val="bg1"/>
                </a:solidFill>
                <a:latin typeface="Inter" panose="02000503000000020004" pitchFamily="2" charset="0"/>
                <a:ea typeface="Inter" panose="02000503000000020004" pitchFamily="2" charset="0"/>
              </a:rPr>
              <a:t>Universal NFT ownership</a:t>
            </a:r>
          </a:p>
          <a:p>
            <a:endParaRPr lang="en-US" sz="1600" dirty="0">
              <a:solidFill>
                <a:schemeClr val="bg1"/>
              </a:solidFill>
              <a:latin typeface="Inter" panose="02000503000000020004" pitchFamily="2" charset="0"/>
              <a:ea typeface="Inter" panose="02000503000000020004" pitchFamily="2" charset="0"/>
            </a:endParaRPr>
          </a:p>
          <a:p>
            <a:r>
              <a:rPr lang="en-US" sz="1600" dirty="0">
                <a:solidFill>
                  <a:schemeClr val="bg1"/>
                </a:solidFill>
                <a:latin typeface="Inter" panose="02000503000000020004" pitchFamily="2" charset="0"/>
                <a:ea typeface="Inter" panose="02000503000000020004" pitchFamily="2" charset="0"/>
              </a:rPr>
              <a:t>Multi-chain portfolio unification</a:t>
            </a:r>
          </a:p>
          <a:p>
            <a:endParaRPr lang="en-US" sz="1600" dirty="0">
              <a:solidFill>
                <a:schemeClr val="bg1"/>
              </a:solidFill>
              <a:latin typeface="Inter" panose="02000503000000020004" pitchFamily="2" charset="0"/>
              <a:ea typeface="Inter" panose="02000503000000020004" pitchFamily="2" charset="0"/>
            </a:endParaRPr>
          </a:p>
          <a:p>
            <a:r>
              <a:rPr lang="en-US" sz="1600" dirty="0">
                <a:solidFill>
                  <a:schemeClr val="bg1"/>
                </a:solidFill>
                <a:latin typeface="Inter" panose="02000503000000020004" pitchFamily="2" charset="0"/>
                <a:ea typeface="Inter" panose="02000503000000020004" pitchFamily="2" charset="0"/>
              </a:rPr>
              <a:t>Identity portability</a:t>
            </a:r>
          </a:p>
          <a:p>
            <a:endParaRPr lang="en-US" sz="1600" dirty="0">
              <a:solidFill>
                <a:schemeClr val="bg1"/>
              </a:solidFill>
              <a:latin typeface="Inter" panose="02000503000000020004" pitchFamily="2" charset="0"/>
              <a:ea typeface="Inter" panose="02000503000000020004" pitchFamily="2" charset="0"/>
            </a:endParaRPr>
          </a:p>
          <a:p>
            <a:r>
              <a:rPr lang="en-US" sz="1600" dirty="0">
                <a:solidFill>
                  <a:schemeClr val="bg1"/>
                </a:solidFill>
                <a:latin typeface="Inter" panose="02000503000000020004" pitchFamily="2" charset="0"/>
                <a:ea typeface="Inter" panose="02000503000000020004" pitchFamily="2" charset="0"/>
              </a:rPr>
              <a:t>Enterprise blockchain integration</a:t>
            </a:r>
          </a:p>
          <a:p>
            <a:endParaRPr lang="en-US" sz="1600" dirty="0">
              <a:solidFill>
                <a:schemeClr val="bg1"/>
              </a:solidFill>
              <a:latin typeface="Inter" panose="02000503000000020004" pitchFamily="2" charset="0"/>
              <a:ea typeface="Inter" panose="02000503000000020004" pitchFamily="2" charset="0"/>
            </a:endParaRPr>
          </a:p>
          <a:p>
            <a:r>
              <a:rPr lang="en-US" sz="1600" dirty="0">
                <a:solidFill>
                  <a:schemeClr val="bg1"/>
                </a:solidFill>
                <a:latin typeface="Inter" panose="02000503000000020004" pitchFamily="2" charset="0"/>
                <a:ea typeface="Inter" panose="02000503000000020004" pitchFamily="2" charset="0"/>
              </a:rPr>
              <a:t>CBDC interoperability</a:t>
            </a:r>
          </a:p>
          <a:p>
            <a:endParaRPr lang="en-US" sz="1600" dirty="0">
              <a:solidFill>
                <a:schemeClr val="bg1"/>
              </a:solidFill>
              <a:latin typeface="Inter" panose="02000503000000020004" pitchFamily="2" charset="0"/>
              <a:ea typeface="Inter" panose="02000503000000020004" pitchFamily="2" charset="0"/>
            </a:endParaRPr>
          </a:p>
          <a:p>
            <a:r>
              <a:rPr lang="en-US" sz="1600" dirty="0">
                <a:solidFill>
                  <a:schemeClr val="bg1"/>
                </a:solidFill>
                <a:latin typeface="Inter" panose="02000503000000020004" pitchFamily="2" charset="0"/>
                <a:ea typeface="Inter" panose="02000503000000020004" pitchFamily="2" charset="0"/>
              </a:rPr>
              <a:t>Cross-chain governance execution</a:t>
            </a:r>
          </a:p>
        </p:txBody>
      </p:sp>
    </p:spTree>
    <p:extLst>
      <p:ext uri="{BB962C8B-B14F-4D97-AF65-F5344CB8AC3E}">
        <p14:creationId xmlns:p14="http://schemas.microsoft.com/office/powerpoint/2010/main" val="3798596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ou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p:cTn id="17"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iterate type="wd">
                                    <p:tmPct val="10000"/>
                                  </p:iterate>
                                  <p:childTnLst>
                                    <p:set>
                                      <p:cBhvr>
                                        <p:cTn id="23" dur="1" fill="hold">
                                          <p:stCondLst>
                                            <p:cond delay="0"/>
                                          </p:stCondLst>
                                        </p:cTn>
                                        <p:tgtEl>
                                          <p:spTgt spid="8">
                                            <p:txEl>
                                              <p:pRg st="0" end="0"/>
                                            </p:txEl>
                                          </p:spTgt>
                                        </p:tgtEl>
                                        <p:attrNameLst>
                                          <p:attrName>style.visibility</p:attrName>
                                        </p:attrNameLst>
                                      </p:cBhvr>
                                      <p:to>
                                        <p:strVal val="visible"/>
                                      </p:to>
                                    </p:set>
                                    <p:anim calcmode="lin" valueType="num">
                                      <p:cBhvr additive="base">
                                        <p:cTn id="24"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down)">
                                      <p:cBhvr>
                                        <p:cTn id="25" dur="500"/>
                                        <p:tgtEl>
                                          <p:spTgt spid="8">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iterate type="wd">
                                    <p:tmPct val="10000"/>
                                  </p:iterate>
                                  <p:childTnLst>
                                    <p:set>
                                      <p:cBhvr>
                                        <p:cTn id="29" dur="1" fill="hold">
                                          <p:stCondLst>
                                            <p:cond delay="0"/>
                                          </p:stCondLst>
                                        </p:cTn>
                                        <p:tgtEl>
                                          <p:spTgt spid="8">
                                            <p:txEl>
                                              <p:pRg st="2" end="2"/>
                                            </p:txEl>
                                          </p:spTgt>
                                        </p:tgtEl>
                                        <p:attrNameLst>
                                          <p:attrName>style.visibility</p:attrName>
                                        </p:attrNameLst>
                                      </p:cBhvr>
                                      <p:to>
                                        <p:strVal val="visible"/>
                                      </p:to>
                                    </p:set>
                                    <p:anim calcmode="lin" valueType="num">
                                      <p:cBhvr additive="base">
                                        <p:cTn id="30" dur="500"/>
                                        <p:tgtEl>
                                          <p:spTgt spid="8">
                                            <p:txEl>
                                              <p:pRg st="2" end="2"/>
                                            </p:txEl>
                                          </p:spTgt>
                                        </p:tgtEl>
                                        <p:attrNameLst>
                                          <p:attrName>ppt_y</p:attrName>
                                        </p:attrNameLst>
                                      </p:cBhvr>
                                      <p:tavLst>
                                        <p:tav tm="0">
                                          <p:val>
                                            <p:strVal val="#ppt_y-#ppt_h*1.125000"/>
                                          </p:val>
                                        </p:tav>
                                        <p:tav tm="100000">
                                          <p:val>
                                            <p:strVal val="#ppt_y"/>
                                          </p:val>
                                        </p:tav>
                                      </p:tavLst>
                                    </p:anim>
                                    <p:animEffect transition="in" filter="wipe(down)">
                                      <p:cBhvr>
                                        <p:cTn id="31" dur="500"/>
                                        <p:tgtEl>
                                          <p:spTgt spid="8">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iterate type="wd">
                                    <p:tmPct val="10000"/>
                                  </p:iterate>
                                  <p:childTnLst>
                                    <p:set>
                                      <p:cBhvr>
                                        <p:cTn id="35" dur="1" fill="hold">
                                          <p:stCondLst>
                                            <p:cond delay="0"/>
                                          </p:stCondLst>
                                        </p:cTn>
                                        <p:tgtEl>
                                          <p:spTgt spid="8">
                                            <p:txEl>
                                              <p:pRg st="4" end="4"/>
                                            </p:txEl>
                                          </p:spTgt>
                                        </p:tgtEl>
                                        <p:attrNameLst>
                                          <p:attrName>style.visibility</p:attrName>
                                        </p:attrNameLst>
                                      </p:cBhvr>
                                      <p:to>
                                        <p:strVal val="visible"/>
                                      </p:to>
                                    </p:set>
                                    <p:anim calcmode="lin" valueType="num">
                                      <p:cBhvr additive="base">
                                        <p:cTn id="36" dur="500"/>
                                        <p:tgtEl>
                                          <p:spTgt spid="8">
                                            <p:txEl>
                                              <p:pRg st="4" end="4"/>
                                            </p:txEl>
                                          </p:spTgt>
                                        </p:tgtEl>
                                        <p:attrNameLst>
                                          <p:attrName>ppt_y</p:attrName>
                                        </p:attrNameLst>
                                      </p:cBhvr>
                                      <p:tavLst>
                                        <p:tav tm="0">
                                          <p:val>
                                            <p:strVal val="#ppt_y-#ppt_h*1.125000"/>
                                          </p:val>
                                        </p:tav>
                                        <p:tav tm="100000">
                                          <p:val>
                                            <p:strVal val="#ppt_y"/>
                                          </p:val>
                                        </p:tav>
                                      </p:tavLst>
                                    </p:anim>
                                    <p:animEffect transition="in" filter="wipe(down)">
                                      <p:cBhvr>
                                        <p:cTn id="37" dur="500"/>
                                        <p:tgtEl>
                                          <p:spTgt spid="8">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wd">
                                    <p:tmPct val="10000"/>
                                  </p:iterate>
                                  <p:childTnLst>
                                    <p:set>
                                      <p:cBhvr>
                                        <p:cTn id="41" dur="1" fill="hold">
                                          <p:stCondLst>
                                            <p:cond delay="0"/>
                                          </p:stCondLst>
                                        </p:cTn>
                                        <p:tgtEl>
                                          <p:spTgt spid="8">
                                            <p:txEl>
                                              <p:pRg st="6" end="6"/>
                                            </p:txEl>
                                          </p:spTgt>
                                        </p:tgtEl>
                                        <p:attrNameLst>
                                          <p:attrName>style.visibility</p:attrName>
                                        </p:attrNameLst>
                                      </p:cBhvr>
                                      <p:to>
                                        <p:strVal val="visible"/>
                                      </p:to>
                                    </p:set>
                                    <p:anim calcmode="lin" valueType="num">
                                      <p:cBhvr additive="base">
                                        <p:cTn id="42" dur="500"/>
                                        <p:tgtEl>
                                          <p:spTgt spid="8">
                                            <p:txEl>
                                              <p:pRg st="6" end="6"/>
                                            </p:txEl>
                                          </p:spTgt>
                                        </p:tgtEl>
                                        <p:attrNameLst>
                                          <p:attrName>ppt_y</p:attrName>
                                        </p:attrNameLst>
                                      </p:cBhvr>
                                      <p:tavLst>
                                        <p:tav tm="0">
                                          <p:val>
                                            <p:strVal val="#ppt_y-#ppt_h*1.125000"/>
                                          </p:val>
                                        </p:tav>
                                        <p:tav tm="100000">
                                          <p:val>
                                            <p:strVal val="#ppt_y"/>
                                          </p:val>
                                        </p:tav>
                                      </p:tavLst>
                                    </p:anim>
                                    <p:animEffect transition="in" filter="wipe(down)">
                                      <p:cBhvr>
                                        <p:cTn id="43" dur="500"/>
                                        <p:tgtEl>
                                          <p:spTgt spid="8">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grpId="0" nodeType="clickEffect">
                                  <p:stCondLst>
                                    <p:cond delay="0"/>
                                  </p:stCondLst>
                                  <p:iterate type="wd">
                                    <p:tmPct val="10000"/>
                                  </p:iterate>
                                  <p:childTnLst>
                                    <p:set>
                                      <p:cBhvr>
                                        <p:cTn id="47" dur="1" fill="hold">
                                          <p:stCondLst>
                                            <p:cond delay="0"/>
                                          </p:stCondLst>
                                        </p:cTn>
                                        <p:tgtEl>
                                          <p:spTgt spid="8">
                                            <p:txEl>
                                              <p:pRg st="8" end="8"/>
                                            </p:txEl>
                                          </p:spTgt>
                                        </p:tgtEl>
                                        <p:attrNameLst>
                                          <p:attrName>style.visibility</p:attrName>
                                        </p:attrNameLst>
                                      </p:cBhvr>
                                      <p:to>
                                        <p:strVal val="visible"/>
                                      </p:to>
                                    </p:set>
                                    <p:anim calcmode="lin" valueType="num">
                                      <p:cBhvr additive="base">
                                        <p:cTn id="48" dur="500"/>
                                        <p:tgtEl>
                                          <p:spTgt spid="8">
                                            <p:txEl>
                                              <p:pRg st="8" end="8"/>
                                            </p:txEl>
                                          </p:spTgt>
                                        </p:tgtEl>
                                        <p:attrNameLst>
                                          <p:attrName>ppt_y</p:attrName>
                                        </p:attrNameLst>
                                      </p:cBhvr>
                                      <p:tavLst>
                                        <p:tav tm="0">
                                          <p:val>
                                            <p:strVal val="#ppt_y-#ppt_h*1.125000"/>
                                          </p:val>
                                        </p:tav>
                                        <p:tav tm="100000">
                                          <p:val>
                                            <p:strVal val="#ppt_y"/>
                                          </p:val>
                                        </p:tav>
                                      </p:tavLst>
                                    </p:anim>
                                    <p:animEffect transition="in" filter="wipe(down)">
                                      <p:cBhvr>
                                        <p:cTn id="49" dur="500"/>
                                        <p:tgtEl>
                                          <p:spTgt spid="8">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2" presetClass="entr" presetSubtype="1" fill="hold" grpId="0" nodeType="clickEffect">
                                  <p:stCondLst>
                                    <p:cond delay="0"/>
                                  </p:stCondLst>
                                  <p:iterate type="wd">
                                    <p:tmPct val="10000"/>
                                  </p:iterate>
                                  <p:childTnLst>
                                    <p:set>
                                      <p:cBhvr>
                                        <p:cTn id="53" dur="1" fill="hold">
                                          <p:stCondLst>
                                            <p:cond delay="0"/>
                                          </p:stCondLst>
                                        </p:cTn>
                                        <p:tgtEl>
                                          <p:spTgt spid="8">
                                            <p:txEl>
                                              <p:pRg st="10" end="10"/>
                                            </p:txEl>
                                          </p:spTgt>
                                        </p:tgtEl>
                                        <p:attrNameLst>
                                          <p:attrName>style.visibility</p:attrName>
                                        </p:attrNameLst>
                                      </p:cBhvr>
                                      <p:to>
                                        <p:strVal val="visible"/>
                                      </p:to>
                                    </p:set>
                                    <p:anim calcmode="lin" valueType="num">
                                      <p:cBhvr additive="base">
                                        <p:cTn id="54" dur="500"/>
                                        <p:tgtEl>
                                          <p:spTgt spid="8">
                                            <p:txEl>
                                              <p:pRg st="10" end="10"/>
                                            </p:txEl>
                                          </p:spTgt>
                                        </p:tgtEl>
                                        <p:attrNameLst>
                                          <p:attrName>ppt_y</p:attrName>
                                        </p:attrNameLst>
                                      </p:cBhvr>
                                      <p:tavLst>
                                        <p:tav tm="0">
                                          <p:val>
                                            <p:strVal val="#ppt_y-#ppt_h*1.125000"/>
                                          </p:val>
                                        </p:tav>
                                        <p:tav tm="100000">
                                          <p:val>
                                            <p:strVal val="#ppt_y"/>
                                          </p:val>
                                        </p:tav>
                                      </p:tavLst>
                                    </p:anim>
                                    <p:animEffect transition="in" filter="wipe(down)">
                                      <p:cBhvr>
                                        <p:cTn id="55" dur="500"/>
                                        <p:tgtEl>
                                          <p:spTgt spid="8">
                                            <p:txEl>
                                              <p:pRg st="10" end="1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1" fill="hold" grpId="0" nodeType="clickEffect">
                                  <p:stCondLst>
                                    <p:cond delay="0"/>
                                  </p:stCondLst>
                                  <p:iterate type="wd">
                                    <p:tmPct val="10000"/>
                                  </p:iterate>
                                  <p:childTnLst>
                                    <p:set>
                                      <p:cBhvr>
                                        <p:cTn id="59" dur="1" fill="hold">
                                          <p:stCondLst>
                                            <p:cond delay="0"/>
                                          </p:stCondLst>
                                        </p:cTn>
                                        <p:tgtEl>
                                          <p:spTgt spid="8">
                                            <p:txEl>
                                              <p:pRg st="12" end="12"/>
                                            </p:txEl>
                                          </p:spTgt>
                                        </p:tgtEl>
                                        <p:attrNameLst>
                                          <p:attrName>style.visibility</p:attrName>
                                        </p:attrNameLst>
                                      </p:cBhvr>
                                      <p:to>
                                        <p:strVal val="visible"/>
                                      </p:to>
                                    </p:set>
                                    <p:anim calcmode="lin" valueType="num">
                                      <p:cBhvr additive="base">
                                        <p:cTn id="60" dur="500"/>
                                        <p:tgtEl>
                                          <p:spTgt spid="8">
                                            <p:txEl>
                                              <p:pRg st="12" end="12"/>
                                            </p:txEl>
                                          </p:spTgt>
                                        </p:tgtEl>
                                        <p:attrNameLst>
                                          <p:attrName>ppt_y</p:attrName>
                                        </p:attrNameLst>
                                      </p:cBhvr>
                                      <p:tavLst>
                                        <p:tav tm="0">
                                          <p:val>
                                            <p:strVal val="#ppt_y-#ppt_h*1.125000"/>
                                          </p:val>
                                        </p:tav>
                                        <p:tav tm="100000">
                                          <p:val>
                                            <p:strVal val="#ppt_y"/>
                                          </p:val>
                                        </p:tav>
                                      </p:tavLst>
                                    </p:anim>
                                    <p:animEffect transition="in" filter="wipe(down)">
                                      <p:cBhvr>
                                        <p:cTn id="61" dur="500"/>
                                        <p:tgtEl>
                                          <p:spTgt spid="8">
                                            <p:txEl>
                                              <p:pRg st="12" end="12"/>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53" presetClass="exit" presetSubtype="32" fill="hold" grpId="1" nodeType="clickEffect">
                                  <p:stCondLst>
                                    <p:cond delay="0"/>
                                  </p:stCondLst>
                                  <p:childTnLst>
                                    <p:anim calcmode="lin" valueType="num">
                                      <p:cBhvr>
                                        <p:cTn id="65" dur="500"/>
                                        <p:tgtEl>
                                          <p:spTgt spid="5">
                                            <p:txEl>
                                              <p:pRg st="0" end="0"/>
                                            </p:txEl>
                                          </p:spTgt>
                                        </p:tgtEl>
                                        <p:attrNameLst>
                                          <p:attrName>ppt_w</p:attrName>
                                        </p:attrNameLst>
                                      </p:cBhvr>
                                      <p:tavLst>
                                        <p:tav tm="0">
                                          <p:val>
                                            <p:strVal val="ppt_w"/>
                                          </p:val>
                                        </p:tav>
                                        <p:tav tm="100000">
                                          <p:val>
                                            <p:fltVal val="0"/>
                                          </p:val>
                                        </p:tav>
                                      </p:tavLst>
                                    </p:anim>
                                    <p:anim calcmode="lin" valueType="num">
                                      <p:cBhvr>
                                        <p:cTn id="66" dur="500"/>
                                        <p:tgtEl>
                                          <p:spTgt spid="5">
                                            <p:txEl>
                                              <p:pRg st="0" end="0"/>
                                            </p:txEl>
                                          </p:spTgt>
                                        </p:tgtEl>
                                        <p:attrNameLst>
                                          <p:attrName>ppt_h</p:attrName>
                                        </p:attrNameLst>
                                      </p:cBhvr>
                                      <p:tavLst>
                                        <p:tav tm="0">
                                          <p:val>
                                            <p:strVal val="ppt_h"/>
                                          </p:val>
                                        </p:tav>
                                        <p:tav tm="100000">
                                          <p:val>
                                            <p:fltVal val="0"/>
                                          </p:val>
                                        </p:tav>
                                      </p:tavLst>
                                    </p:anim>
                                    <p:animEffect transition="out" filter="fade">
                                      <p:cBhvr>
                                        <p:cTn id="67" dur="500"/>
                                        <p:tgtEl>
                                          <p:spTgt spid="5">
                                            <p:txEl>
                                              <p:pRg st="0" end="0"/>
                                            </p:txEl>
                                          </p:spTgt>
                                        </p:tgtEl>
                                      </p:cBhvr>
                                    </p:animEffect>
                                    <p:set>
                                      <p:cBhvr>
                                        <p:cTn id="68" dur="1" fill="hold">
                                          <p:stCondLst>
                                            <p:cond delay="499"/>
                                          </p:stCondLst>
                                        </p:cTn>
                                        <p:tgtEl>
                                          <p:spTgt spid="5">
                                            <p:txEl>
                                              <p:pRg st="0" end="0"/>
                                            </p:txEl>
                                          </p:spTgt>
                                        </p:tgtEl>
                                        <p:attrNameLst>
                                          <p:attrName>style.visibility</p:attrName>
                                        </p:attrNameLst>
                                      </p:cBhvr>
                                      <p:to>
                                        <p:strVal val="hidden"/>
                                      </p:to>
                                    </p:set>
                                  </p:childTnLst>
                                </p:cTn>
                              </p:par>
                              <p:par>
                                <p:cTn id="69" presetID="53" presetClass="exit" presetSubtype="32" fill="hold" grpId="1" nodeType="withEffect">
                                  <p:stCondLst>
                                    <p:cond delay="0"/>
                                  </p:stCondLst>
                                  <p:iterate type="wd">
                                    <p:tmPct val="0"/>
                                  </p:iterate>
                                  <p:childTnLst>
                                    <p:anim calcmode="lin" valueType="num">
                                      <p:cBhvr>
                                        <p:cTn id="70" dur="500"/>
                                        <p:tgtEl>
                                          <p:spTgt spid="8">
                                            <p:txEl>
                                              <p:pRg st="0" end="0"/>
                                            </p:txEl>
                                          </p:spTgt>
                                        </p:tgtEl>
                                        <p:attrNameLst>
                                          <p:attrName>ppt_w</p:attrName>
                                        </p:attrNameLst>
                                      </p:cBhvr>
                                      <p:tavLst>
                                        <p:tav tm="0">
                                          <p:val>
                                            <p:strVal val="ppt_w"/>
                                          </p:val>
                                        </p:tav>
                                        <p:tav tm="100000">
                                          <p:val>
                                            <p:fltVal val="0"/>
                                          </p:val>
                                        </p:tav>
                                      </p:tavLst>
                                    </p:anim>
                                    <p:anim calcmode="lin" valueType="num">
                                      <p:cBhvr>
                                        <p:cTn id="71"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72" dur="500"/>
                                        <p:tgtEl>
                                          <p:spTgt spid="8">
                                            <p:txEl>
                                              <p:pRg st="0" end="0"/>
                                            </p:txEl>
                                          </p:spTgt>
                                        </p:tgtEl>
                                      </p:cBhvr>
                                    </p:animEffect>
                                    <p:set>
                                      <p:cBhvr>
                                        <p:cTn id="73" dur="1" fill="hold">
                                          <p:stCondLst>
                                            <p:cond delay="499"/>
                                          </p:stCondLst>
                                        </p:cTn>
                                        <p:tgtEl>
                                          <p:spTgt spid="8">
                                            <p:txEl>
                                              <p:pRg st="0" end="0"/>
                                            </p:txEl>
                                          </p:spTgt>
                                        </p:tgtEl>
                                        <p:attrNameLst>
                                          <p:attrName>style.visibility</p:attrName>
                                        </p:attrNameLst>
                                      </p:cBhvr>
                                      <p:to>
                                        <p:strVal val="hidden"/>
                                      </p:to>
                                    </p:set>
                                  </p:childTnLst>
                                </p:cTn>
                              </p:par>
                              <p:par>
                                <p:cTn id="74" presetID="53" presetClass="exit" presetSubtype="32" fill="hold" grpId="1" nodeType="withEffect">
                                  <p:stCondLst>
                                    <p:cond delay="0"/>
                                  </p:stCondLst>
                                  <p:iterate type="wd">
                                    <p:tmPct val="0"/>
                                  </p:iterate>
                                  <p:childTnLst>
                                    <p:anim calcmode="lin" valueType="num">
                                      <p:cBhvr>
                                        <p:cTn id="75" dur="500"/>
                                        <p:tgtEl>
                                          <p:spTgt spid="8">
                                            <p:txEl>
                                              <p:pRg st="2" end="2"/>
                                            </p:txEl>
                                          </p:spTgt>
                                        </p:tgtEl>
                                        <p:attrNameLst>
                                          <p:attrName>ppt_w</p:attrName>
                                        </p:attrNameLst>
                                      </p:cBhvr>
                                      <p:tavLst>
                                        <p:tav tm="0">
                                          <p:val>
                                            <p:strVal val="ppt_w"/>
                                          </p:val>
                                        </p:tav>
                                        <p:tav tm="100000">
                                          <p:val>
                                            <p:fltVal val="0"/>
                                          </p:val>
                                        </p:tav>
                                      </p:tavLst>
                                    </p:anim>
                                    <p:anim calcmode="lin" valueType="num">
                                      <p:cBhvr>
                                        <p:cTn id="76" dur="500"/>
                                        <p:tgtEl>
                                          <p:spTgt spid="8">
                                            <p:txEl>
                                              <p:pRg st="2" end="2"/>
                                            </p:txEl>
                                          </p:spTgt>
                                        </p:tgtEl>
                                        <p:attrNameLst>
                                          <p:attrName>ppt_h</p:attrName>
                                        </p:attrNameLst>
                                      </p:cBhvr>
                                      <p:tavLst>
                                        <p:tav tm="0">
                                          <p:val>
                                            <p:strVal val="ppt_h"/>
                                          </p:val>
                                        </p:tav>
                                        <p:tav tm="100000">
                                          <p:val>
                                            <p:fltVal val="0"/>
                                          </p:val>
                                        </p:tav>
                                      </p:tavLst>
                                    </p:anim>
                                    <p:animEffect transition="out" filter="fade">
                                      <p:cBhvr>
                                        <p:cTn id="77" dur="500"/>
                                        <p:tgtEl>
                                          <p:spTgt spid="8">
                                            <p:txEl>
                                              <p:pRg st="2" end="2"/>
                                            </p:txEl>
                                          </p:spTgt>
                                        </p:tgtEl>
                                      </p:cBhvr>
                                    </p:animEffect>
                                    <p:set>
                                      <p:cBhvr>
                                        <p:cTn id="78" dur="1" fill="hold">
                                          <p:stCondLst>
                                            <p:cond delay="499"/>
                                          </p:stCondLst>
                                        </p:cTn>
                                        <p:tgtEl>
                                          <p:spTgt spid="8">
                                            <p:txEl>
                                              <p:pRg st="2" end="2"/>
                                            </p:txEl>
                                          </p:spTgt>
                                        </p:tgtEl>
                                        <p:attrNameLst>
                                          <p:attrName>style.visibility</p:attrName>
                                        </p:attrNameLst>
                                      </p:cBhvr>
                                      <p:to>
                                        <p:strVal val="hidden"/>
                                      </p:to>
                                    </p:set>
                                  </p:childTnLst>
                                </p:cTn>
                              </p:par>
                              <p:par>
                                <p:cTn id="79" presetID="53" presetClass="exit" presetSubtype="32" fill="hold" grpId="1" nodeType="withEffect">
                                  <p:stCondLst>
                                    <p:cond delay="0"/>
                                  </p:stCondLst>
                                  <p:iterate type="wd">
                                    <p:tmPct val="0"/>
                                  </p:iterate>
                                  <p:childTnLst>
                                    <p:anim calcmode="lin" valueType="num">
                                      <p:cBhvr>
                                        <p:cTn id="80" dur="500"/>
                                        <p:tgtEl>
                                          <p:spTgt spid="8">
                                            <p:txEl>
                                              <p:pRg st="4" end="4"/>
                                            </p:txEl>
                                          </p:spTgt>
                                        </p:tgtEl>
                                        <p:attrNameLst>
                                          <p:attrName>ppt_w</p:attrName>
                                        </p:attrNameLst>
                                      </p:cBhvr>
                                      <p:tavLst>
                                        <p:tav tm="0">
                                          <p:val>
                                            <p:strVal val="ppt_w"/>
                                          </p:val>
                                        </p:tav>
                                        <p:tav tm="100000">
                                          <p:val>
                                            <p:fltVal val="0"/>
                                          </p:val>
                                        </p:tav>
                                      </p:tavLst>
                                    </p:anim>
                                    <p:anim calcmode="lin" valueType="num">
                                      <p:cBhvr>
                                        <p:cTn id="81" dur="500"/>
                                        <p:tgtEl>
                                          <p:spTgt spid="8">
                                            <p:txEl>
                                              <p:pRg st="4" end="4"/>
                                            </p:txEl>
                                          </p:spTgt>
                                        </p:tgtEl>
                                        <p:attrNameLst>
                                          <p:attrName>ppt_h</p:attrName>
                                        </p:attrNameLst>
                                      </p:cBhvr>
                                      <p:tavLst>
                                        <p:tav tm="0">
                                          <p:val>
                                            <p:strVal val="ppt_h"/>
                                          </p:val>
                                        </p:tav>
                                        <p:tav tm="100000">
                                          <p:val>
                                            <p:fltVal val="0"/>
                                          </p:val>
                                        </p:tav>
                                      </p:tavLst>
                                    </p:anim>
                                    <p:animEffect transition="out" filter="fade">
                                      <p:cBhvr>
                                        <p:cTn id="82" dur="500"/>
                                        <p:tgtEl>
                                          <p:spTgt spid="8">
                                            <p:txEl>
                                              <p:pRg st="4" end="4"/>
                                            </p:txEl>
                                          </p:spTgt>
                                        </p:tgtEl>
                                      </p:cBhvr>
                                    </p:animEffect>
                                    <p:set>
                                      <p:cBhvr>
                                        <p:cTn id="83" dur="1" fill="hold">
                                          <p:stCondLst>
                                            <p:cond delay="499"/>
                                          </p:stCondLst>
                                        </p:cTn>
                                        <p:tgtEl>
                                          <p:spTgt spid="8">
                                            <p:txEl>
                                              <p:pRg st="4" end="4"/>
                                            </p:txEl>
                                          </p:spTgt>
                                        </p:tgtEl>
                                        <p:attrNameLst>
                                          <p:attrName>style.visibility</p:attrName>
                                        </p:attrNameLst>
                                      </p:cBhvr>
                                      <p:to>
                                        <p:strVal val="hidden"/>
                                      </p:to>
                                    </p:set>
                                  </p:childTnLst>
                                </p:cTn>
                              </p:par>
                              <p:par>
                                <p:cTn id="84" presetID="53" presetClass="exit" presetSubtype="32" fill="hold" grpId="1" nodeType="withEffect">
                                  <p:stCondLst>
                                    <p:cond delay="0"/>
                                  </p:stCondLst>
                                  <p:iterate type="wd">
                                    <p:tmPct val="0"/>
                                  </p:iterate>
                                  <p:childTnLst>
                                    <p:anim calcmode="lin" valueType="num">
                                      <p:cBhvr>
                                        <p:cTn id="85" dur="500"/>
                                        <p:tgtEl>
                                          <p:spTgt spid="8">
                                            <p:txEl>
                                              <p:pRg st="6" end="6"/>
                                            </p:txEl>
                                          </p:spTgt>
                                        </p:tgtEl>
                                        <p:attrNameLst>
                                          <p:attrName>ppt_w</p:attrName>
                                        </p:attrNameLst>
                                      </p:cBhvr>
                                      <p:tavLst>
                                        <p:tav tm="0">
                                          <p:val>
                                            <p:strVal val="ppt_w"/>
                                          </p:val>
                                        </p:tav>
                                        <p:tav tm="100000">
                                          <p:val>
                                            <p:fltVal val="0"/>
                                          </p:val>
                                        </p:tav>
                                      </p:tavLst>
                                    </p:anim>
                                    <p:anim calcmode="lin" valueType="num">
                                      <p:cBhvr>
                                        <p:cTn id="86" dur="500"/>
                                        <p:tgtEl>
                                          <p:spTgt spid="8">
                                            <p:txEl>
                                              <p:pRg st="6" end="6"/>
                                            </p:txEl>
                                          </p:spTgt>
                                        </p:tgtEl>
                                        <p:attrNameLst>
                                          <p:attrName>ppt_h</p:attrName>
                                        </p:attrNameLst>
                                      </p:cBhvr>
                                      <p:tavLst>
                                        <p:tav tm="0">
                                          <p:val>
                                            <p:strVal val="ppt_h"/>
                                          </p:val>
                                        </p:tav>
                                        <p:tav tm="100000">
                                          <p:val>
                                            <p:fltVal val="0"/>
                                          </p:val>
                                        </p:tav>
                                      </p:tavLst>
                                    </p:anim>
                                    <p:animEffect transition="out" filter="fade">
                                      <p:cBhvr>
                                        <p:cTn id="87" dur="500"/>
                                        <p:tgtEl>
                                          <p:spTgt spid="8">
                                            <p:txEl>
                                              <p:pRg st="6" end="6"/>
                                            </p:txEl>
                                          </p:spTgt>
                                        </p:tgtEl>
                                      </p:cBhvr>
                                    </p:animEffect>
                                    <p:set>
                                      <p:cBhvr>
                                        <p:cTn id="88" dur="1" fill="hold">
                                          <p:stCondLst>
                                            <p:cond delay="499"/>
                                          </p:stCondLst>
                                        </p:cTn>
                                        <p:tgtEl>
                                          <p:spTgt spid="8">
                                            <p:txEl>
                                              <p:pRg st="6" end="6"/>
                                            </p:txEl>
                                          </p:spTgt>
                                        </p:tgtEl>
                                        <p:attrNameLst>
                                          <p:attrName>style.visibility</p:attrName>
                                        </p:attrNameLst>
                                      </p:cBhvr>
                                      <p:to>
                                        <p:strVal val="hidden"/>
                                      </p:to>
                                    </p:set>
                                  </p:childTnLst>
                                </p:cTn>
                              </p:par>
                              <p:par>
                                <p:cTn id="89" presetID="53" presetClass="exit" presetSubtype="32" fill="hold" grpId="1" nodeType="withEffect">
                                  <p:stCondLst>
                                    <p:cond delay="0"/>
                                  </p:stCondLst>
                                  <p:iterate type="wd">
                                    <p:tmPct val="0"/>
                                  </p:iterate>
                                  <p:childTnLst>
                                    <p:anim calcmode="lin" valueType="num">
                                      <p:cBhvr>
                                        <p:cTn id="90" dur="500"/>
                                        <p:tgtEl>
                                          <p:spTgt spid="8">
                                            <p:txEl>
                                              <p:pRg st="8" end="8"/>
                                            </p:txEl>
                                          </p:spTgt>
                                        </p:tgtEl>
                                        <p:attrNameLst>
                                          <p:attrName>ppt_w</p:attrName>
                                        </p:attrNameLst>
                                      </p:cBhvr>
                                      <p:tavLst>
                                        <p:tav tm="0">
                                          <p:val>
                                            <p:strVal val="ppt_w"/>
                                          </p:val>
                                        </p:tav>
                                        <p:tav tm="100000">
                                          <p:val>
                                            <p:fltVal val="0"/>
                                          </p:val>
                                        </p:tav>
                                      </p:tavLst>
                                    </p:anim>
                                    <p:anim calcmode="lin" valueType="num">
                                      <p:cBhvr>
                                        <p:cTn id="91" dur="500"/>
                                        <p:tgtEl>
                                          <p:spTgt spid="8">
                                            <p:txEl>
                                              <p:pRg st="8" end="8"/>
                                            </p:txEl>
                                          </p:spTgt>
                                        </p:tgtEl>
                                        <p:attrNameLst>
                                          <p:attrName>ppt_h</p:attrName>
                                        </p:attrNameLst>
                                      </p:cBhvr>
                                      <p:tavLst>
                                        <p:tav tm="0">
                                          <p:val>
                                            <p:strVal val="ppt_h"/>
                                          </p:val>
                                        </p:tav>
                                        <p:tav tm="100000">
                                          <p:val>
                                            <p:fltVal val="0"/>
                                          </p:val>
                                        </p:tav>
                                      </p:tavLst>
                                    </p:anim>
                                    <p:animEffect transition="out" filter="fade">
                                      <p:cBhvr>
                                        <p:cTn id="92" dur="500"/>
                                        <p:tgtEl>
                                          <p:spTgt spid="8">
                                            <p:txEl>
                                              <p:pRg st="8" end="8"/>
                                            </p:txEl>
                                          </p:spTgt>
                                        </p:tgtEl>
                                      </p:cBhvr>
                                    </p:animEffect>
                                    <p:set>
                                      <p:cBhvr>
                                        <p:cTn id="93" dur="1" fill="hold">
                                          <p:stCondLst>
                                            <p:cond delay="499"/>
                                          </p:stCondLst>
                                        </p:cTn>
                                        <p:tgtEl>
                                          <p:spTgt spid="8">
                                            <p:txEl>
                                              <p:pRg st="8" end="8"/>
                                            </p:txEl>
                                          </p:spTgt>
                                        </p:tgtEl>
                                        <p:attrNameLst>
                                          <p:attrName>style.visibility</p:attrName>
                                        </p:attrNameLst>
                                      </p:cBhvr>
                                      <p:to>
                                        <p:strVal val="hidden"/>
                                      </p:to>
                                    </p:set>
                                  </p:childTnLst>
                                </p:cTn>
                              </p:par>
                              <p:par>
                                <p:cTn id="94" presetID="53" presetClass="exit" presetSubtype="32" fill="hold" grpId="1" nodeType="withEffect">
                                  <p:stCondLst>
                                    <p:cond delay="0"/>
                                  </p:stCondLst>
                                  <p:iterate type="wd">
                                    <p:tmPct val="0"/>
                                  </p:iterate>
                                  <p:childTnLst>
                                    <p:anim calcmode="lin" valueType="num">
                                      <p:cBhvr>
                                        <p:cTn id="95" dur="500"/>
                                        <p:tgtEl>
                                          <p:spTgt spid="8">
                                            <p:txEl>
                                              <p:pRg st="10" end="10"/>
                                            </p:txEl>
                                          </p:spTgt>
                                        </p:tgtEl>
                                        <p:attrNameLst>
                                          <p:attrName>ppt_w</p:attrName>
                                        </p:attrNameLst>
                                      </p:cBhvr>
                                      <p:tavLst>
                                        <p:tav tm="0">
                                          <p:val>
                                            <p:strVal val="ppt_w"/>
                                          </p:val>
                                        </p:tav>
                                        <p:tav tm="100000">
                                          <p:val>
                                            <p:fltVal val="0"/>
                                          </p:val>
                                        </p:tav>
                                      </p:tavLst>
                                    </p:anim>
                                    <p:anim calcmode="lin" valueType="num">
                                      <p:cBhvr>
                                        <p:cTn id="96" dur="500"/>
                                        <p:tgtEl>
                                          <p:spTgt spid="8">
                                            <p:txEl>
                                              <p:pRg st="10" end="10"/>
                                            </p:txEl>
                                          </p:spTgt>
                                        </p:tgtEl>
                                        <p:attrNameLst>
                                          <p:attrName>ppt_h</p:attrName>
                                        </p:attrNameLst>
                                      </p:cBhvr>
                                      <p:tavLst>
                                        <p:tav tm="0">
                                          <p:val>
                                            <p:strVal val="ppt_h"/>
                                          </p:val>
                                        </p:tav>
                                        <p:tav tm="100000">
                                          <p:val>
                                            <p:fltVal val="0"/>
                                          </p:val>
                                        </p:tav>
                                      </p:tavLst>
                                    </p:anim>
                                    <p:animEffect transition="out" filter="fade">
                                      <p:cBhvr>
                                        <p:cTn id="97" dur="500"/>
                                        <p:tgtEl>
                                          <p:spTgt spid="8">
                                            <p:txEl>
                                              <p:pRg st="10" end="10"/>
                                            </p:txEl>
                                          </p:spTgt>
                                        </p:tgtEl>
                                      </p:cBhvr>
                                    </p:animEffect>
                                    <p:set>
                                      <p:cBhvr>
                                        <p:cTn id="98" dur="1" fill="hold">
                                          <p:stCondLst>
                                            <p:cond delay="499"/>
                                          </p:stCondLst>
                                        </p:cTn>
                                        <p:tgtEl>
                                          <p:spTgt spid="8">
                                            <p:txEl>
                                              <p:pRg st="10" end="10"/>
                                            </p:txEl>
                                          </p:spTgt>
                                        </p:tgtEl>
                                        <p:attrNameLst>
                                          <p:attrName>style.visibility</p:attrName>
                                        </p:attrNameLst>
                                      </p:cBhvr>
                                      <p:to>
                                        <p:strVal val="hidden"/>
                                      </p:to>
                                    </p:set>
                                  </p:childTnLst>
                                </p:cTn>
                              </p:par>
                              <p:par>
                                <p:cTn id="99" presetID="53" presetClass="exit" presetSubtype="32" fill="hold" grpId="1" nodeType="withEffect">
                                  <p:stCondLst>
                                    <p:cond delay="0"/>
                                  </p:stCondLst>
                                  <p:iterate type="wd">
                                    <p:tmPct val="0"/>
                                  </p:iterate>
                                  <p:childTnLst>
                                    <p:anim calcmode="lin" valueType="num">
                                      <p:cBhvr>
                                        <p:cTn id="100" dur="500"/>
                                        <p:tgtEl>
                                          <p:spTgt spid="8">
                                            <p:txEl>
                                              <p:pRg st="12" end="12"/>
                                            </p:txEl>
                                          </p:spTgt>
                                        </p:tgtEl>
                                        <p:attrNameLst>
                                          <p:attrName>ppt_w</p:attrName>
                                        </p:attrNameLst>
                                      </p:cBhvr>
                                      <p:tavLst>
                                        <p:tav tm="0">
                                          <p:val>
                                            <p:strVal val="ppt_w"/>
                                          </p:val>
                                        </p:tav>
                                        <p:tav tm="100000">
                                          <p:val>
                                            <p:fltVal val="0"/>
                                          </p:val>
                                        </p:tav>
                                      </p:tavLst>
                                    </p:anim>
                                    <p:anim calcmode="lin" valueType="num">
                                      <p:cBhvr>
                                        <p:cTn id="101" dur="500"/>
                                        <p:tgtEl>
                                          <p:spTgt spid="8">
                                            <p:txEl>
                                              <p:pRg st="12" end="12"/>
                                            </p:txEl>
                                          </p:spTgt>
                                        </p:tgtEl>
                                        <p:attrNameLst>
                                          <p:attrName>ppt_h</p:attrName>
                                        </p:attrNameLst>
                                      </p:cBhvr>
                                      <p:tavLst>
                                        <p:tav tm="0">
                                          <p:val>
                                            <p:strVal val="ppt_h"/>
                                          </p:val>
                                        </p:tav>
                                        <p:tav tm="100000">
                                          <p:val>
                                            <p:fltVal val="0"/>
                                          </p:val>
                                        </p:tav>
                                      </p:tavLst>
                                    </p:anim>
                                    <p:animEffect transition="out" filter="fade">
                                      <p:cBhvr>
                                        <p:cTn id="102" dur="500"/>
                                        <p:tgtEl>
                                          <p:spTgt spid="8">
                                            <p:txEl>
                                              <p:pRg st="12" end="12"/>
                                            </p:txEl>
                                          </p:spTgt>
                                        </p:tgtEl>
                                      </p:cBhvr>
                                    </p:animEffect>
                                    <p:set>
                                      <p:cBhvr>
                                        <p:cTn id="103" dur="1" fill="hold">
                                          <p:stCondLst>
                                            <p:cond delay="499"/>
                                          </p:stCondLst>
                                        </p:cTn>
                                        <p:tgtEl>
                                          <p:spTgt spid="8">
                                            <p:txEl>
                                              <p:pRg st="12" end="1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5" grpId="0" build="allAtOnce"/>
      <p:bldP spid="5" grpId="1" build="allAtOnce"/>
      <p:bldP spid="8" grpId="0" build="allAtOnce"/>
      <p:bldP spid="8" grpId="1" build="allAtOnce"/>
    </p:bldLst>
  </p:timing>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FAB5D689-C7B5-8347-57A1-C8AFBEA9C3FB}"/>
            </a:ext>
          </a:extLst>
        </p:cNvPr>
        <p:cNvGrpSpPr/>
        <p:nvPr/>
      </p:nvGrpSpPr>
      <p:grpSpPr>
        <a:xfrm>
          <a:off x="0" y="0"/>
          <a:ext cx="0" cy="0"/>
          <a:chOff x="0" y="0"/>
          <a:chExt cx="0" cy="0"/>
        </a:xfrm>
      </p:grpSpPr>
      <p:sp>
        <p:nvSpPr>
          <p:cNvPr id="10" name="Rounded Rectangle 9">
            <a:extLst>
              <a:ext uri="{FF2B5EF4-FFF2-40B4-BE49-F238E27FC236}">
                <a16:creationId xmlns:a16="http://schemas.microsoft.com/office/drawing/2014/main" id="{CBD96644-E899-3F4C-3519-A5E55F4B46B1}"/>
              </a:ext>
            </a:extLst>
          </p:cNvPr>
          <p:cNvSpPr/>
          <p:nvPr/>
        </p:nvSpPr>
        <p:spPr>
          <a:xfrm>
            <a:off x="1219473" y="2473414"/>
            <a:ext cx="6705054" cy="1911173"/>
          </a:xfrm>
          <a:prstGeom prst="roundRect">
            <a:avLst/>
          </a:prstGeom>
          <a:solidFill>
            <a:srgbClr val="0060FF">
              <a:alpha val="15000"/>
            </a:srgbClr>
          </a:solidFill>
          <a:ln w="25400">
            <a:solidFill>
              <a:srgbClr val="0060F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BA51D26-3B83-2B7A-638C-735019A65BCE}"/>
              </a:ext>
            </a:extLst>
          </p:cNvPr>
          <p:cNvSpPr/>
          <p:nvPr/>
        </p:nvSpPr>
        <p:spPr>
          <a:xfrm>
            <a:off x="274318" y="6191790"/>
            <a:ext cx="8595360" cy="45719"/>
          </a:xfrm>
          <a:prstGeom prst="rect">
            <a:avLst/>
          </a:prstGeom>
          <a:solidFill>
            <a:srgbClr val="0060FF"/>
          </a:solidFill>
          <a:ln>
            <a:solidFill>
              <a:srgbClr val="006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58EE7F9-8B23-C3BF-C1FF-F299EB8E88F8}"/>
              </a:ext>
            </a:extLst>
          </p:cNvPr>
          <p:cNvSpPr/>
          <p:nvPr/>
        </p:nvSpPr>
        <p:spPr>
          <a:xfrm>
            <a:off x="274319" y="497840"/>
            <a:ext cx="8595360" cy="45719"/>
          </a:xfrm>
          <a:prstGeom prst="rect">
            <a:avLst/>
          </a:prstGeom>
          <a:solidFill>
            <a:srgbClr val="0060FF"/>
          </a:solidFill>
          <a:ln>
            <a:solidFill>
              <a:srgbClr val="006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C5E38269-3ED9-1BC8-124D-C1698626F648}"/>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546032D4-7E68-059C-1C80-775A11D999B9}"/>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9377947F-B910-8F2F-1002-285DF04014DC}"/>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8" name="TextBox 7">
            <a:extLst>
              <a:ext uri="{FF2B5EF4-FFF2-40B4-BE49-F238E27FC236}">
                <a16:creationId xmlns:a16="http://schemas.microsoft.com/office/drawing/2014/main" id="{E540EF8F-88E3-D52A-84A7-A0F290BE7209}"/>
              </a:ext>
            </a:extLst>
          </p:cNvPr>
          <p:cNvSpPr txBox="1"/>
          <p:nvPr/>
        </p:nvSpPr>
        <p:spPr>
          <a:xfrm>
            <a:off x="1381760" y="2872748"/>
            <a:ext cx="6542767" cy="523220"/>
          </a:xfrm>
          <a:prstGeom prst="rect">
            <a:avLst/>
          </a:prstGeom>
          <a:noFill/>
        </p:spPr>
        <p:txBody>
          <a:bodyPr wrap="square" rtlCol="0" anchor="ctr">
            <a:spAutoFit/>
          </a:bodyPr>
          <a:lstStyle/>
          <a:p>
            <a:pPr algn="ctr"/>
            <a:r>
              <a:rPr lang="en-US" sz="2800" b="1" spc="300" dirty="0">
                <a:solidFill>
                  <a:srgbClr val="0060FF"/>
                </a:solidFill>
                <a:latin typeface="Orbitron Black" pitchFamily="2" charset="0"/>
              </a:rPr>
              <a:t>SynQ Language &amp; VM</a:t>
            </a:r>
            <a:endParaRPr lang="en-US" sz="4400" b="1" spc="300" dirty="0">
              <a:solidFill>
                <a:srgbClr val="0060FF"/>
              </a:solidFill>
              <a:latin typeface="Orbitron Black" pitchFamily="2" charset="0"/>
            </a:endParaRPr>
          </a:p>
        </p:txBody>
      </p:sp>
      <p:sp>
        <p:nvSpPr>
          <p:cNvPr id="11" name="TextBox 10">
            <a:extLst>
              <a:ext uri="{FF2B5EF4-FFF2-40B4-BE49-F238E27FC236}">
                <a16:creationId xmlns:a16="http://schemas.microsoft.com/office/drawing/2014/main" id="{3A084688-3AEB-0410-AB1A-012FC800366F}"/>
              </a:ext>
            </a:extLst>
          </p:cNvPr>
          <p:cNvSpPr txBox="1"/>
          <p:nvPr/>
        </p:nvSpPr>
        <p:spPr>
          <a:xfrm>
            <a:off x="1219473" y="3695907"/>
            <a:ext cx="6705054" cy="338554"/>
          </a:xfrm>
          <a:prstGeom prst="rect">
            <a:avLst/>
          </a:prstGeom>
          <a:noFill/>
        </p:spPr>
        <p:txBody>
          <a:bodyPr wrap="square" rtlCol="0">
            <a:spAutoFit/>
          </a:bodyPr>
          <a:lstStyle/>
          <a:p>
            <a:pPr algn="ctr"/>
            <a:r>
              <a:rPr lang="en-US" sz="1600" b="1" i="1" dirty="0">
                <a:solidFill>
                  <a:schemeClr val="bg1"/>
                </a:solidFill>
                <a:latin typeface="Inter" panose="02000503000000020004" pitchFamily="2" charset="0"/>
                <a:ea typeface="Inter" panose="02000503000000020004" pitchFamily="2" charset="0"/>
              </a:rPr>
              <a:t>A smart-contract language designed for the quantum era.</a:t>
            </a:r>
          </a:p>
        </p:txBody>
      </p:sp>
    </p:spTree>
    <p:extLst>
      <p:ext uri="{BB962C8B-B14F-4D97-AF65-F5344CB8AC3E}">
        <p14:creationId xmlns:p14="http://schemas.microsoft.com/office/powerpoint/2010/main" val="15438542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8" presetClass="entr" presetSubtype="32"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diamond(out)">
                                      <p:cBhvr>
                                        <p:cTn id="14"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F07762AA-70A8-F148-6FCE-7D5F7B16FED7}"/>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7CCF09EF-7CA1-AD25-FC02-9C815BE32AEE}"/>
              </a:ext>
            </a:extLst>
          </p:cNvPr>
          <p:cNvSpPr/>
          <p:nvPr/>
        </p:nvSpPr>
        <p:spPr>
          <a:xfrm>
            <a:off x="1219473" y="1289227"/>
            <a:ext cx="6705054" cy="521485"/>
          </a:xfrm>
          <a:prstGeom prst="roundRect">
            <a:avLst/>
          </a:prstGeom>
          <a:solidFill>
            <a:srgbClr val="0060FF">
              <a:alpha val="15000"/>
            </a:srgbClr>
          </a:solidFill>
          <a:ln w="25400">
            <a:solidFill>
              <a:srgbClr val="0060F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A36DA3C-9DA5-C178-25EE-6E4EE2FB8DBF}"/>
              </a:ext>
            </a:extLst>
          </p:cNvPr>
          <p:cNvSpPr/>
          <p:nvPr/>
        </p:nvSpPr>
        <p:spPr>
          <a:xfrm>
            <a:off x="274318" y="6191790"/>
            <a:ext cx="8595360" cy="45719"/>
          </a:xfrm>
          <a:prstGeom prst="rect">
            <a:avLst/>
          </a:prstGeom>
          <a:solidFill>
            <a:srgbClr val="0060FF"/>
          </a:solidFill>
          <a:ln>
            <a:solidFill>
              <a:srgbClr val="006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879A154-DA22-A9E2-2EB3-B646F3D1A944}"/>
              </a:ext>
            </a:extLst>
          </p:cNvPr>
          <p:cNvSpPr/>
          <p:nvPr/>
        </p:nvSpPr>
        <p:spPr>
          <a:xfrm>
            <a:off x="274319" y="497840"/>
            <a:ext cx="8595360" cy="45719"/>
          </a:xfrm>
          <a:prstGeom prst="rect">
            <a:avLst/>
          </a:prstGeom>
          <a:solidFill>
            <a:srgbClr val="0060FF"/>
          </a:solidFill>
          <a:ln>
            <a:solidFill>
              <a:srgbClr val="006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13F6002C-7FB9-D2D1-DF8F-FD2E0BA6943E}"/>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EA5896E2-8FE1-0CA3-FB39-795ACE6DF521}"/>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622DB7BF-CDCA-A5C8-B7B6-7B1DA4689FB3}"/>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6" name="Rounded Rectangle 5">
            <a:extLst>
              <a:ext uri="{FF2B5EF4-FFF2-40B4-BE49-F238E27FC236}">
                <a16:creationId xmlns:a16="http://schemas.microsoft.com/office/drawing/2014/main" id="{6C82C8AB-51B3-8041-B849-E5842BE229A5}"/>
              </a:ext>
            </a:extLst>
          </p:cNvPr>
          <p:cNvSpPr/>
          <p:nvPr/>
        </p:nvSpPr>
        <p:spPr>
          <a:xfrm>
            <a:off x="1219473" y="2128519"/>
            <a:ext cx="6705054" cy="3405717"/>
          </a:xfrm>
          <a:prstGeom prst="roundRect">
            <a:avLst>
              <a:gd name="adj" fmla="val 2049"/>
            </a:avLst>
          </a:prstGeom>
          <a:solidFill>
            <a:srgbClr val="0060FF">
              <a:alpha val="15000"/>
            </a:srgbClr>
          </a:solidFill>
          <a:ln w="25400">
            <a:solidFill>
              <a:srgbClr val="0060F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B495F5D-5241-AF64-F363-F59DA8F3CC41}"/>
              </a:ext>
            </a:extLst>
          </p:cNvPr>
          <p:cNvSpPr txBox="1"/>
          <p:nvPr/>
        </p:nvSpPr>
        <p:spPr>
          <a:xfrm>
            <a:off x="1184078" y="134904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Smart Contracts Are Outdated</a:t>
            </a:r>
            <a:endParaRPr lang="en-US" sz="2000" b="1" spc="300" dirty="0">
              <a:solidFill>
                <a:schemeClr val="bg1"/>
              </a:solidFill>
              <a:latin typeface="Orbitron Black" pitchFamily="2" charset="0"/>
            </a:endParaRPr>
          </a:p>
        </p:txBody>
      </p:sp>
      <p:sp>
        <p:nvSpPr>
          <p:cNvPr id="8" name="TextBox 7">
            <a:extLst>
              <a:ext uri="{FF2B5EF4-FFF2-40B4-BE49-F238E27FC236}">
                <a16:creationId xmlns:a16="http://schemas.microsoft.com/office/drawing/2014/main" id="{5319EF55-9EDB-B3B7-97C0-DFD4CF34D84A}"/>
              </a:ext>
            </a:extLst>
          </p:cNvPr>
          <p:cNvSpPr txBox="1"/>
          <p:nvPr/>
        </p:nvSpPr>
        <p:spPr>
          <a:xfrm>
            <a:off x="1641290" y="2619155"/>
            <a:ext cx="6063021" cy="2308324"/>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Solidity relies on:</a:t>
            </a:r>
          </a:p>
          <a:p>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Outdated cryptography</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No formal verification</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Inconsistent runtimes</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Limited cross-chain support</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SynQ solves every flaw.</a:t>
            </a:r>
          </a:p>
        </p:txBody>
      </p:sp>
    </p:spTree>
    <p:extLst>
      <p:ext uri="{BB962C8B-B14F-4D97-AF65-F5344CB8AC3E}">
        <p14:creationId xmlns:p14="http://schemas.microsoft.com/office/powerpoint/2010/main" val="11172959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ou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p:cTn id="17"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iterate type="wd">
                                    <p:tmPct val="10000"/>
                                  </p:iterate>
                                  <p:childTnLst>
                                    <p:set>
                                      <p:cBhvr>
                                        <p:cTn id="23" dur="1" fill="hold">
                                          <p:stCondLst>
                                            <p:cond delay="0"/>
                                          </p:stCondLst>
                                        </p:cTn>
                                        <p:tgtEl>
                                          <p:spTgt spid="8">
                                            <p:txEl>
                                              <p:pRg st="0" end="0"/>
                                            </p:txEl>
                                          </p:spTgt>
                                        </p:tgtEl>
                                        <p:attrNameLst>
                                          <p:attrName>style.visibility</p:attrName>
                                        </p:attrNameLst>
                                      </p:cBhvr>
                                      <p:to>
                                        <p:strVal val="visible"/>
                                      </p:to>
                                    </p:set>
                                    <p:anim calcmode="lin" valueType="num">
                                      <p:cBhvr additive="base">
                                        <p:cTn id="24"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down)">
                                      <p:cBhvr>
                                        <p:cTn id="25" dur="500"/>
                                        <p:tgtEl>
                                          <p:spTgt spid="8">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iterate type="wd">
                                    <p:tmPct val="10000"/>
                                  </p:iterate>
                                  <p:childTnLst>
                                    <p:set>
                                      <p:cBhvr>
                                        <p:cTn id="29" dur="1" fill="hold">
                                          <p:stCondLst>
                                            <p:cond delay="0"/>
                                          </p:stCondLst>
                                        </p:cTn>
                                        <p:tgtEl>
                                          <p:spTgt spid="8">
                                            <p:txEl>
                                              <p:pRg st="2" end="2"/>
                                            </p:txEl>
                                          </p:spTgt>
                                        </p:tgtEl>
                                        <p:attrNameLst>
                                          <p:attrName>style.visibility</p:attrName>
                                        </p:attrNameLst>
                                      </p:cBhvr>
                                      <p:to>
                                        <p:strVal val="visible"/>
                                      </p:to>
                                    </p:set>
                                    <p:anim calcmode="lin" valueType="num">
                                      <p:cBhvr additive="base">
                                        <p:cTn id="30" dur="500"/>
                                        <p:tgtEl>
                                          <p:spTgt spid="8">
                                            <p:txEl>
                                              <p:pRg st="2" end="2"/>
                                            </p:txEl>
                                          </p:spTgt>
                                        </p:tgtEl>
                                        <p:attrNameLst>
                                          <p:attrName>ppt_y</p:attrName>
                                        </p:attrNameLst>
                                      </p:cBhvr>
                                      <p:tavLst>
                                        <p:tav tm="0">
                                          <p:val>
                                            <p:strVal val="#ppt_y-#ppt_h*1.125000"/>
                                          </p:val>
                                        </p:tav>
                                        <p:tav tm="100000">
                                          <p:val>
                                            <p:strVal val="#ppt_y"/>
                                          </p:val>
                                        </p:tav>
                                      </p:tavLst>
                                    </p:anim>
                                    <p:animEffect transition="in" filter="wipe(down)">
                                      <p:cBhvr>
                                        <p:cTn id="31" dur="500"/>
                                        <p:tgtEl>
                                          <p:spTgt spid="8">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iterate type="wd">
                                    <p:tmPct val="10000"/>
                                  </p:iterate>
                                  <p:childTnLst>
                                    <p:set>
                                      <p:cBhvr>
                                        <p:cTn id="35" dur="1" fill="hold">
                                          <p:stCondLst>
                                            <p:cond delay="0"/>
                                          </p:stCondLst>
                                        </p:cTn>
                                        <p:tgtEl>
                                          <p:spTgt spid="8">
                                            <p:txEl>
                                              <p:pRg st="3" end="3"/>
                                            </p:txEl>
                                          </p:spTgt>
                                        </p:tgtEl>
                                        <p:attrNameLst>
                                          <p:attrName>style.visibility</p:attrName>
                                        </p:attrNameLst>
                                      </p:cBhvr>
                                      <p:to>
                                        <p:strVal val="visible"/>
                                      </p:to>
                                    </p:set>
                                    <p:anim calcmode="lin" valueType="num">
                                      <p:cBhvr additive="base">
                                        <p:cTn id="36" dur="500"/>
                                        <p:tgtEl>
                                          <p:spTgt spid="8">
                                            <p:txEl>
                                              <p:pRg st="3" end="3"/>
                                            </p:txEl>
                                          </p:spTgt>
                                        </p:tgtEl>
                                        <p:attrNameLst>
                                          <p:attrName>ppt_y</p:attrName>
                                        </p:attrNameLst>
                                      </p:cBhvr>
                                      <p:tavLst>
                                        <p:tav tm="0">
                                          <p:val>
                                            <p:strVal val="#ppt_y-#ppt_h*1.125000"/>
                                          </p:val>
                                        </p:tav>
                                        <p:tav tm="100000">
                                          <p:val>
                                            <p:strVal val="#ppt_y"/>
                                          </p:val>
                                        </p:tav>
                                      </p:tavLst>
                                    </p:anim>
                                    <p:animEffect transition="in" filter="wipe(down)">
                                      <p:cBhvr>
                                        <p:cTn id="37" dur="500"/>
                                        <p:tgtEl>
                                          <p:spTgt spid="8">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wd">
                                    <p:tmPct val="10000"/>
                                  </p:iterate>
                                  <p:childTnLst>
                                    <p:set>
                                      <p:cBhvr>
                                        <p:cTn id="41" dur="1" fill="hold">
                                          <p:stCondLst>
                                            <p:cond delay="0"/>
                                          </p:stCondLst>
                                        </p:cTn>
                                        <p:tgtEl>
                                          <p:spTgt spid="8">
                                            <p:txEl>
                                              <p:pRg st="4" end="4"/>
                                            </p:txEl>
                                          </p:spTgt>
                                        </p:tgtEl>
                                        <p:attrNameLst>
                                          <p:attrName>style.visibility</p:attrName>
                                        </p:attrNameLst>
                                      </p:cBhvr>
                                      <p:to>
                                        <p:strVal val="visible"/>
                                      </p:to>
                                    </p:set>
                                    <p:anim calcmode="lin" valueType="num">
                                      <p:cBhvr additive="base">
                                        <p:cTn id="42" dur="500"/>
                                        <p:tgtEl>
                                          <p:spTgt spid="8">
                                            <p:txEl>
                                              <p:pRg st="4" end="4"/>
                                            </p:txEl>
                                          </p:spTgt>
                                        </p:tgtEl>
                                        <p:attrNameLst>
                                          <p:attrName>ppt_y</p:attrName>
                                        </p:attrNameLst>
                                      </p:cBhvr>
                                      <p:tavLst>
                                        <p:tav tm="0">
                                          <p:val>
                                            <p:strVal val="#ppt_y-#ppt_h*1.125000"/>
                                          </p:val>
                                        </p:tav>
                                        <p:tav tm="100000">
                                          <p:val>
                                            <p:strVal val="#ppt_y"/>
                                          </p:val>
                                        </p:tav>
                                      </p:tavLst>
                                    </p:anim>
                                    <p:animEffect transition="in" filter="wipe(down)">
                                      <p:cBhvr>
                                        <p:cTn id="43" dur="500"/>
                                        <p:tgtEl>
                                          <p:spTgt spid="8">
                                            <p:txEl>
                                              <p:pRg st="4" end="4"/>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grpId="0" nodeType="clickEffect">
                                  <p:stCondLst>
                                    <p:cond delay="0"/>
                                  </p:stCondLst>
                                  <p:iterate type="wd">
                                    <p:tmPct val="10000"/>
                                  </p:iterate>
                                  <p:childTnLst>
                                    <p:set>
                                      <p:cBhvr>
                                        <p:cTn id="47" dur="1" fill="hold">
                                          <p:stCondLst>
                                            <p:cond delay="0"/>
                                          </p:stCondLst>
                                        </p:cTn>
                                        <p:tgtEl>
                                          <p:spTgt spid="8">
                                            <p:txEl>
                                              <p:pRg st="5" end="5"/>
                                            </p:txEl>
                                          </p:spTgt>
                                        </p:tgtEl>
                                        <p:attrNameLst>
                                          <p:attrName>style.visibility</p:attrName>
                                        </p:attrNameLst>
                                      </p:cBhvr>
                                      <p:to>
                                        <p:strVal val="visible"/>
                                      </p:to>
                                    </p:set>
                                    <p:anim calcmode="lin" valueType="num">
                                      <p:cBhvr additive="base">
                                        <p:cTn id="48" dur="500"/>
                                        <p:tgtEl>
                                          <p:spTgt spid="8">
                                            <p:txEl>
                                              <p:pRg st="5" end="5"/>
                                            </p:txEl>
                                          </p:spTgt>
                                        </p:tgtEl>
                                        <p:attrNameLst>
                                          <p:attrName>ppt_y</p:attrName>
                                        </p:attrNameLst>
                                      </p:cBhvr>
                                      <p:tavLst>
                                        <p:tav tm="0">
                                          <p:val>
                                            <p:strVal val="#ppt_y-#ppt_h*1.125000"/>
                                          </p:val>
                                        </p:tav>
                                        <p:tav tm="100000">
                                          <p:val>
                                            <p:strVal val="#ppt_y"/>
                                          </p:val>
                                        </p:tav>
                                      </p:tavLst>
                                    </p:anim>
                                    <p:animEffect transition="in" filter="wipe(down)">
                                      <p:cBhvr>
                                        <p:cTn id="49" dur="500"/>
                                        <p:tgtEl>
                                          <p:spTgt spid="8">
                                            <p:txEl>
                                              <p:pRg st="5" end="5"/>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2" presetClass="entr" presetSubtype="1" fill="hold" grpId="0" nodeType="clickEffect">
                                  <p:stCondLst>
                                    <p:cond delay="0"/>
                                  </p:stCondLst>
                                  <p:iterate type="wd">
                                    <p:tmPct val="10000"/>
                                  </p:iterate>
                                  <p:childTnLst>
                                    <p:set>
                                      <p:cBhvr>
                                        <p:cTn id="53" dur="1" fill="hold">
                                          <p:stCondLst>
                                            <p:cond delay="0"/>
                                          </p:stCondLst>
                                        </p:cTn>
                                        <p:tgtEl>
                                          <p:spTgt spid="8">
                                            <p:txEl>
                                              <p:pRg st="7" end="7"/>
                                            </p:txEl>
                                          </p:spTgt>
                                        </p:tgtEl>
                                        <p:attrNameLst>
                                          <p:attrName>style.visibility</p:attrName>
                                        </p:attrNameLst>
                                      </p:cBhvr>
                                      <p:to>
                                        <p:strVal val="visible"/>
                                      </p:to>
                                    </p:set>
                                    <p:anim calcmode="lin" valueType="num">
                                      <p:cBhvr additive="base">
                                        <p:cTn id="54" dur="500"/>
                                        <p:tgtEl>
                                          <p:spTgt spid="8">
                                            <p:txEl>
                                              <p:pRg st="7" end="7"/>
                                            </p:txEl>
                                          </p:spTgt>
                                        </p:tgtEl>
                                        <p:attrNameLst>
                                          <p:attrName>ppt_y</p:attrName>
                                        </p:attrNameLst>
                                      </p:cBhvr>
                                      <p:tavLst>
                                        <p:tav tm="0">
                                          <p:val>
                                            <p:strVal val="#ppt_y-#ppt_h*1.125000"/>
                                          </p:val>
                                        </p:tav>
                                        <p:tav tm="100000">
                                          <p:val>
                                            <p:strVal val="#ppt_y"/>
                                          </p:val>
                                        </p:tav>
                                      </p:tavLst>
                                    </p:anim>
                                    <p:animEffect transition="in" filter="wipe(down)">
                                      <p:cBhvr>
                                        <p:cTn id="55" dur="500"/>
                                        <p:tgtEl>
                                          <p:spTgt spid="8">
                                            <p:txEl>
                                              <p:pRg st="7" end="7"/>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xit" presetSubtype="32" fill="hold" grpId="1" nodeType="clickEffect">
                                  <p:stCondLst>
                                    <p:cond delay="0"/>
                                  </p:stCondLst>
                                  <p:childTnLst>
                                    <p:anim calcmode="lin" valueType="num">
                                      <p:cBhvr>
                                        <p:cTn id="59" dur="500"/>
                                        <p:tgtEl>
                                          <p:spTgt spid="5">
                                            <p:txEl>
                                              <p:pRg st="0" end="0"/>
                                            </p:txEl>
                                          </p:spTgt>
                                        </p:tgtEl>
                                        <p:attrNameLst>
                                          <p:attrName>ppt_w</p:attrName>
                                        </p:attrNameLst>
                                      </p:cBhvr>
                                      <p:tavLst>
                                        <p:tav tm="0">
                                          <p:val>
                                            <p:strVal val="ppt_w"/>
                                          </p:val>
                                        </p:tav>
                                        <p:tav tm="100000">
                                          <p:val>
                                            <p:fltVal val="0"/>
                                          </p:val>
                                        </p:tav>
                                      </p:tavLst>
                                    </p:anim>
                                    <p:anim calcmode="lin" valueType="num">
                                      <p:cBhvr>
                                        <p:cTn id="60" dur="500"/>
                                        <p:tgtEl>
                                          <p:spTgt spid="5">
                                            <p:txEl>
                                              <p:pRg st="0" end="0"/>
                                            </p:txEl>
                                          </p:spTgt>
                                        </p:tgtEl>
                                        <p:attrNameLst>
                                          <p:attrName>ppt_h</p:attrName>
                                        </p:attrNameLst>
                                      </p:cBhvr>
                                      <p:tavLst>
                                        <p:tav tm="0">
                                          <p:val>
                                            <p:strVal val="ppt_h"/>
                                          </p:val>
                                        </p:tav>
                                        <p:tav tm="100000">
                                          <p:val>
                                            <p:fltVal val="0"/>
                                          </p:val>
                                        </p:tav>
                                      </p:tavLst>
                                    </p:anim>
                                    <p:animEffect transition="out" filter="fade">
                                      <p:cBhvr>
                                        <p:cTn id="61" dur="500"/>
                                        <p:tgtEl>
                                          <p:spTgt spid="5">
                                            <p:txEl>
                                              <p:pRg st="0" end="0"/>
                                            </p:txEl>
                                          </p:spTgt>
                                        </p:tgtEl>
                                      </p:cBhvr>
                                    </p:animEffect>
                                    <p:set>
                                      <p:cBhvr>
                                        <p:cTn id="62" dur="1" fill="hold">
                                          <p:stCondLst>
                                            <p:cond delay="499"/>
                                          </p:stCondLst>
                                        </p:cTn>
                                        <p:tgtEl>
                                          <p:spTgt spid="5">
                                            <p:txEl>
                                              <p:pRg st="0" end="0"/>
                                            </p:txEl>
                                          </p:spTgt>
                                        </p:tgtEl>
                                        <p:attrNameLst>
                                          <p:attrName>style.visibility</p:attrName>
                                        </p:attrNameLst>
                                      </p:cBhvr>
                                      <p:to>
                                        <p:strVal val="hidden"/>
                                      </p:to>
                                    </p:set>
                                  </p:childTnLst>
                                </p:cTn>
                              </p:par>
                              <p:par>
                                <p:cTn id="63" presetID="53" presetClass="exit" presetSubtype="32" fill="hold" grpId="1" nodeType="withEffect">
                                  <p:stCondLst>
                                    <p:cond delay="0"/>
                                  </p:stCondLst>
                                  <p:iterate type="wd">
                                    <p:tmPct val="0"/>
                                  </p:iterate>
                                  <p:childTnLst>
                                    <p:anim calcmode="lin" valueType="num">
                                      <p:cBhvr>
                                        <p:cTn id="64" dur="500"/>
                                        <p:tgtEl>
                                          <p:spTgt spid="8">
                                            <p:txEl>
                                              <p:pRg st="0" end="0"/>
                                            </p:txEl>
                                          </p:spTgt>
                                        </p:tgtEl>
                                        <p:attrNameLst>
                                          <p:attrName>ppt_w</p:attrName>
                                        </p:attrNameLst>
                                      </p:cBhvr>
                                      <p:tavLst>
                                        <p:tav tm="0">
                                          <p:val>
                                            <p:strVal val="ppt_w"/>
                                          </p:val>
                                        </p:tav>
                                        <p:tav tm="100000">
                                          <p:val>
                                            <p:fltVal val="0"/>
                                          </p:val>
                                        </p:tav>
                                      </p:tavLst>
                                    </p:anim>
                                    <p:anim calcmode="lin" valueType="num">
                                      <p:cBhvr>
                                        <p:cTn id="65"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66" dur="500"/>
                                        <p:tgtEl>
                                          <p:spTgt spid="8">
                                            <p:txEl>
                                              <p:pRg st="0" end="0"/>
                                            </p:txEl>
                                          </p:spTgt>
                                        </p:tgtEl>
                                      </p:cBhvr>
                                    </p:animEffect>
                                    <p:set>
                                      <p:cBhvr>
                                        <p:cTn id="67" dur="1" fill="hold">
                                          <p:stCondLst>
                                            <p:cond delay="499"/>
                                          </p:stCondLst>
                                        </p:cTn>
                                        <p:tgtEl>
                                          <p:spTgt spid="8">
                                            <p:txEl>
                                              <p:pRg st="0" end="0"/>
                                            </p:txEl>
                                          </p:spTgt>
                                        </p:tgtEl>
                                        <p:attrNameLst>
                                          <p:attrName>style.visibility</p:attrName>
                                        </p:attrNameLst>
                                      </p:cBhvr>
                                      <p:to>
                                        <p:strVal val="hidden"/>
                                      </p:to>
                                    </p:set>
                                  </p:childTnLst>
                                </p:cTn>
                              </p:par>
                              <p:par>
                                <p:cTn id="68" presetID="53" presetClass="exit" presetSubtype="32" fill="hold" grpId="1" nodeType="withEffect">
                                  <p:stCondLst>
                                    <p:cond delay="0"/>
                                  </p:stCondLst>
                                  <p:iterate type="wd">
                                    <p:tmPct val="0"/>
                                  </p:iterate>
                                  <p:childTnLst>
                                    <p:anim calcmode="lin" valueType="num">
                                      <p:cBhvr>
                                        <p:cTn id="69" dur="500"/>
                                        <p:tgtEl>
                                          <p:spTgt spid="8">
                                            <p:txEl>
                                              <p:pRg st="2" end="2"/>
                                            </p:txEl>
                                          </p:spTgt>
                                        </p:tgtEl>
                                        <p:attrNameLst>
                                          <p:attrName>ppt_w</p:attrName>
                                        </p:attrNameLst>
                                      </p:cBhvr>
                                      <p:tavLst>
                                        <p:tav tm="0">
                                          <p:val>
                                            <p:strVal val="ppt_w"/>
                                          </p:val>
                                        </p:tav>
                                        <p:tav tm="100000">
                                          <p:val>
                                            <p:fltVal val="0"/>
                                          </p:val>
                                        </p:tav>
                                      </p:tavLst>
                                    </p:anim>
                                    <p:anim calcmode="lin" valueType="num">
                                      <p:cBhvr>
                                        <p:cTn id="70" dur="500"/>
                                        <p:tgtEl>
                                          <p:spTgt spid="8">
                                            <p:txEl>
                                              <p:pRg st="2" end="2"/>
                                            </p:txEl>
                                          </p:spTgt>
                                        </p:tgtEl>
                                        <p:attrNameLst>
                                          <p:attrName>ppt_h</p:attrName>
                                        </p:attrNameLst>
                                      </p:cBhvr>
                                      <p:tavLst>
                                        <p:tav tm="0">
                                          <p:val>
                                            <p:strVal val="ppt_h"/>
                                          </p:val>
                                        </p:tav>
                                        <p:tav tm="100000">
                                          <p:val>
                                            <p:fltVal val="0"/>
                                          </p:val>
                                        </p:tav>
                                      </p:tavLst>
                                    </p:anim>
                                    <p:animEffect transition="out" filter="fade">
                                      <p:cBhvr>
                                        <p:cTn id="71" dur="500"/>
                                        <p:tgtEl>
                                          <p:spTgt spid="8">
                                            <p:txEl>
                                              <p:pRg st="2" end="2"/>
                                            </p:txEl>
                                          </p:spTgt>
                                        </p:tgtEl>
                                      </p:cBhvr>
                                    </p:animEffect>
                                    <p:set>
                                      <p:cBhvr>
                                        <p:cTn id="72" dur="1" fill="hold">
                                          <p:stCondLst>
                                            <p:cond delay="499"/>
                                          </p:stCondLst>
                                        </p:cTn>
                                        <p:tgtEl>
                                          <p:spTgt spid="8">
                                            <p:txEl>
                                              <p:pRg st="2" end="2"/>
                                            </p:txEl>
                                          </p:spTgt>
                                        </p:tgtEl>
                                        <p:attrNameLst>
                                          <p:attrName>style.visibility</p:attrName>
                                        </p:attrNameLst>
                                      </p:cBhvr>
                                      <p:to>
                                        <p:strVal val="hidden"/>
                                      </p:to>
                                    </p:set>
                                  </p:childTnLst>
                                </p:cTn>
                              </p:par>
                              <p:par>
                                <p:cTn id="73" presetID="53" presetClass="exit" presetSubtype="32" fill="hold" grpId="1" nodeType="withEffect">
                                  <p:stCondLst>
                                    <p:cond delay="0"/>
                                  </p:stCondLst>
                                  <p:iterate type="wd">
                                    <p:tmPct val="0"/>
                                  </p:iterate>
                                  <p:childTnLst>
                                    <p:anim calcmode="lin" valueType="num">
                                      <p:cBhvr>
                                        <p:cTn id="74" dur="500"/>
                                        <p:tgtEl>
                                          <p:spTgt spid="8">
                                            <p:txEl>
                                              <p:pRg st="3" end="3"/>
                                            </p:txEl>
                                          </p:spTgt>
                                        </p:tgtEl>
                                        <p:attrNameLst>
                                          <p:attrName>ppt_w</p:attrName>
                                        </p:attrNameLst>
                                      </p:cBhvr>
                                      <p:tavLst>
                                        <p:tav tm="0">
                                          <p:val>
                                            <p:strVal val="ppt_w"/>
                                          </p:val>
                                        </p:tav>
                                        <p:tav tm="100000">
                                          <p:val>
                                            <p:fltVal val="0"/>
                                          </p:val>
                                        </p:tav>
                                      </p:tavLst>
                                    </p:anim>
                                    <p:anim calcmode="lin" valueType="num">
                                      <p:cBhvr>
                                        <p:cTn id="75" dur="500"/>
                                        <p:tgtEl>
                                          <p:spTgt spid="8">
                                            <p:txEl>
                                              <p:pRg st="3" end="3"/>
                                            </p:txEl>
                                          </p:spTgt>
                                        </p:tgtEl>
                                        <p:attrNameLst>
                                          <p:attrName>ppt_h</p:attrName>
                                        </p:attrNameLst>
                                      </p:cBhvr>
                                      <p:tavLst>
                                        <p:tav tm="0">
                                          <p:val>
                                            <p:strVal val="ppt_h"/>
                                          </p:val>
                                        </p:tav>
                                        <p:tav tm="100000">
                                          <p:val>
                                            <p:fltVal val="0"/>
                                          </p:val>
                                        </p:tav>
                                      </p:tavLst>
                                    </p:anim>
                                    <p:animEffect transition="out" filter="fade">
                                      <p:cBhvr>
                                        <p:cTn id="76" dur="500"/>
                                        <p:tgtEl>
                                          <p:spTgt spid="8">
                                            <p:txEl>
                                              <p:pRg st="3" end="3"/>
                                            </p:txEl>
                                          </p:spTgt>
                                        </p:tgtEl>
                                      </p:cBhvr>
                                    </p:animEffect>
                                    <p:set>
                                      <p:cBhvr>
                                        <p:cTn id="77" dur="1" fill="hold">
                                          <p:stCondLst>
                                            <p:cond delay="499"/>
                                          </p:stCondLst>
                                        </p:cTn>
                                        <p:tgtEl>
                                          <p:spTgt spid="8">
                                            <p:txEl>
                                              <p:pRg st="3" end="3"/>
                                            </p:txEl>
                                          </p:spTgt>
                                        </p:tgtEl>
                                        <p:attrNameLst>
                                          <p:attrName>style.visibility</p:attrName>
                                        </p:attrNameLst>
                                      </p:cBhvr>
                                      <p:to>
                                        <p:strVal val="hidden"/>
                                      </p:to>
                                    </p:set>
                                  </p:childTnLst>
                                </p:cTn>
                              </p:par>
                              <p:par>
                                <p:cTn id="78" presetID="53" presetClass="exit" presetSubtype="32" fill="hold" grpId="1" nodeType="withEffect">
                                  <p:stCondLst>
                                    <p:cond delay="0"/>
                                  </p:stCondLst>
                                  <p:iterate type="wd">
                                    <p:tmPct val="0"/>
                                  </p:iterate>
                                  <p:childTnLst>
                                    <p:anim calcmode="lin" valueType="num">
                                      <p:cBhvr>
                                        <p:cTn id="79" dur="500"/>
                                        <p:tgtEl>
                                          <p:spTgt spid="8">
                                            <p:txEl>
                                              <p:pRg st="4" end="4"/>
                                            </p:txEl>
                                          </p:spTgt>
                                        </p:tgtEl>
                                        <p:attrNameLst>
                                          <p:attrName>ppt_w</p:attrName>
                                        </p:attrNameLst>
                                      </p:cBhvr>
                                      <p:tavLst>
                                        <p:tav tm="0">
                                          <p:val>
                                            <p:strVal val="ppt_w"/>
                                          </p:val>
                                        </p:tav>
                                        <p:tav tm="100000">
                                          <p:val>
                                            <p:fltVal val="0"/>
                                          </p:val>
                                        </p:tav>
                                      </p:tavLst>
                                    </p:anim>
                                    <p:anim calcmode="lin" valueType="num">
                                      <p:cBhvr>
                                        <p:cTn id="80" dur="500"/>
                                        <p:tgtEl>
                                          <p:spTgt spid="8">
                                            <p:txEl>
                                              <p:pRg st="4" end="4"/>
                                            </p:txEl>
                                          </p:spTgt>
                                        </p:tgtEl>
                                        <p:attrNameLst>
                                          <p:attrName>ppt_h</p:attrName>
                                        </p:attrNameLst>
                                      </p:cBhvr>
                                      <p:tavLst>
                                        <p:tav tm="0">
                                          <p:val>
                                            <p:strVal val="ppt_h"/>
                                          </p:val>
                                        </p:tav>
                                        <p:tav tm="100000">
                                          <p:val>
                                            <p:fltVal val="0"/>
                                          </p:val>
                                        </p:tav>
                                      </p:tavLst>
                                    </p:anim>
                                    <p:animEffect transition="out" filter="fade">
                                      <p:cBhvr>
                                        <p:cTn id="81" dur="500"/>
                                        <p:tgtEl>
                                          <p:spTgt spid="8">
                                            <p:txEl>
                                              <p:pRg st="4" end="4"/>
                                            </p:txEl>
                                          </p:spTgt>
                                        </p:tgtEl>
                                      </p:cBhvr>
                                    </p:animEffect>
                                    <p:set>
                                      <p:cBhvr>
                                        <p:cTn id="82" dur="1" fill="hold">
                                          <p:stCondLst>
                                            <p:cond delay="499"/>
                                          </p:stCondLst>
                                        </p:cTn>
                                        <p:tgtEl>
                                          <p:spTgt spid="8">
                                            <p:txEl>
                                              <p:pRg st="4" end="4"/>
                                            </p:txEl>
                                          </p:spTgt>
                                        </p:tgtEl>
                                        <p:attrNameLst>
                                          <p:attrName>style.visibility</p:attrName>
                                        </p:attrNameLst>
                                      </p:cBhvr>
                                      <p:to>
                                        <p:strVal val="hidden"/>
                                      </p:to>
                                    </p:set>
                                  </p:childTnLst>
                                </p:cTn>
                              </p:par>
                              <p:par>
                                <p:cTn id="83" presetID="53" presetClass="exit" presetSubtype="32" fill="hold" grpId="1" nodeType="withEffect">
                                  <p:stCondLst>
                                    <p:cond delay="0"/>
                                  </p:stCondLst>
                                  <p:iterate type="wd">
                                    <p:tmPct val="0"/>
                                  </p:iterate>
                                  <p:childTnLst>
                                    <p:anim calcmode="lin" valueType="num">
                                      <p:cBhvr>
                                        <p:cTn id="84" dur="500"/>
                                        <p:tgtEl>
                                          <p:spTgt spid="8">
                                            <p:txEl>
                                              <p:pRg st="5" end="5"/>
                                            </p:txEl>
                                          </p:spTgt>
                                        </p:tgtEl>
                                        <p:attrNameLst>
                                          <p:attrName>ppt_w</p:attrName>
                                        </p:attrNameLst>
                                      </p:cBhvr>
                                      <p:tavLst>
                                        <p:tav tm="0">
                                          <p:val>
                                            <p:strVal val="ppt_w"/>
                                          </p:val>
                                        </p:tav>
                                        <p:tav tm="100000">
                                          <p:val>
                                            <p:fltVal val="0"/>
                                          </p:val>
                                        </p:tav>
                                      </p:tavLst>
                                    </p:anim>
                                    <p:anim calcmode="lin" valueType="num">
                                      <p:cBhvr>
                                        <p:cTn id="85" dur="500"/>
                                        <p:tgtEl>
                                          <p:spTgt spid="8">
                                            <p:txEl>
                                              <p:pRg st="5" end="5"/>
                                            </p:txEl>
                                          </p:spTgt>
                                        </p:tgtEl>
                                        <p:attrNameLst>
                                          <p:attrName>ppt_h</p:attrName>
                                        </p:attrNameLst>
                                      </p:cBhvr>
                                      <p:tavLst>
                                        <p:tav tm="0">
                                          <p:val>
                                            <p:strVal val="ppt_h"/>
                                          </p:val>
                                        </p:tav>
                                        <p:tav tm="100000">
                                          <p:val>
                                            <p:fltVal val="0"/>
                                          </p:val>
                                        </p:tav>
                                      </p:tavLst>
                                    </p:anim>
                                    <p:animEffect transition="out" filter="fade">
                                      <p:cBhvr>
                                        <p:cTn id="86" dur="500"/>
                                        <p:tgtEl>
                                          <p:spTgt spid="8">
                                            <p:txEl>
                                              <p:pRg st="5" end="5"/>
                                            </p:txEl>
                                          </p:spTgt>
                                        </p:tgtEl>
                                      </p:cBhvr>
                                    </p:animEffect>
                                    <p:set>
                                      <p:cBhvr>
                                        <p:cTn id="87" dur="1" fill="hold">
                                          <p:stCondLst>
                                            <p:cond delay="499"/>
                                          </p:stCondLst>
                                        </p:cTn>
                                        <p:tgtEl>
                                          <p:spTgt spid="8">
                                            <p:txEl>
                                              <p:pRg st="5" end="5"/>
                                            </p:txEl>
                                          </p:spTgt>
                                        </p:tgtEl>
                                        <p:attrNameLst>
                                          <p:attrName>style.visibility</p:attrName>
                                        </p:attrNameLst>
                                      </p:cBhvr>
                                      <p:to>
                                        <p:strVal val="hidden"/>
                                      </p:to>
                                    </p:set>
                                  </p:childTnLst>
                                </p:cTn>
                              </p:par>
                              <p:par>
                                <p:cTn id="88" presetID="53" presetClass="exit" presetSubtype="32" fill="hold" grpId="1" nodeType="withEffect">
                                  <p:stCondLst>
                                    <p:cond delay="0"/>
                                  </p:stCondLst>
                                  <p:iterate type="wd">
                                    <p:tmPct val="0"/>
                                  </p:iterate>
                                  <p:childTnLst>
                                    <p:anim calcmode="lin" valueType="num">
                                      <p:cBhvr>
                                        <p:cTn id="89" dur="500"/>
                                        <p:tgtEl>
                                          <p:spTgt spid="8">
                                            <p:txEl>
                                              <p:pRg st="7" end="7"/>
                                            </p:txEl>
                                          </p:spTgt>
                                        </p:tgtEl>
                                        <p:attrNameLst>
                                          <p:attrName>ppt_w</p:attrName>
                                        </p:attrNameLst>
                                      </p:cBhvr>
                                      <p:tavLst>
                                        <p:tav tm="0">
                                          <p:val>
                                            <p:strVal val="ppt_w"/>
                                          </p:val>
                                        </p:tav>
                                        <p:tav tm="100000">
                                          <p:val>
                                            <p:fltVal val="0"/>
                                          </p:val>
                                        </p:tav>
                                      </p:tavLst>
                                    </p:anim>
                                    <p:anim calcmode="lin" valueType="num">
                                      <p:cBhvr>
                                        <p:cTn id="90" dur="500"/>
                                        <p:tgtEl>
                                          <p:spTgt spid="8">
                                            <p:txEl>
                                              <p:pRg st="7" end="7"/>
                                            </p:txEl>
                                          </p:spTgt>
                                        </p:tgtEl>
                                        <p:attrNameLst>
                                          <p:attrName>ppt_h</p:attrName>
                                        </p:attrNameLst>
                                      </p:cBhvr>
                                      <p:tavLst>
                                        <p:tav tm="0">
                                          <p:val>
                                            <p:strVal val="ppt_h"/>
                                          </p:val>
                                        </p:tav>
                                        <p:tav tm="100000">
                                          <p:val>
                                            <p:fltVal val="0"/>
                                          </p:val>
                                        </p:tav>
                                      </p:tavLst>
                                    </p:anim>
                                    <p:animEffect transition="out" filter="fade">
                                      <p:cBhvr>
                                        <p:cTn id="91" dur="500"/>
                                        <p:tgtEl>
                                          <p:spTgt spid="8">
                                            <p:txEl>
                                              <p:pRg st="7" end="7"/>
                                            </p:txEl>
                                          </p:spTgt>
                                        </p:tgtEl>
                                      </p:cBhvr>
                                    </p:animEffect>
                                    <p:set>
                                      <p:cBhvr>
                                        <p:cTn id="92" dur="1" fill="hold">
                                          <p:stCondLst>
                                            <p:cond delay="499"/>
                                          </p:stCondLst>
                                        </p:cTn>
                                        <p:tgtEl>
                                          <p:spTgt spid="8">
                                            <p:txEl>
                                              <p:pRg st="7" end="7"/>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5" grpId="0" build="allAtOnce"/>
      <p:bldP spid="5" grpId="1" build="allAtOnce"/>
      <p:bldP spid="8" grpId="0" build="allAtOnce"/>
      <p:bldP spid="8" grpId="1" build="allAtOnce"/>
    </p:bldLst>
  </p:timing>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E94C3A25-9F68-F0BD-EB85-FBEC56821F8A}"/>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0CB73AE1-8D5D-4E75-9C60-32BAF1166D87}"/>
              </a:ext>
            </a:extLst>
          </p:cNvPr>
          <p:cNvSpPr/>
          <p:nvPr/>
        </p:nvSpPr>
        <p:spPr>
          <a:xfrm>
            <a:off x="1219473" y="1289227"/>
            <a:ext cx="6705054" cy="521485"/>
          </a:xfrm>
          <a:prstGeom prst="roundRect">
            <a:avLst/>
          </a:prstGeom>
          <a:solidFill>
            <a:srgbClr val="0060FF">
              <a:alpha val="15000"/>
            </a:srgbClr>
          </a:solidFill>
          <a:ln w="25400">
            <a:solidFill>
              <a:srgbClr val="0060F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1B7C1FEC-A3B1-7FD8-214F-36996CC7FE55}"/>
              </a:ext>
            </a:extLst>
          </p:cNvPr>
          <p:cNvSpPr/>
          <p:nvPr/>
        </p:nvSpPr>
        <p:spPr>
          <a:xfrm>
            <a:off x="274318" y="6191790"/>
            <a:ext cx="8595360" cy="45719"/>
          </a:xfrm>
          <a:prstGeom prst="rect">
            <a:avLst/>
          </a:prstGeom>
          <a:solidFill>
            <a:srgbClr val="0060FF"/>
          </a:solidFill>
          <a:ln>
            <a:solidFill>
              <a:srgbClr val="006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FF33DC9-53C3-7E84-DE3E-58541790F4B8}"/>
              </a:ext>
            </a:extLst>
          </p:cNvPr>
          <p:cNvSpPr/>
          <p:nvPr/>
        </p:nvSpPr>
        <p:spPr>
          <a:xfrm>
            <a:off x="274319" y="497840"/>
            <a:ext cx="8595360" cy="45719"/>
          </a:xfrm>
          <a:prstGeom prst="rect">
            <a:avLst/>
          </a:prstGeom>
          <a:solidFill>
            <a:srgbClr val="0060FF"/>
          </a:solidFill>
          <a:ln>
            <a:solidFill>
              <a:srgbClr val="006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C5BFE9A2-C68C-BEAA-FF5D-EFE7BF4529EA}"/>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2CE63FCF-D181-1E50-E92B-EFFBDF4D3D75}"/>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BD907F2F-C64A-6F11-F2C6-FD541F1583E4}"/>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6" name="Rounded Rectangle 5">
            <a:extLst>
              <a:ext uri="{FF2B5EF4-FFF2-40B4-BE49-F238E27FC236}">
                <a16:creationId xmlns:a16="http://schemas.microsoft.com/office/drawing/2014/main" id="{8BF5AA60-8A4A-C797-4A5F-D908EF62C72F}"/>
              </a:ext>
            </a:extLst>
          </p:cNvPr>
          <p:cNvSpPr/>
          <p:nvPr/>
        </p:nvSpPr>
        <p:spPr>
          <a:xfrm>
            <a:off x="1219473" y="2128519"/>
            <a:ext cx="6705054" cy="3405717"/>
          </a:xfrm>
          <a:prstGeom prst="roundRect">
            <a:avLst>
              <a:gd name="adj" fmla="val 2049"/>
            </a:avLst>
          </a:prstGeom>
          <a:solidFill>
            <a:srgbClr val="0060FF">
              <a:alpha val="15000"/>
            </a:srgbClr>
          </a:solidFill>
          <a:ln w="25400">
            <a:solidFill>
              <a:srgbClr val="0060F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225AFE8-4D95-DD65-66E0-17DD3F76C703}"/>
              </a:ext>
            </a:extLst>
          </p:cNvPr>
          <p:cNvSpPr txBox="1"/>
          <p:nvPr/>
        </p:nvSpPr>
        <p:spPr>
          <a:xfrm>
            <a:off x="1184078" y="134904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SynQ Design Principles</a:t>
            </a:r>
            <a:endParaRPr lang="en-US" sz="2000" b="1" spc="300" dirty="0">
              <a:solidFill>
                <a:schemeClr val="bg1"/>
              </a:solidFill>
              <a:latin typeface="Orbitron Black" pitchFamily="2" charset="0"/>
            </a:endParaRPr>
          </a:p>
        </p:txBody>
      </p:sp>
      <p:sp>
        <p:nvSpPr>
          <p:cNvPr id="8" name="TextBox 7">
            <a:extLst>
              <a:ext uri="{FF2B5EF4-FFF2-40B4-BE49-F238E27FC236}">
                <a16:creationId xmlns:a16="http://schemas.microsoft.com/office/drawing/2014/main" id="{7E42982A-1912-4813-89DF-47A6A3D6B129}"/>
              </a:ext>
            </a:extLst>
          </p:cNvPr>
          <p:cNvSpPr txBox="1"/>
          <p:nvPr/>
        </p:nvSpPr>
        <p:spPr>
          <a:xfrm>
            <a:off x="1641290" y="2480656"/>
            <a:ext cx="6063021" cy="2585323"/>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PQC by default</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Deterministic runtime (AI-enhanced)</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Formal verification support</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Unified development environment</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Native SXCP awareness</a:t>
            </a:r>
          </a:p>
        </p:txBody>
      </p:sp>
    </p:spTree>
    <p:extLst>
      <p:ext uri="{BB962C8B-B14F-4D97-AF65-F5344CB8AC3E}">
        <p14:creationId xmlns:p14="http://schemas.microsoft.com/office/powerpoint/2010/main" val="1673110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ou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p:cTn id="17"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iterate type="wd">
                                    <p:tmPct val="10000"/>
                                  </p:iterate>
                                  <p:childTnLst>
                                    <p:set>
                                      <p:cBhvr>
                                        <p:cTn id="23" dur="1" fill="hold">
                                          <p:stCondLst>
                                            <p:cond delay="0"/>
                                          </p:stCondLst>
                                        </p:cTn>
                                        <p:tgtEl>
                                          <p:spTgt spid="8">
                                            <p:txEl>
                                              <p:pRg st="0" end="0"/>
                                            </p:txEl>
                                          </p:spTgt>
                                        </p:tgtEl>
                                        <p:attrNameLst>
                                          <p:attrName>style.visibility</p:attrName>
                                        </p:attrNameLst>
                                      </p:cBhvr>
                                      <p:to>
                                        <p:strVal val="visible"/>
                                      </p:to>
                                    </p:set>
                                    <p:anim calcmode="lin" valueType="num">
                                      <p:cBhvr additive="base">
                                        <p:cTn id="24"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down)">
                                      <p:cBhvr>
                                        <p:cTn id="25" dur="500"/>
                                        <p:tgtEl>
                                          <p:spTgt spid="8">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iterate type="wd">
                                    <p:tmPct val="10000"/>
                                  </p:iterate>
                                  <p:childTnLst>
                                    <p:set>
                                      <p:cBhvr>
                                        <p:cTn id="29" dur="1" fill="hold">
                                          <p:stCondLst>
                                            <p:cond delay="0"/>
                                          </p:stCondLst>
                                        </p:cTn>
                                        <p:tgtEl>
                                          <p:spTgt spid="8">
                                            <p:txEl>
                                              <p:pRg st="2" end="2"/>
                                            </p:txEl>
                                          </p:spTgt>
                                        </p:tgtEl>
                                        <p:attrNameLst>
                                          <p:attrName>style.visibility</p:attrName>
                                        </p:attrNameLst>
                                      </p:cBhvr>
                                      <p:to>
                                        <p:strVal val="visible"/>
                                      </p:to>
                                    </p:set>
                                    <p:anim calcmode="lin" valueType="num">
                                      <p:cBhvr additive="base">
                                        <p:cTn id="30" dur="500"/>
                                        <p:tgtEl>
                                          <p:spTgt spid="8">
                                            <p:txEl>
                                              <p:pRg st="2" end="2"/>
                                            </p:txEl>
                                          </p:spTgt>
                                        </p:tgtEl>
                                        <p:attrNameLst>
                                          <p:attrName>ppt_y</p:attrName>
                                        </p:attrNameLst>
                                      </p:cBhvr>
                                      <p:tavLst>
                                        <p:tav tm="0">
                                          <p:val>
                                            <p:strVal val="#ppt_y-#ppt_h*1.125000"/>
                                          </p:val>
                                        </p:tav>
                                        <p:tav tm="100000">
                                          <p:val>
                                            <p:strVal val="#ppt_y"/>
                                          </p:val>
                                        </p:tav>
                                      </p:tavLst>
                                    </p:anim>
                                    <p:animEffect transition="in" filter="wipe(down)">
                                      <p:cBhvr>
                                        <p:cTn id="31" dur="500"/>
                                        <p:tgtEl>
                                          <p:spTgt spid="8">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iterate type="wd">
                                    <p:tmPct val="10000"/>
                                  </p:iterate>
                                  <p:childTnLst>
                                    <p:set>
                                      <p:cBhvr>
                                        <p:cTn id="35" dur="1" fill="hold">
                                          <p:stCondLst>
                                            <p:cond delay="0"/>
                                          </p:stCondLst>
                                        </p:cTn>
                                        <p:tgtEl>
                                          <p:spTgt spid="8">
                                            <p:txEl>
                                              <p:pRg st="4" end="4"/>
                                            </p:txEl>
                                          </p:spTgt>
                                        </p:tgtEl>
                                        <p:attrNameLst>
                                          <p:attrName>style.visibility</p:attrName>
                                        </p:attrNameLst>
                                      </p:cBhvr>
                                      <p:to>
                                        <p:strVal val="visible"/>
                                      </p:to>
                                    </p:set>
                                    <p:anim calcmode="lin" valueType="num">
                                      <p:cBhvr additive="base">
                                        <p:cTn id="36" dur="500"/>
                                        <p:tgtEl>
                                          <p:spTgt spid="8">
                                            <p:txEl>
                                              <p:pRg st="4" end="4"/>
                                            </p:txEl>
                                          </p:spTgt>
                                        </p:tgtEl>
                                        <p:attrNameLst>
                                          <p:attrName>ppt_y</p:attrName>
                                        </p:attrNameLst>
                                      </p:cBhvr>
                                      <p:tavLst>
                                        <p:tav tm="0">
                                          <p:val>
                                            <p:strVal val="#ppt_y-#ppt_h*1.125000"/>
                                          </p:val>
                                        </p:tav>
                                        <p:tav tm="100000">
                                          <p:val>
                                            <p:strVal val="#ppt_y"/>
                                          </p:val>
                                        </p:tav>
                                      </p:tavLst>
                                    </p:anim>
                                    <p:animEffect transition="in" filter="wipe(down)">
                                      <p:cBhvr>
                                        <p:cTn id="37" dur="500"/>
                                        <p:tgtEl>
                                          <p:spTgt spid="8">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wd">
                                    <p:tmPct val="10000"/>
                                  </p:iterate>
                                  <p:childTnLst>
                                    <p:set>
                                      <p:cBhvr>
                                        <p:cTn id="41" dur="1" fill="hold">
                                          <p:stCondLst>
                                            <p:cond delay="0"/>
                                          </p:stCondLst>
                                        </p:cTn>
                                        <p:tgtEl>
                                          <p:spTgt spid="8">
                                            <p:txEl>
                                              <p:pRg st="6" end="6"/>
                                            </p:txEl>
                                          </p:spTgt>
                                        </p:tgtEl>
                                        <p:attrNameLst>
                                          <p:attrName>style.visibility</p:attrName>
                                        </p:attrNameLst>
                                      </p:cBhvr>
                                      <p:to>
                                        <p:strVal val="visible"/>
                                      </p:to>
                                    </p:set>
                                    <p:anim calcmode="lin" valueType="num">
                                      <p:cBhvr additive="base">
                                        <p:cTn id="42" dur="500"/>
                                        <p:tgtEl>
                                          <p:spTgt spid="8">
                                            <p:txEl>
                                              <p:pRg st="6" end="6"/>
                                            </p:txEl>
                                          </p:spTgt>
                                        </p:tgtEl>
                                        <p:attrNameLst>
                                          <p:attrName>ppt_y</p:attrName>
                                        </p:attrNameLst>
                                      </p:cBhvr>
                                      <p:tavLst>
                                        <p:tav tm="0">
                                          <p:val>
                                            <p:strVal val="#ppt_y-#ppt_h*1.125000"/>
                                          </p:val>
                                        </p:tav>
                                        <p:tav tm="100000">
                                          <p:val>
                                            <p:strVal val="#ppt_y"/>
                                          </p:val>
                                        </p:tav>
                                      </p:tavLst>
                                    </p:anim>
                                    <p:animEffect transition="in" filter="wipe(down)">
                                      <p:cBhvr>
                                        <p:cTn id="43" dur="500"/>
                                        <p:tgtEl>
                                          <p:spTgt spid="8">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grpId="0" nodeType="clickEffect">
                                  <p:stCondLst>
                                    <p:cond delay="0"/>
                                  </p:stCondLst>
                                  <p:iterate type="wd">
                                    <p:tmPct val="10000"/>
                                  </p:iterate>
                                  <p:childTnLst>
                                    <p:set>
                                      <p:cBhvr>
                                        <p:cTn id="47" dur="1" fill="hold">
                                          <p:stCondLst>
                                            <p:cond delay="0"/>
                                          </p:stCondLst>
                                        </p:cTn>
                                        <p:tgtEl>
                                          <p:spTgt spid="8">
                                            <p:txEl>
                                              <p:pRg st="8" end="8"/>
                                            </p:txEl>
                                          </p:spTgt>
                                        </p:tgtEl>
                                        <p:attrNameLst>
                                          <p:attrName>style.visibility</p:attrName>
                                        </p:attrNameLst>
                                      </p:cBhvr>
                                      <p:to>
                                        <p:strVal val="visible"/>
                                      </p:to>
                                    </p:set>
                                    <p:anim calcmode="lin" valueType="num">
                                      <p:cBhvr additive="base">
                                        <p:cTn id="48" dur="500"/>
                                        <p:tgtEl>
                                          <p:spTgt spid="8">
                                            <p:txEl>
                                              <p:pRg st="8" end="8"/>
                                            </p:txEl>
                                          </p:spTgt>
                                        </p:tgtEl>
                                        <p:attrNameLst>
                                          <p:attrName>ppt_y</p:attrName>
                                        </p:attrNameLst>
                                      </p:cBhvr>
                                      <p:tavLst>
                                        <p:tav tm="0">
                                          <p:val>
                                            <p:strVal val="#ppt_y-#ppt_h*1.125000"/>
                                          </p:val>
                                        </p:tav>
                                        <p:tav tm="100000">
                                          <p:val>
                                            <p:strVal val="#ppt_y"/>
                                          </p:val>
                                        </p:tav>
                                      </p:tavLst>
                                    </p:anim>
                                    <p:animEffect transition="in" filter="wipe(down)">
                                      <p:cBhvr>
                                        <p:cTn id="49" dur="500"/>
                                        <p:tgtEl>
                                          <p:spTgt spid="8">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xit" presetSubtype="32" fill="hold" grpId="1" nodeType="clickEffect">
                                  <p:stCondLst>
                                    <p:cond delay="0"/>
                                  </p:stCondLst>
                                  <p:childTnLst>
                                    <p:anim calcmode="lin" valueType="num">
                                      <p:cBhvr>
                                        <p:cTn id="53" dur="500"/>
                                        <p:tgtEl>
                                          <p:spTgt spid="5">
                                            <p:txEl>
                                              <p:pRg st="0" end="0"/>
                                            </p:txEl>
                                          </p:spTgt>
                                        </p:tgtEl>
                                        <p:attrNameLst>
                                          <p:attrName>ppt_w</p:attrName>
                                        </p:attrNameLst>
                                      </p:cBhvr>
                                      <p:tavLst>
                                        <p:tav tm="0">
                                          <p:val>
                                            <p:strVal val="ppt_w"/>
                                          </p:val>
                                        </p:tav>
                                        <p:tav tm="100000">
                                          <p:val>
                                            <p:fltVal val="0"/>
                                          </p:val>
                                        </p:tav>
                                      </p:tavLst>
                                    </p:anim>
                                    <p:anim calcmode="lin" valueType="num">
                                      <p:cBhvr>
                                        <p:cTn id="54" dur="500"/>
                                        <p:tgtEl>
                                          <p:spTgt spid="5">
                                            <p:txEl>
                                              <p:pRg st="0" end="0"/>
                                            </p:txEl>
                                          </p:spTgt>
                                        </p:tgtEl>
                                        <p:attrNameLst>
                                          <p:attrName>ppt_h</p:attrName>
                                        </p:attrNameLst>
                                      </p:cBhvr>
                                      <p:tavLst>
                                        <p:tav tm="0">
                                          <p:val>
                                            <p:strVal val="ppt_h"/>
                                          </p:val>
                                        </p:tav>
                                        <p:tav tm="100000">
                                          <p:val>
                                            <p:fltVal val="0"/>
                                          </p:val>
                                        </p:tav>
                                      </p:tavLst>
                                    </p:anim>
                                    <p:animEffect transition="out" filter="fade">
                                      <p:cBhvr>
                                        <p:cTn id="55" dur="500"/>
                                        <p:tgtEl>
                                          <p:spTgt spid="5">
                                            <p:txEl>
                                              <p:pRg st="0" end="0"/>
                                            </p:txEl>
                                          </p:spTgt>
                                        </p:tgtEl>
                                      </p:cBhvr>
                                    </p:animEffect>
                                    <p:set>
                                      <p:cBhvr>
                                        <p:cTn id="56" dur="1" fill="hold">
                                          <p:stCondLst>
                                            <p:cond delay="499"/>
                                          </p:stCondLst>
                                        </p:cTn>
                                        <p:tgtEl>
                                          <p:spTgt spid="5">
                                            <p:txEl>
                                              <p:pRg st="0" end="0"/>
                                            </p:txEl>
                                          </p:spTgt>
                                        </p:tgtEl>
                                        <p:attrNameLst>
                                          <p:attrName>style.visibility</p:attrName>
                                        </p:attrNameLst>
                                      </p:cBhvr>
                                      <p:to>
                                        <p:strVal val="hidden"/>
                                      </p:to>
                                    </p:set>
                                  </p:childTnLst>
                                </p:cTn>
                              </p:par>
                              <p:par>
                                <p:cTn id="57" presetID="53" presetClass="exit" presetSubtype="32" fill="hold" grpId="1" nodeType="withEffect">
                                  <p:stCondLst>
                                    <p:cond delay="0"/>
                                  </p:stCondLst>
                                  <p:iterate type="wd">
                                    <p:tmPct val="0"/>
                                  </p:iterate>
                                  <p:childTnLst>
                                    <p:anim calcmode="lin" valueType="num">
                                      <p:cBhvr>
                                        <p:cTn id="58" dur="500"/>
                                        <p:tgtEl>
                                          <p:spTgt spid="8">
                                            <p:txEl>
                                              <p:pRg st="0" end="0"/>
                                            </p:txEl>
                                          </p:spTgt>
                                        </p:tgtEl>
                                        <p:attrNameLst>
                                          <p:attrName>ppt_w</p:attrName>
                                        </p:attrNameLst>
                                      </p:cBhvr>
                                      <p:tavLst>
                                        <p:tav tm="0">
                                          <p:val>
                                            <p:strVal val="ppt_w"/>
                                          </p:val>
                                        </p:tav>
                                        <p:tav tm="100000">
                                          <p:val>
                                            <p:fltVal val="0"/>
                                          </p:val>
                                        </p:tav>
                                      </p:tavLst>
                                    </p:anim>
                                    <p:anim calcmode="lin" valueType="num">
                                      <p:cBhvr>
                                        <p:cTn id="59"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60" dur="500"/>
                                        <p:tgtEl>
                                          <p:spTgt spid="8">
                                            <p:txEl>
                                              <p:pRg st="0" end="0"/>
                                            </p:txEl>
                                          </p:spTgt>
                                        </p:tgtEl>
                                      </p:cBhvr>
                                    </p:animEffect>
                                    <p:set>
                                      <p:cBhvr>
                                        <p:cTn id="61" dur="1" fill="hold">
                                          <p:stCondLst>
                                            <p:cond delay="499"/>
                                          </p:stCondLst>
                                        </p:cTn>
                                        <p:tgtEl>
                                          <p:spTgt spid="8">
                                            <p:txEl>
                                              <p:pRg st="0" end="0"/>
                                            </p:txEl>
                                          </p:spTgt>
                                        </p:tgtEl>
                                        <p:attrNameLst>
                                          <p:attrName>style.visibility</p:attrName>
                                        </p:attrNameLst>
                                      </p:cBhvr>
                                      <p:to>
                                        <p:strVal val="hidden"/>
                                      </p:to>
                                    </p:set>
                                  </p:childTnLst>
                                </p:cTn>
                              </p:par>
                              <p:par>
                                <p:cTn id="62" presetID="53" presetClass="exit" presetSubtype="32" fill="hold" grpId="1" nodeType="withEffect">
                                  <p:stCondLst>
                                    <p:cond delay="0"/>
                                  </p:stCondLst>
                                  <p:iterate type="wd">
                                    <p:tmPct val="0"/>
                                  </p:iterate>
                                  <p:childTnLst>
                                    <p:anim calcmode="lin" valueType="num">
                                      <p:cBhvr>
                                        <p:cTn id="63" dur="500"/>
                                        <p:tgtEl>
                                          <p:spTgt spid="8">
                                            <p:txEl>
                                              <p:pRg st="2" end="2"/>
                                            </p:txEl>
                                          </p:spTgt>
                                        </p:tgtEl>
                                        <p:attrNameLst>
                                          <p:attrName>ppt_w</p:attrName>
                                        </p:attrNameLst>
                                      </p:cBhvr>
                                      <p:tavLst>
                                        <p:tav tm="0">
                                          <p:val>
                                            <p:strVal val="ppt_w"/>
                                          </p:val>
                                        </p:tav>
                                        <p:tav tm="100000">
                                          <p:val>
                                            <p:fltVal val="0"/>
                                          </p:val>
                                        </p:tav>
                                      </p:tavLst>
                                    </p:anim>
                                    <p:anim calcmode="lin" valueType="num">
                                      <p:cBhvr>
                                        <p:cTn id="64" dur="500"/>
                                        <p:tgtEl>
                                          <p:spTgt spid="8">
                                            <p:txEl>
                                              <p:pRg st="2" end="2"/>
                                            </p:txEl>
                                          </p:spTgt>
                                        </p:tgtEl>
                                        <p:attrNameLst>
                                          <p:attrName>ppt_h</p:attrName>
                                        </p:attrNameLst>
                                      </p:cBhvr>
                                      <p:tavLst>
                                        <p:tav tm="0">
                                          <p:val>
                                            <p:strVal val="ppt_h"/>
                                          </p:val>
                                        </p:tav>
                                        <p:tav tm="100000">
                                          <p:val>
                                            <p:fltVal val="0"/>
                                          </p:val>
                                        </p:tav>
                                      </p:tavLst>
                                    </p:anim>
                                    <p:animEffect transition="out" filter="fade">
                                      <p:cBhvr>
                                        <p:cTn id="65" dur="500"/>
                                        <p:tgtEl>
                                          <p:spTgt spid="8">
                                            <p:txEl>
                                              <p:pRg st="2" end="2"/>
                                            </p:txEl>
                                          </p:spTgt>
                                        </p:tgtEl>
                                      </p:cBhvr>
                                    </p:animEffect>
                                    <p:set>
                                      <p:cBhvr>
                                        <p:cTn id="66" dur="1" fill="hold">
                                          <p:stCondLst>
                                            <p:cond delay="499"/>
                                          </p:stCondLst>
                                        </p:cTn>
                                        <p:tgtEl>
                                          <p:spTgt spid="8">
                                            <p:txEl>
                                              <p:pRg st="2" end="2"/>
                                            </p:txEl>
                                          </p:spTgt>
                                        </p:tgtEl>
                                        <p:attrNameLst>
                                          <p:attrName>style.visibility</p:attrName>
                                        </p:attrNameLst>
                                      </p:cBhvr>
                                      <p:to>
                                        <p:strVal val="hidden"/>
                                      </p:to>
                                    </p:set>
                                  </p:childTnLst>
                                </p:cTn>
                              </p:par>
                              <p:par>
                                <p:cTn id="67" presetID="53" presetClass="exit" presetSubtype="32" fill="hold" grpId="1" nodeType="withEffect">
                                  <p:stCondLst>
                                    <p:cond delay="0"/>
                                  </p:stCondLst>
                                  <p:iterate type="wd">
                                    <p:tmPct val="0"/>
                                  </p:iterate>
                                  <p:childTnLst>
                                    <p:anim calcmode="lin" valueType="num">
                                      <p:cBhvr>
                                        <p:cTn id="68" dur="500"/>
                                        <p:tgtEl>
                                          <p:spTgt spid="8">
                                            <p:txEl>
                                              <p:pRg st="4" end="4"/>
                                            </p:txEl>
                                          </p:spTgt>
                                        </p:tgtEl>
                                        <p:attrNameLst>
                                          <p:attrName>ppt_w</p:attrName>
                                        </p:attrNameLst>
                                      </p:cBhvr>
                                      <p:tavLst>
                                        <p:tav tm="0">
                                          <p:val>
                                            <p:strVal val="ppt_w"/>
                                          </p:val>
                                        </p:tav>
                                        <p:tav tm="100000">
                                          <p:val>
                                            <p:fltVal val="0"/>
                                          </p:val>
                                        </p:tav>
                                      </p:tavLst>
                                    </p:anim>
                                    <p:anim calcmode="lin" valueType="num">
                                      <p:cBhvr>
                                        <p:cTn id="69" dur="500"/>
                                        <p:tgtEl>
                                          <p:spTgt spid="8">
                                            <p:txEl>
                                              <p:pRg st="4" end="4"/>
                                            </p:txEl>
                                          </p:spTgt>
                                        </p:tgtEl>
                                        <p:attrNameLst>
                                          <p:attrName>ppt_h</p:attrName>
                                        </p:attrNameLst>
                                      </p:cBhvr>
                                      <p:tavLst>
                                        <p:tav tm="0">
                                          <p:val>
                                            <p:strVal val="ppt_h"/>
                                          </p:val>
                                        </p:tav>
                                        <p:tav tm="100000">
                                          <p:val>
                                            <p:fltVal val="0"/>
                                          </p:val>
                                        </p:tav>
                                      </p:tavLst>
                                    </p:anim>
                                    <p:animEffect transition="out" filter="fade">
                                      <p:cBhvr>
                                        <p:cTn id="70" dur="500"/>
                                        <p:tgtEl>
                                          <p:spTgt spid="8">
                                            <p:txEl>
                                              <p:pRg st="4" end="4"/>
                                            </p:txEl>
                                          </p:spTgt>
                                        </p:tgtEl>
                                      </p:cBhvr>
                                    </p:animEffect>
                                    <p:set>
                                      <p:cBhvr>
                                        <p:cTn id="71" dur="1" fill="hold">
                                          <p:stCondLst>
                                            <p:cond delay="499"/>
                                          </p:stCondLst>
                                        </p:cTn>
                                        <p:tgtEl>
                                          <p:spTgt spid="8">
                                            <p:txEl>
                                              <p:pRg st="4" end="4"/>
                                            </p:txEl>
                                          </p:spTgt>
                                        </p:tgtEl>
                                        <p:attrNameLst>
                                          <p:attrName>style.visibility</p:attrName>
                                        </p:attrNameLst>
                                      </p:cBhvr>
                                      <p:to>
                                        <p:strVal val="hidden"/>
                                      </p:to>
                                    </p:set>
                                  </p:childTnLst>
                                </p:cTn>
                              </p:par>
                              <p:par>
                                <p:cTn id="72" presetID="53" presetClass="exit" presetSubtype="32" fill="hold" grpId="1" nodeType="withEffect">
                                  <p:stCondLst>
                                    <p:cond delay="0"/>
                                  </p:stCondLst>
                                  <p:iterate type="wd">
                                    <p:tmPct val="0"/>
                                  </p:iterate>
                                  <p:childTnLst>
                                    <p:anim calcmode="lin" valueType="num">
                                      <p:cBhvr>
                                        <p:cTn id="73" dur="500"/>
                                        <p:tgtEl>
                                          <p:spTgt spid="8">
                                            <p:txEl>
                                              <p:pRg st="6" end="6"/>
                                            </p:txEl>
                                          </p:spTgt>
                                        </p:tgtEl>
                                        <p:attrNameLst>
                                          <p:attrName>ppt_w</p:attrName>
                                        </p:attrNameLst>
                                      </p:cBhvr>
                                      <p:tavLst>
                                        <p:tav tm="0">
                                          <p:val>
                                            <p:strVal val="ppt_w"/>
                                          </p:val>
                                        </p:tav>
                                        <p:tav tm="100000">
                                          <p:val>
                                            <p:fltVal val="0"/>
                                          </p:val>
                                        </p:tav>
                                      </p:tavLst>
                                    </p:anim>
                                    <p:anim calcmode="lin" valueType="num">
                                      <p:cBhvr>
                                        <p:cTn id="74" dur="500"/>
                                        <p:tgtEl>
                                          <p:spTgt spid="8">
                                            <p:txEl>
                                              <p:pRg st="6" end="6"/>
                                            </p:txEl>
                                          </p:spTgt>
                                        </p:tgtEl>
                                        <p:attrNameLst>
                                          <p:attrName>ppt_h</p:attrName>
                                        </p:attrNameLst>
                                      </p:cBhvr>
                                      <p:tavLst>
                                        <p:tav tm="0">
                                          <p:val>
                                            <p:strVal val="ppt_h"/>
                                          </p:val>
                                        </p:tav>
                                        <p:tav tm="100000">
                                          <p:val>
                                            <p:fltVal val="0"/>
                                          </p:val>
                                        </p:tav>
                                      </p:tavLst>
                                    </p:anim>
                                    <p:animEffect transition="out" filter="fade">
                                      <p:cBhvr>
                                        <p:cTn id="75" dur="500"/>
                                        <p:tgtEl>
                                          <p:spTgt spid="8">
                                            <p:txEl>
                                              <p:pRg st="6" end="6"/>
                                            </p:txEl>
                                          </p:spTgt>
                                        </p:tgtEl>
                                      </p:cBhvr>
                                    </p:animEffect>
                                    <p:set>
                                      <p:cBhvr>
                                        <p:cTn id="76" dur="1" fill="hold">
                                          <p:stCondLst>
                                            <p:cond delay="499"/>
                                          </p:stCondLst>
                                        </p:cTn>
                                        <p:tgtEl>
                                          <p:spTgt spid="8">
                                            <p:txEl>
                                              <p:pRg st="6" end="6"/>
                                            </p:txEl>
                                          </p:spTgt>
                                        </p:tgtEl>
                                        <p:attrNameLst>
                                          <p:attrName>style.visibility</p:attrName>
                                        </p:attrNameLst>
                                      </p:cBhvr>
                                      <p:to>
                                        <p:strVal val="hidden"/>
                                      </p:to>
                                    </p:set>
                                  </p:childTnLst>
                                </p:cTn>
                              </p:par>
                              <p:par>
                                <p:cTn id="77" presetID="53" presetClass="exit" presetSubtype="32" fill="hold" grpId="1" nodeType="withEffect">
                                  <p:stCondLst>
                                    <p:cond delay="0"/>
                                  </p:stCondLst>
                                  <p:iterate type="wd">
                                    <p:tmPct val="0"/>
                                  </p:iterate>
                                  <p:childTnLst>
                                    <p:anim calcmode="lin" valueType="num">
                                      <p:cBhvr>
                                        <p:cTn id="78" dur="500"/>
                                        <p:tgtEl>
                                          <p:spTgt spid="8">
                                            <p:txEl>
                                              <p:pRg st="8" end="8"/>
                                            </p:txEl>
                                          </p:spTgt>
                                        </p:tgtEl>
                                        <p:attrNameLst>
                                          <p:attrName>ppt_w</p:attrName>
                                        </p:attrNameLst>
                                      </p:cBhvr>
                                      <p:tavLst>
                                        <p:tav tm="0">
                                          <p:val>
                                            <p:strVal val="ppt_w"/>
                                          </p:val>
                                        </p:tav>
                                        <p:tav tm="100000">
                                          <p:val>
                                            <p:fltVal val="0"/>
                                          </p:val>
                                        </p:tav>
                                      </p:tavLst>
                                    </p:anim>
                                    <p:anim calcmode="lin" valueType="num">
                                      <p:cBhvr>
                                        <p:cTn id="79" dur="500"/>
                                        <p:tgtEl>
                                          <p:spTgt spid="8">
                                            <p:txEl>
                                              <p:pRg st="8" end="8"/>
                                            </p:txEl>
                                          </p:spTgt>
                                        </p:tgtEl>
                                        <p:attrNameLst>
                                          <p:attrName>ppt_h</p:attrName>
                                        </p:attrNameLst>
                                      </p:cBhvr>
                                      <p:tavLst>
                                        <p:tav tm="0">
                                          <p:val>
                                            <p:strVal val="ppt_h"/>
                                          </p:val>
                                        </p:tav>
                                        <p:tav tm="100000">
                                          <p:val>
                                            <p:fltVal val="0"/>
                                          </p:val>
                                        </p:tav>
                                      </p:tavLst>
                                    </p:anim>
                                    <p:animEffect transition="out" filter="fade">
                                      <p:cBhvr>
                                        <p:cTn id="80" dur="500"/>
                                        <p:tgtEl>
                                          <p:spTgt spid="8">
                                            <p:txEl>
                                              <p:pRg st="8" end="8"/>
                                            </p:txEl>
                                          </p:spTgt>
                                        </p:tgtEl>
                                      </p:cBhvr>
                                    </p:animEffect>
                                    <p:set>
                                      <p:cBhvr>
                                        <p:cTn id="81" dur="1" fill="hold">
                                          <p:stCondLst>
                                            <p:cond delay="499"/>
                                          </p:stCondLst>
                                        </p:cTn>
                                        <p:tgtEl>
                                          <p:spTgt spid="8">
                                            <p:txEl>
                                              <p:pRg st="8" end="8"/>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5" grpId="0" build="allAtOnce"/>
      <p:bldP spid="5" grpId="1" build="allAtOnce"/>
      <p:bldP spid="8" grpId="0" build="allAtOnce"/>
      <p:bldP spid="8" grpId="1" build="allAtOnce"/>
    </p:bld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34A5C07E-F97F-DEF2-CA07-DDB1CDAE385D}"/>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565715C3-0EAF-CFB1-B60D-F35037392388}"/>
              </a:ext>
            </a:extLst>
          </p:cNvPr>
          <p:cNvSpPr/>
          <p:nvPr/>
        </p:nvSpPr>
        <p:spPr>
          <a:xfrm>
            <a:off x="1219473" y="1289227"/>
            <a:ext cx="6705054" cy="521485"/>
          </a:xfrm>
          <a:prstGeom prst="roundRect">
            <a:avLst/>
          </a:prstGeom>
          <a:solidFill>
            <a:srgbClr val="0060FF">
              <a:alpha val="15000"/>
            </a:srgbClr>
          </a:solidFill>
          <a:ln w="25400">
            <a:solidFill>
              <a:srgbClr val="0060F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F58BBA82-5CD7-1FC2-5C12-0F8D46ECBBD4}"/>
              </a:ext>
            </a:extLst>
          </p:cNvPr>
          <p:cNvSpPr/>
          <p:nvPr/>
        </p:nvSpPr>
        <p:spPr>
          <a:xfrm>
            <a:off x="274318" y="6191790"/>
            <a:ext cx="8595360" cy="45719"/>
          </a:xfrm>
          <a:prstGeom prst="rect">
            <a:avLst/>
          </a:prstGeom>
          <a:solidFill>
            <a:srgbClr val="0060FF"/>
          </a:solidFill>
          <a:ln>
            <a:solidFill>
              <a:srgbClr val="006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A031E11-3CC5-D384-B7CE-56F5070FA8F3}"/>
              </a:ext>
            </a:extLst>
          </p:cNvPr>
          <p:cNvSpPr/>
          <p:nvPr/>
        </p:nvSpPr>
        <p:spPr>
          <a:xfrm>
            <a:off x="274319" y="497840"/>
            <a:ext cx="8595360" cy="45719"/>
          </a:xfrm>
          <a:prstGeom prst="rect">
            <a:avLst/>
          </a:prstGeom>
          <a:solidFill>
            <a:srgbClr val="0060FF"/>
          </a:solidFill>
          <a:ln>
            <a:solidFill>
              <a:srgbClr val="006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C89AECCC-B5EC-C465-158A-C6D3B7EEE7B5}"/>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F4AD8777-4A80-05A5-76BE-3534A7415C1A}"/>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DFEFF9C6-B843-15DF-4400-29FEC49304E3}"/>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6" name="Rounded Rectangle 5">
            <a:extLst>
              <a:ext uri="{FF2B5EF4-FFF2-40B4-BE49-F238E27FC236}">
                <a16:creationId xmlns:a16="http://schemas.microsoft.com/office/drawing/2014/main" id="{B3BDC7F3-2008-DDDD-863A-9BBE844D6996}"/>
              </a:ext>
            </a:extLst>
          </p:cNvPr>
          <p:cNvSpPr/>
          <p:nvPr/>
        </p:nvSpPr>
        <p:spPr>
          <a:xfrm>
            <a:off x="1219473" y="2128519"/>
            <a:ext cx="6705054" cy="3405717"/>
          </a:xfrm>
          <a:prstGeom prst="roundRect">
            <a:avLst>
              <a:gd name="adj" fmla="val 2049"/>
            </a:avLst>
          </a:prstGeom>
          <a:solidFill>
            <a:srgbClr val="0060FF">
              <a:alpha val="15000"/>
            </a:srgbClr>
          </a:solidFill>
          <a:ln w="25400">
            <a:solidFill>
              <a:srgbClr val="0060F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98D0C4A-9449-A252-E96A-AF4F52A58D29}"/>
              </a:ext>
            </a:extLst>
          </p:cNvPr>
          <p:cNvSpPr txBox="1"/>
          <p:nvPr/>
        </p:nvSpPr>
        <p:spPr>
          <a:xfrm>
            <a:off x="1184078" y="134904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Why Developers Will Choose SynQ</a:t>
            </a:r>
            <a:endParaRPr lang="en-US" sz="2000" b="1" spc="300" dirty="0">
              <a:solidFill>
                <a:schemeClr val="bg1"/>
              </a:solidFill>
              <a:latin typeface="Orbitron Black" pitchFamily="2" charset="0"/>
            </a:endParaRPr>
          </a:p>
        </p:txBody>
      </p:sp>
      <p:sp>
        <p:nvSpPr>
          <p:cNvPr id="8" name="TextBox 7">
            <a:extLst>
              <a:ext uri="{FF2B5EF4-FFF2-40B4-BE49-F238E27FC236}">
                <a16:creationId xmlns:a16="http://schemas.microsoft.com/office/drawing/2014/main" id="{72B0779B-825B-5745-419B-0AEB06C56629}"/>
              </a:ext>
            </a:extLst>
          </p:cNvPr>
          <p:cNvSpPr txBox="1"/>
          <p:nvPr/>
        </p:nvSpPr>
        <p:spPr>
          <a:xfrm>
            <a:off x="1641290" y="2480656"/>
            <a:ext cx="6063021" cy="2585323"/>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Build once, deploy everywhere</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Predictable cross-chain execution</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Enterprise-grade safety</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Easy auditability</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Performance optimized for PQC workloads</a:t>
            </a:r>
          </a:p>
        </p:txBody>
      </p:sp>
    </p:spTree>
    <p:extLst>
      <p:ext uri="{BB962C8B-B14F-4D97-AF65-F5344CB8AC3E}">
        <p14:creationId xmlns:p14="http://schemas.microsoft.com/office/powerpoint/2010/main" val="2890049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ou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p:cTn id="17"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iterate type="wd">
                                    <p:tmPct val="10000"/>
                                  </p:iterate>
                                  <p:childTnLst>
                                    <p:set>
                                      <p:cBhvr>
                                        <p:cTn id="23" dur="1" fill="hold">
                                          <p:stCondLst>
                                            <p:cond delay="0"/>
                                          </p:stCondLst>
                                        </p:cTn>
                                        <p:tgtEl>
                                          <p:spTgt spid="8">
                                            <p:txEl>
                                              <p:pRg st="0" end="0"/>
                                            </p:txEl>
                                          </p:spTgt>
                                        </p:tgtEl>
                                        <p:attrNameLst>
                                          <p:attrName>style.visibility</p:attrName>
                                        </p:attrNameLst>
                                      </p:cBhvr>
                                      <p:to>
                                        <p:strVal val="visible"/>
                                      </p:to>
                                    </p:set>
                                    <p:anim calcmode="lin" valueType="num">
                                      <p:cBhvr additive="base">
                                        <p:cTn id="24"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down)">
                                      <p:cBhvr>
                                        <p:cTn id="25" dur="500"/>
                                        <p:tgtEl>
                                          <p:spTgt spid="8">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iterate type="wd">
                                    <p:tmPct val="10000"/>
                                  </p:iterate>
                                  <p:childTnLst>
                                    <p:set>
                                      <p:cBhvr>
                                        <p:cTn id="29" dur="1" fill="hold">
                                          <p:stCondLst>
                                            <p:cond delay="0"/>
                                          </p:stCondLst>
                                        </p:cTn>
                                        <p:tgtEl>
                                          <p:spTgt spid="8">
                                            <p:txEl>
                                              <p:pRg st="2" end="2"/>
                                            </p:txEl>
                                          </p:spTgt>
                                        </p:tgtEl>
                                        <p:attrNameLst>
                                          <p:attrName>style.visibility</p:attrName>
                                        </p:attrNameLst>
                                      </p:cBhvr>
                                      <p:to>
                                        <p:strVal val="visible"/>
                                      </p:to>
                                    </p:set>
                                    <p:anim calcmode="lin" valueType="num">
                                      <p:cBhvr additive="base">
                                        <p:cTn id="30" dur="500"/>
                                        <p:tgtEl>
                                          <p:spTgt spid="8">
                                            <p:txEl>
                                              <p:pRg st="2" end="2"/>
                                            </p:txEl>
                                          </p:spTgt>
                                        </p:tgtEl>
                                        <p:attrNameLst>
                                          <p:attrName>ppt_y</p:attrName>
                                        </p:attrNameLst>
                                      </p:cBhvr>
                                      <p:tavLst>
                                        <p:tav tm="0">
                                          <p:val>
                                            <p:strVal val="#ppt_y-#ppt_h*1.125000"/>
                                          </p:val>
                                        </p:tav>
                                        <p:tav tm="100000">
                                          <p:val>
                                            <p:strVal val="#ppt_y"/>
                                          </p:val>
                                        </p:tav>
                                      </p:tavLst>
                                    </p:anim>
                                    <p:animEffect transition="in" filter="wipe(down)">
                                      <p:cBhvr>
                                        <p:cTn id="31" dur="500"/>
                                        <p:tgtEl>
                                          <p:spTgt spid="8">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iterate type="wd">
                                    <p:tmPct val="10000"/>
                                  </p:iterate>
                                  <p:childTnLst>
                                    <p:set>
                                      <p:cBhvr>
                                        <p:cTn id="35" dur="1" fill="hold">
                                          <p:stCondLst>
                                            <p:cond delay="0"/>
                                          </p:stCondLst>
                                        </p:cTn>
                                        <p:tgtEl>
                                          <p:spTgt spid="8">
                                            <p:txEl>
                                              <p:pRg st="4" end="4"/>
                                            </p:txEl>
                                          </p:spTgt>
                                        </p:tgtEl>
                                        <p:attrNameLst>
                                          <p:attrName>style.visibility</p:attrName>
                                        </p:attrNameLst>
                                      </p:cBhvr>
                                      <p:to>
                                        <p:strVal val="visible"/>
                                      </p:to>
                                    </p:set>
                                    <p:anim calcmode="lin" valueType="num">
                                      <p:cBhvr additive="base">
                                        <p:cTn id="36" dur="500"/>
                                        <p:tgtEl>
                                          <p:spTgt spid="8">
                                            <p:txEl>
                                              <p:pRg st="4" end="4"/>
                                            </p:txEl>
                                          </p:spTgt>
                                        </p:tgtEl>
                                        <p:attrNameLst>
                                          <p:attrName>ppt_y</p:attrName>
                                        </p:attrNameLst>
                                      </p:cBhvr>
                                      <p:tavLst>
                                        <p:tav tm="0">
                                          <p:val>
                                            <p:strVal val="#ppt_y-#ppt_h*1.125000"/>
                                          </p:val>
                                        </p:tav>
                                        <p:tav tm="100000">
                                          <p:val>
                                            <p:strVal val="#ppt_y"/>
                                          </p:val>
                                        </p:tav>
                                      </p:tavLst>
                                    </p:anim>
                                    <p:animEffect transition="in" filter="wipe(down)">
                                      <p:cBhvr>
                                        <p:cTn id="37" dur="500"/>
                                        <p:tgtEl>
                                          <p:spTgt spid="8">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wd">
                                    <p:tmPct val="10000"/>
                                  </p:iterate>
                                  <p:childTnLst>
                                    <p:set>
                                      <p:cBhvr>
                                        <p:cTn id="41" dur="1" fill="hold">
                                          <p:stCondLst>
                                            <p:cond delay="0"/>
                                          </p:stCondLst>
                                        </p:cTn>
                                        <p:tgtEl>
                                          <p:spTgt spid="8">
                                            <p:txEl>
                                              <p:pRg st="6" end="6"/>
                                            </p:txEl>
                                          </p:spTgt>
                                        </p:tgtEl>
                                        <p:attrNameLst>
                                          <p:attrName>style.visibility</p:attrName>
                                        </p:attrNameLst>
                                      </p:cBhvr>
                                      <p:to>
                                        <p:strVal val="visible"/>
                                      </p:to>
                                    </p:set>
                                    <p:anim calcmode="lin" valueType="num">
                                      <p:cBhvr additive="base">
                                        <p:cTn id="42" dur="500"/>
                                        <p:tgtEl>
                                          <p:spTgt spid="8">
                                            <p:txEl>
                                              <p:pRg st="6" end="6"/>
                                            </p:txEl>
                                          </p:spTgt>
                                        </p:tgtEl>
                                        <p:attrNameLst>
                                          <p:attrName>ppt_y</p:attrName>
                                        </p:attrNameLst>
                                      </p:cBhvr>
                                      <p:tavLst>
                                        <p:tav tm="0">
                                          <p:val>
                                            <p:strVal val="#ppt_y-#ppt_h*1.125000"/>
                                          </p:val>
                                        </p:tav>
                                        <p:tav tm="100000">
                                          <p:val>
                                            <p:strVal val="#ppt_y"/>
                                          </p:val>
                                        </p:tav>
                                      </p:tavLst>
                                    </p:anim>
                                    <p:animEffect transition="in" filter="wipe(down)">
                                      <p:cBhvr>
                                        <p:cTn id="43" dur="500"/>
                                        <p:tgtEl>
                                          <p:spTgt spid="8">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grpId="0" nodeType="clickEffect">
                                  <p:stCondLst>
                                    <p:cond delay="0"/>
                                  </p:stCondLst>
                                  <p:iterate type="wd">
                                    <p:tmPct val="10000"/>
                                  </p:iterate>
                                  <p:childTnLst>
                                    <p:set>
                                      <p:cBhvr>
                                        <p:cTn id="47" dur="1" fill="hold">
                                          <p:stCondLst>
                                            <p:cond delay="0"/>
                                          </p:stCondLst>
                                        </p:cTn>
                                        <p:tgtEl>
                                          <p:spTgt spid="8">
                                            <p:txEl>
                                              <p:pRg st="8" end="8"/>
                                            </p:txEl>
                                          </p:spTgt>
                                        </p:tgtEl>
                                        <p:attrNameLst>
                                          <p:attrName>style.visibility</p:attrName>
                                        </p:attrNameLst>
                                      </p:cBhvr>
                                      <p:to>
                                        <p:strVal val="visible"/>
                                      </p:to>
                                    </p:set>
                                    <p:anim calcmode="lin" valueType="num">
                                      <p:cBhvr additive="base">
                                        <p:cTn id="48" dur="500"/>
                                        <p:tgtEl>
                                          <p:spTgt spid="8">
                                            <p:txEl>
                                              <p:pRg st="8" end="8"/>
                                            </p:txEl>
                                          </p:spTgt>
                                        </p:tgtEl>
                                        <p:attrNameLst>
                                          <p:attrName>ppt_y</p:attrName>
                                        </p:attrNameLst>
                                      </p:cBhvr>
                                      <p:tavLst>
                                        <p:tav tm="0">
                                          <p:val>
                                            <p:strVal val="#ppt_y-#ppt_h*1.125000"/>
                                          </p:val>
                                        </p:tav>
                                        <p:tav tm="100000">
                                          <p:val>
                                            <p:strVal val="#ppt_y"/>
                                          </p:val>
                                        </p:tav>
                                      </p:tavLst>
                                    </p:anim>
                                    <p:animEffect transition="in" filter="wipe(down)">
                                      <p:cBhvr>
                                        <p:cTn id="49" dur="500"/>
                                        <p:tgtEl>
                                          <p:spTgt spid="8">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xit" presetSubtype="32" fill="hold" grpId="1" nodeType="clickEffect">
                                  <p:stCondLst>
                                    <p:cond delay="0"/>
                                  </p:stCondLst>
                                  <p:childTnLst>
                                    <p:anim calcmode="lin" valueType="num">
                                      <p:cBhvr>
                                        <p:cTn id="53" dur="500"/>
                                        <p:tgtEl>
                                          <p:spTgt spid="5">
                                            <p:txEl>
                                              <p:pRg st="0" end="0"/>
                                            </p:txEl>
                                          </p:spTgt>
                                        </p:tgtEl>
                                        <p:attrNameLst>
                                          <p:attrName>ppt_w</p:attrName>
                                        </p:attrNameLst>
                                      </p:cBhvr>
                                      <p:tavLst>
                                        <p:tav tm="0">
                                          <p:val>
                                            <p:strVal val="ppt_w"/>
                                          </p:val>
                                        </p:tav>
                                        <p:tav tm="100000">
                                          <p:val>
                                            <p:fltVal val="0"/>
                                          </p:val>
                                        </p:tav>
                                      </p:tavLst>
                                    </p:anim>
                                    <p:anim calcmode="lin" valueType="num">
                                      <p:cBhvr>
                                        <p:cTn id="54" dur="500"/>
                                        <p:tgtEl>
                                          <p:spTgt spid="5">
                                            <p:txEl>
                                              <p:pRg st="0" end="0"/>
                                            </p:txEl>
                                          </p:spTgt>
                                        </p:tgtEl>
                                        <p:attrNameLst>
                                          <p:attrName>ppt_h</p:attrName>
                                        </p:attrNameLst>
                                      </p:cBhvr>
                                      <p:tavLst>
                                        <p:tav tm="0">
                                          <p:val>
                                            <p:strVal val="ppt_h"/>
                                          </p:val>
                                        </p:tav>
                                        <p:tav tm="100000">
                                          <p:val>
                                            <p:fltVal val="0"/>
                                          </p:val>
                                        </p:tav>
                                      </p:tavLst>
                                    </p:anim>
                                    <p:animEffect transition="out" filter="fade">
                                      <p:cBhvr>
                                        <p:cTn id="55" dur="500"/>
                                        <p:tgtEl>
                                          <p:spTgt spid="5">
                                            <p:txEl>
                                              <p:pRg st="0" end="0"/>
                                            </p:txEl>
                                          </p:spTgt>
                                        </p:tgtEl>
                                      </p:cBhvr>
                                    </p:animEffect>
                                    <p:set>
                                      <p:cBhvr>
                                        <p:cTn id="56" dur="1" fill="hold">
                                          <p:stCondLst>
                                            <p:cond delay="499"/>
                                          </p:stCondLst>
                                        </p:cTn>
                                        <p:tgtEl>
                                          <p:spTgt spid="5">
                                            <p:txEl>
                                              <p:pRg st="0" end="0"/>
                                            </p:txEl>
                                          </p:spTgt>
                                        </p:tgtEl>
                                        <p:attrNameLst>
                                          <p:attrName>style.visibility</p:attrName>
                                        </p:attrNameLst>
                                      </p:cBhvr>
                                      <p:to>
                                        <p:strVal val="hidden"/>
                                      </p:to>
                                    </p:set>
                                  </p:childTnLst>
                                </p:cTn>
                              </p:par>
                              <p:par>
                                <p:cTn id="57" presetID="53" presetClass="exit" presetSubtype="32" fill="hold" grpId="1" nodeType="withEffect">
                                  <p:stCondLst>
                                    <p:cond delay="0"/>
                                  </p:stCondLst>
                                  <p:iterate type="wd">
                                    <p:tmPct val="0"/>
                                  </p:iterate>
                                  <p:childTnLst>
                                    <p:anim calcmode="lin" valueType="num">
                                      <p:cBhvr>
                                        <p:cTn id="58" dur="500"/>
                                        <p:tgtEl>
                                          <p:spTgt spid="8">
                                            <p:txEl>
                                              <p:pRg st="0" end="0"/>
                                            </p:txEl>
                                          </p:spTgt>
                                        </p:tgtEl>
                                        <p:attrNameLst>
                                          <p:attrName>ppt_w</p:attrName>
                                        </p:attrNameLst>
                                      </p:cBhvr>
                                      <p:tavLst>
                                        <p:tav tm="0">
                                          <p:val>
                                            <p:strVal val="ppt_w"/>
                                          </p:val>
                                        </p:tav>
                                        <p:tav tm="100000">
                                          <p:val>
                                            <p:fltVal val="0"/>
                                          </p:val>
                                        </p:tav>
                                      </p:tavLst>
                                    </p:anim>
                                    <p:anim calcmode="lin" valueType="num">
                                      <p:cBhvr>
                                        <p:cTn id="59"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60" dur="500"/>
                                        <p:tgtEl>
                                          <p:spTgt spid="8">
                                            <p:txEl>
                                              <p:pRg st="0" end="0"/>
                                            </p:txEl>
                                          </p:spTgt>
                                        </p:tgtEl>
                                      </p:cBhvr>
                                    </p:animEffect>
                                    <p:set>
                                      <p:cBhvr>
                                        <p:cTn id="61" dur="1" fill="hold">
                                          <p:stCondLst>
                                            <p:cond delay="499"/>
                                          </p:stCondLst>
                                        </p:cTn>
                                        <p:tgtEl>
                                          <p:spTgt spid="8">
                                            <p:txEl>
                                              <p:pRg st="0" end="0"/>
                                            </p:txEl>
                                          </p:spTgt>
                                        </p:tgtEl>
                                        <p:attrNameLst>
                                          <p:attrName>style.visibility</p:attrName>
                                        </p:attrNameLst>
                                      </p:cBhvr>
                                      <p:to>
                                        <p:strVal val="hidden"/>
                                      </p:to>
                                    </p:set>
                                  </p:childTnLst>
                                </p:cTn>
                              </p:par>
                              <p:par>
                                <p:cTn id="62" presetID="53" presetClass="exit" presetSubtype="32" fill="hold" grpId="1" nodeType="withEffect">
                                  <p:stCondLst>
                                    <p:cond delay="0"/>
                                  </p:stCondLst>
                                  <p:iterate type="wd">
                                    <p:tmPct val="0"/>
                                  </p:iterate>
                                  <p:childTnLst>
                                    <p:anim calcmode="lin" valueType="num">
                                      <p:cBhvr>
                                        <p:cTn id="63" dur="500"/>
                                        <p:tgtEl>
                                          <p:spTgt spid="8">
                                            <p:txEl>
                                              <p:pRg st="2" end="2"/>
                                            </p:txEl>
                                          </p:spTgt>
                                        </p:tgtEl>
                                        <p:attrNameLst>
                                          <p:attrName>ppt_w</p:attrName>
                                        </p:attrNameLst>
                                      </p:cBhvr>
                                      <p:tavLst>
                                        <p:tav tm="0">
                                          <p:val>
                                            <p:strVal val="ppt_w"/>
                                          </p:val>
                                        </p:tav>
                                        <p:tav tm="100000">
                                          <p:val>
                                            <p:fltVal val="0"/>
                                          </p:val>
                                        </p:tav>
                                      </p:tavLst>
                                    </p:anim>
                                    <p:anim calcmode="lin" valueType="num">
                                      <p:cBhvr>
                                        <p:cTn id="64" dur="500"/>
                                        <p:tgtEl>
                                          <p:spTgt spid="8">
                                            <p:txEl>
                                              <p:pRg st="2" end="2"/>
                                            </p:txEl>
                                          </p:spTgt>
                                        </p:tgtEl>
                                        <p:attrNameLst>
                                          <p:attrName>ppt_h</p:attrName>
                                        </p:attrNameLst>
                                      </p:cBhvr>
                                      <p:tavLst>
                                        <p:tav tm="0">
                                          <p:val>
                                            <p:strVal val="ppt_h"/>
                                          </p:val>
                                        </p:tav>
                                        <p:tav tm="100000">
                                          <p:val>
                                            <p:fltVal val="0"/>
                                          </p:val>
                                        </p:tav>
                                      </p:tavLst>
                                    </p:anim>
                                    <p:animEffect transition="out" filter="fade">
                                      <p:cBhvr>
                                        <p:cTn id="65" dur="500"/>
                                        <p:tgtEl>
                                          <p:spTgt spid="8">
                                            <p:txEl>
                                              <p:pRg st="2" end="2"/>
                                            </p:txEl>
                                          </p:spTgt>
                                        </p:tgtEl>
                                      </p:cBhvr>
                                    </p:animEffect>
                                    <p:set>
                                      <p:cBhvr>
                                        <p:cTn id="66" dur="1" fill="hold">
                                          <p:stCondLst>
                                            <p:cond delay="499"/>
                                          </p:stCondLst>
                                        </p:cTn>
                                        <p:tgtEl>
                                          <p:spTgt spid="8">
                                            <p:txEl>
                                              <p:pRg st="2" end="2"/>
                                            </p:txEl>
                                          </p:spTgt>
                                        </p:tgtEl>
                                        <p:attrNameLst>
                                          <p:attrName>style.visibility</p:attrName>
                                        </p:attrNameLst>
                                      </p:cBhvr>
                                      <p:to>
                                        <p:strVal val="hidden"/>
                                      </p:to>
                                    </p:set>
                                  </p:childTnLst>
                                </p:cTn>
                              </p:par>
                              <p:par>
                                <p:cTn id="67" presetID="53" presetClass="exit" presetSubtype="32" fill="hold" grpId="1" nodeType="withEffect">
                                  <p:stCondLst>
                                    <p:cond delay="0"/>
                                  </p:stCondLst>
                                  <p:iterate type="wd">
                                    <p:tmPct val="0"/>
                                  </p:iterate>
                                  <p:childTnLst>
                                    <p:anim calcmode="lin" valueType="num">
                                      <p:cBhvr>
                                        <p:cTn id="68" dur="500"/>
                                        <p:tgtEl>
                                          <p:spTgt spid="8">
                                            <p:txEl>
                                              <p:pRg st="4" end="4"/>
                                            </p:txEl>
                                          </p:spTgt>
                                        </p:tgtEl>
                                        <p:attrNameLst>
                                          <p:attrName>ppt_w</p:attrName>
                                        </p:attrNameLst>
                                      </p:cBhvr>
                                      <p:tavLst>
                                        <p:tav tm="0">
                                          <p:val>
                                            <p:strVal val="ppt_w"/>
                                          </p:val>
                                        </p:tav>
                                        <p:tav tm="100000">
                                          <p:val>
                                            <p:fltVal val="0"/>
                                          </p:val>
                                        </p:tav>
                                      </p:tavLst>
                                    </p:anim>
                                    <p:anim calcmode="lin" valueType="num">
                                      <p:cBhvr>
                                        <p:cTn id="69" dur="500"/>
                                        <p:tgtEl>
                                          <p:spTgt spid="8">
                                            <p:txEl>
                                              <p:pRg st="4" end="4"/>
                                            </p:txEl>
                                          </p:spTgt>
                                        </p:tgtEl>
                                        <p:attrNameLst>
                                          <p:attrName>ppt_h</p:attrName>
                                        </p:attrNameLst>
                                      </p:cBhvr>
                                      <p:tavLst>
                                        <p:tav tm="0">
                                          <p:val>
                                            <p:strVal val="ppt_h"/>
                                          </p:val>
                                        </p:tav>
                                        <p:tav tm="100000">
                                          <p:val>
                                            <p:fltVal val="0"/>
                                          </p:val>
                                        </p:tav>
                                      </p:tavLst>
                                    </p:anim>
                                    <p:animEffect transition="out" filter="fade">
                                      <p:cBhvr>
                                        <p:cTn id="70" dur="500"/>
                                        <p:tgtEl>
                                          <p:spTgt spid="8">
                                            <p:txEl>
                                              <p:pRg st="4" end="4"/>
                                            </p:txEl>
                                          </p:spTgt>
                                        </p:tgtEl>
                                      </p:cBhvr>
                                    </p:animEffect>
                                    <p:set>
                                      <p:cBhvr>
                                        <p:cTn id="71" dur="1" fill="hold">
                                          <p:stCondLst>
                                            <p:cond delay="499"/>
                                          </p:stCondLst>
                                        </p:cTn>
                                        <p:tgtEl>
                                          <p:spTgt spid="8">
                                            <p:txEl>
                                              <p:pRg st="4" end="4"/>
                                            </p:txEl>
                                          </p:spTgt>
                                        </p:tgtEl>
                                        <p:attrNameLst>
                                          <p:attrName>style.visibility</p:attrName>
                                        </p:attrNameLst>
                                      </p:cBhvr>
                                      <p:to>
                                        <p:strVal val="hidden"/>
                                      </p:to>
                                    </p:set>
                                  </p:childTnLst>
                                </p:cTn>
                              </p:par>
                              <p:par>
                                <p:cTn id="72" presetID="53" presetClass="exit" presetSubtype="32" fill="hold" grpId="1" nodeType="withEffect">
                                  <p:stCondLst>
                                    <p:cond delay="0"/>
                                  </p:stCondLst>
                                  <p:iterate type="wd">
                                    <p:tmPct val="0"/>
                                  </p:iterate>
                                  <p:childTnLst>
                                    <p:anim calcmode="lin" valueType="num">
                                      <p:cBhvr>
                                        <p:cTn id="73" dur="500"/>
                                        <p:tgtEl>
                                          <p:spTgt spid="8">
                                            <p:txEl>
                                              <p:pRg st="6" end="6"/>
                                            </p:txEl>
                                          </p:spTgt>
                                        </p:tgtEl>
                                        <p:attrNameLst>
                                          <p:attrName>ppt_w</p:attrName>
                                        </p:attrNameLst>
                                      </p:cBhvr>
                                      <p:tavLst>
                                        <p:tav tm="0">
                                          <p:val>
                                            <p:strVal val="ppt_w"/>
                                          </p:val>
                                        </p:tav>
                                        <p:tav tm="100000">
                                          <p:val>
                                            <p:fltVal val="0"/>
                                          </p:val>
                                        </p:tav>
                                      </p:tavLst>
                                    </p:anim>
                                    <p:anim calcmode="lin" valueType="num">
                                      <p:cBhvr>
                                        <p:cTn id="74" dur="500"/>
                                        <p:tgtEl>
                                          <p:spTgt spid="8">
                                            <p:txEl>
                                              <p:pRg st="6" end="6"/>
                                            </p:txEl>
                                          </p:spTgt>
                                        </p:tgtEl>
                                        <p:attrNameLst>
                                          <p:attrName>ppt_h</p:attrName>
                                        </p:attrNameLst>
                                      </p:cBhvr>
                                      <p:tavLst>
                                        <p:tav tm="0">
                                          <p:val>
                                            <p:strVal val="ppt_h"/>
                                          </p:val>
                                        </p:tav>
                                        <p:tav tm="100000">
                                          <p:val>
                                            <p:fltVal val="0"/>
                                          </p:val>
                                        </p:tav>
                                      </p:tavLst>
                                    </p:anim>
                                    <p:animEffect transition="out" filter="fade">
                                      <p:cBhvr>
                                        <p:cTn id="75" dur="500"/>
                                        <p:tgtEl>
                                          <p:spTgt spid="8">
                                            <p:txEl>
                                              <p:pRg st="6" end="6"/>
                                            </p:txEl>
                                          </p:spTgt>
                                        </p:tgtEl>
                                      </p:cBhvr>
                                    </p:animEffect>
                                    <p:set>
                                      <p:cBhvr>
                                        <p:cTn id="76" dur="1" fill="hold">
                                          <p:stCondLst>
                                            <p:cond delay="499"/>
                                          </p:stCondLst>
                                        </p:cTn>
                                        <p:tgtEl>
                                          <p:spTgt spid="8">
                                            <p:txEl>
                                              <p:pRg st="6" end="6"/>
                                            </p:txEl>
                                          </p:spTgt>
                                        </p:tgtEl>
                                        <p:attrNameLst>
                                          <p:attrName>style.visibility</p:attrName>
                                        </p:attrNameLst>
                                      </p:cBhvr>
                                      <p:to>
                                        <p:strVal val="hidden"/>
                                      </p:to>
                                    </p:set>
                                  </p:childTnLst>
                                </p:cTn>
                              </p:par>
                              <p:par>
                                <p:cTn id="77" presetID="53" presetClass="exit" presetSubtype="32" fill="hold" grpId="1" nodeType="withEffect">
                                  <p:stCondLst>
                                    <p:cond delay="0"/>
                                  </p:stCondLst>
                                  <p:iterate type="wd">
                                    <p:tmPct val="0"/>
                                  </p:iterate>
                                  <p:childTnLst>
                                    <p:anim calcmode="lin" valueType="num">
                                      <p:cBhvr>
                                        <p:cTn id="78" dur="500"/>
                                        <p:tgtEl>
                                          <p:spTgt spid="8">
                                            <p:txEl>
                                              <p:pRg st="8" end="8"/>
                                            </p:txEl>
                                          </p:spTgt>
                                        </p:tgtEl>
                                        <p:attrNameLst>
                                          <p:attrName>ppt_w</p:attrName>
                                        </p:attrNameLst>
                                      </p:cBhvr>
                                      <p:tavLst>
                                        <p:tav tm="0">
                                          <p:val>
                                            <p:strVal val="ppt_w"/>
                                          </p:val>
                                        </p:tav>
                                        <p:tav tm="100000">
                                          <p:val>
                                            <p:fltVal val="0"/>
                                          </p:val>
                                        </p:tav>
                                      </p:tavLst>
                                    </p:anim>
                                    <p:anim calcmode="lin" valueType="num">
                                      <p:cBhvr>
                                        <p:cTn id="79" dur="500"/>
                                        <p:tgtEl>
                                          <p:spTgt spid="8">
                                            <p:txEl>
                                              <p:pRg st="8" end="8"/>
                                            </p:txEl>
                                          </p:spTgt>
                                        </p:tgtEl>
                                        <p:attrNameLst>
                                          <p:attrName>ppt_h</p:attrName>
                                        </p:attrNameLst>
                                      </p:cBhvr>
                                      <p:tavLst>
                                        <p:tav tm="0">
                                          <p:val>
                                            <p:strVal val="ppt_h"/>
                                          </p:val>
                                        </p:tav>
                                        <p:tav tm="100000">
                                          <p:val>
                                            <p:fltVal val="0"/>
                                          </p:val>
                                        </p:tav>
                                      </p:tavLst>
                                    </p:anim>
                                    <p:animEffect transition="out" filter="fade">
                                      <p:cBhvr>
                                        <p:cTn id="80" dur="500"/>
                                        <p:tgtEl>
                                          <p:spTgt spid="8">
                                            <p:txEl>
                                              <p:pRg st="8" end="8"/>
                                            </p:txEl>
                                          </p:spTgt>
                                        </p:tgtEl>
                                      </p:cBhvr>
                                    </p:animEffect>
                                    <p:set>
                                      <p:cBhvr>
                                        <p:cTn id="81" dur="1" fill="hold">
                                          <p:stCondLst>
                                            <p:cond delay="499"/>
                                          </p:stCondLst>
                                        </p:cTn>
                                        <p:tgtEl>
                                          <p:spTgt spid="8">
                                            <p:txEl>
                                              <p:pRg st="8" end="8"/>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5" grpId="0" build="allAtOnce"/>
      <p:bldP spid="5" grpId="1" build="allAtOnce"/>
      <p:bldP spid="8" grpId="0" build="allAtOnce"/>
      <p:bldP spid="8" grpId="1" build="allAtOnce"/>
    </p:bldLst>
  </p:timing>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1D8DA0EE-7612-0A2C-FECB-0DB9378CF934}"/>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BCF24D0F-D755-BD4C-B188-F7FB3DB1757D}"/>
              </a:ext>
            </a:extLst>
          </p:cNvPr>
          <p:cNvSpPr/>
          <p:nvPr/>
        </p:nvSpPr>
        <p:spPr>
          <a:xfrm>
            <a:off x="1219473" y="1289227"/>
            <a:ext cx="6705054" cy="521485"/>
          </a:xfrm>
          <a:prstGeom prst="roundRect">
            <a:avLst/>
          </a:prstGeom>
          <a:solidFill>
            <a:srgbClr val="0060FF">
              <a:alpha val="15000"/>
            </a:srgbClr>
          </a:solidFill>
          <a:ln w="25400">
            <a:solidFill>
              <a:srgbClr val="0060F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EE6C333-8A65-C8DB-E163-1955765C91A0}"/>
              </a:ext>
            </a:extLst>
          </p:cNvPr>
          <p:cNvSpPr/>
          <p:nvPr/>
        </p:nvSpPr>
        <p:spPr>
          <a:xfrm>
            <a:off x="274318" y="6191790"/>
            <a:ext cx="8595360" cy="45719"/>
          </a:xfrm>
          <a:prstGeom prst="rect">
            <a:avLst/>
          </a:prstGeom>
          <a:solidFill>
            <a:srgbClr val="0060FF"/>
          </a:solidFill>
          <a:ln>
            <a:solidFill>
              <a:srgbClr val="006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5797B17-458A-DEA2-6036-2F4E2324E6A0}"/>
              </a:ext>
            </a:extLst>
          </p:cNvPr>
          <p:cNvSpPr/>
          <p:nvPr/>
        </p:nvSpPr>
        <p:spPr>
          <a:xfrm>
            <a:off x="274319" y="497840"/>
            <a:ext cx="8595360" cy="45719"/>
          </a:xfrm>
          <a:prstGeom prst="rect">
            <a:avLst/>
          </a:prstGeom>
          <a:solidFill>
            <a:srgbClr val="0060FF"/>
          </a:solidFill>
          <a:ln>
            <a:solidFill>
              <a:srgbClr val="006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C6F85846-3530-B0B9-8A31-D93BC475885F}"/>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F7134485-0309-B24C-CBF9-B12754033596}"/>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790039FA-EE8E-7656-9BE1-A5CF6D9A5565}"/>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6" name="Rounded Rectangle 5">
            <a:extLst>
              <a:ext uri="{FF2B5EF4-FFF2-40B4-BE49-F238E27FC236}">
                <a16:creationId xmlns:a16="http://schemas.microsoft.com/office/drawing/2014/main" id="{432CBEB1-1972-4017-8DEB-B3FEBA478C42}"/>
              </a:ext>
            </a:extLst>
          </p:cNvPr>
          <p:cNvSpPr/>
          <p:nvPr/>
        </p:nvSpPr>
        <p:spPr>
          <a:xfrm>
            <a:off x="1219473" y="2128519"/>
            <a:ext cx="6705054" cy="3405717"/>
          </a:xfrm>
          <a:prstGeom prst="roundRect">
            <a:avLst>
              <a:gd name="adj" fmla="val 2049"/>
            </a:avLst>
          </a:prstGeom>
          <a:solidFill>
            <a:srgbClr val="0060FF">
              <a:alpha val="15000"/>
            </a:srgbClr>
          </a:solidFill>
          <a:ln w="25400">
            <a:solidFill>
              <a:srgbClr val="0060F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14A8798E-4414-F1BE-FCD8-971DC6FE3302}"/>
              </a:ext>
            </a:extLst>
          </p:cNvPr>
          <p:cNvSpPr txBox="1"/>
          <p:nvPr/>
        </p:nvSpPr>
        <p:spPr>
          <a:xfrm>
            <a:off x="1184078" y="134904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SynQ &amp; AIVM</a:t>
            </a:r>
            <a:endParaRPr lang="en-US" sz="2000" b="1" spc="300" dirty="0">
              <a:solidFill>
                <a:schemeClr val="bg1"/>
              </a:solidFill>
              <a:latin typeface="Orbitron Black" pitchFamily="2" charset="0"/>
            </a:endParaRPr>
          </a:p>
        </p:txBody>
      </p:sp>
      <p:sp>
        <p:nvSpPr>
          <p:cNvPr id="8" name="TextBox 7">
            <a:extLst>
              <a:ext uri="{FF2B5EF4-FFF2-40B4-BE49-F238E27FC236}">
                <a16:creationId xmlns:a16="http://schemas.microsoft.com/office/drawing/2014/main" id="{91E48C4F-82BA-264F-40BA-9BEBCCB4769B}"/>
              </a:ext>
            </a:extLst>
          </p:cNvPr>
          <p:cNvSpPr txBox="1"/>
          <p:nvPr/>
        </p:nvSpPr>
        <p:spPr>
          <a:xfrm>
            <a:off x="1641290" y="2203658"/>
            <a:ext cx="6063021" cy="3139321"/>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The AI-Integrated Virtual Machine enhances:</a:t>
            </a:r>
          </a:p>
          <a:p>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Gas optimization</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Execution forecasting</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Security analysis</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Cross-chain routing</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This merges AI + blockchain at the protocol level.</a:t>
            </a:r>
          </a:p>
        </p:txBody>
      </p:sp>
    </p:spTree>
    <p:extLst>
      <p:ext uri="{BB962C8B-B14F-4D97-AF65-F5344CB8AC3E}">
        <p14:creationId xmlns:p14="http://schemas.microsoft.com/office/powerpoint/2010/main" val="17281249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ou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p:cTn id="17"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iterate type="wd">
                                    <p:tmPct val="10000"/>
                                  </p:iterate>
                                  <p:childTnLst>
                                    <p:set>
                                      <p:cBhvr>
                                        <p:cTn id="23" dur="1" fill="hold">
                                          <p:stCondLst>
                                            <p:cond delay="0"/>
                                          </p:stCondLst>
                                        </p:cTn>
                                        <p:tgtEl>
                                          <p:spTgt spid="8">
                                            <p:txEl>
                                              <p:pRg st="0" end="0"/>
                                            </p:txEl>
                                          </p:spTgt>
                                        </p:tgtEl>
                                        <p:attrNameLst>
                                          <p:attrName>style.visibility</p:attrName>
                                        </p:attrNameLst>
                                      </p:cBhvr>
                                      <p:to>
                                        <p:strVal val="visible"/>
                                      </p:to>
                                    </p:set>
                                    <p:anim calcmode="lin" valueType="num">
                                      <p:cBhvr additive="base">
                                        <p:cTn id="24"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down)">
                                      <p:cBhvr>
                                        <p:cTn id="25" dur="500"/>
                                        <p:tgtEl>
                                          <p:spTgt spid="8">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iterate type="wd">
                                    <p:tmPct val="10000"/>
                                  </p:iterate>
                                  <p:childTnLst>
                                    <p:set>
                                      <p:cBhvr>
                                        <p:cTn id="29" dur="1" fill="hold">
                                          <p:stCondLst>
                                            <p:cond delay="0"/>
                                          </p:stCondLst>
                                        </p:cTn>
                                        <p:tgtEl>
                                          <p:spTgt spid="8">
                                            <p:txEl>
                                              <p:pRg st="2" end="2"/>
                                            </p:txEl>
                                          </p:spTgt>
                                        </p:tgtEl>
                                        <p:attrNameLst>
                                          <p:attrName>style.visibility</p:attrName>
                                        </p:attrNameLst>
                                      </p:cBhvr>
                                      <p:to>
                                        <p:strVal val="visible"/>
                                      </p:to>
                                    </p:set>
                                    <p:anim calcmode="lin" valueType="num">
                                      <p:cBhvr additive="base">
                                        <p:cTn id="30" dur="500"/>
                                        <p:tgtEl>
                                          <p:spTgt spid="8">
                                            <p:txEl>
                                              <p:pRg st="2" end="2"/>
                                            </p:txEl>
                                          </p:spTgt>
                                        </p:tgtEl>
                                        <p:attrNameLst>
                                          <p:attrName>ppt_y</p:attrName>
                                        </p:attrNameLst>
                                      </p:cBhvr>
                                      <p:tavLst>
                                        <p:tav tm="0">
                                          <p:val>
                                            <p:strVal val="#ppt_y-#ppt_h*1.125000"/>
                                          </p:val>
                                        </p:tav>
                                        <p:tav tm="100000">
                                          <p:val>
                                            <p:strVal val="#ppt_y"/>
                                          </p:val>
                                        </p:tav>
                                      </p:tavLst>
                                    </p:anim>
                                    <p:animEffect transition="in" filter="wipe(down)">
                                      <p:cBhvr>
                                        <p:cTn id="31" dur="500"/>
                                        <p:tgtEl>
                                          <p:spTgt spid="8">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iterate type="wd">
                                    <p:tmPct val="10000"/>
                                  </p:iterate>
                                  <p:childTnLst>
                                    <p:set>
                                      <p:cBhvr>
                                        <p:cTn id="35" dur="1" fill="hold">
                                          <p:stCondLst>
                                            <p:cond delay="0"/>
                                          </p:stCondLst>
                                        </p:cTn>
                                        <p:tgtEl>
                                          <p:spTgt spid="8">
                                            <p:txEl>
                                              <p:pRg st="4" end="4"/>
                                            </p:txEl>
                                          </p:spTgt>
                                        </p:tgtEl>
                                        <p:attrNameLst>
                                          <p:attrName>style.visibility</p:attrName>
                                        </p:attrNameLst>
                                      </p:cBhvr>
                                      <p:to>
                                        <p:strVal val="visible"/>
                                      </p:to>
                                    </p:set>
                                    <p:anim calcmode="lin" valueType="num">
                                      <p:cBhvr additive="base">
                                        <p:cTn id="36" dur="500"/>
                                        <p:tgtEl>
                                          <p:spTgt spid="8">
                                            <p:txEl>
                                              <p:pRg st="4" end="4"/>
                                            </p:txEl>
                                          </p:spTgt>
                                        </p:tgtEl>
                                        <p:attrNameLst>
                                          <p:attrName>ppt_y</p:attrName>
                                        </p:attrNameLst>
                                      </p:cBhvr>
                                      <p:tavLst>
                                        <p:tav tm="0">
                                          <p:val>
                                            <p:strVal val="#ppt_y-#ppt_h*1.125000"/>
                                          </p:val>
                                        </p:tav>
                                        <p:tav tm="100000">
                                          <p:val>
                                            <p:strVal val="#ppt_y"/>
                                          </p:val>
                                        </p:tav>
                                      </p:tavLst>
                                    </p:anim>
                                    <p:animEffect transition="in" filter="wipe(down)">
                                      <p:cBhvr>
                                        <p:cTn id="37" dur="500"/>
                                        <p:tgtEl>
                                          <p:spTgt spid="8">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wd">
                                    <p:tmPct val="10000"/>
                                  </p:iterate>
                                  <p:childTnLst>
                                    <p:set>
                                      <p:cBhvr>
                                        <p:cTn id="41" dur="1" fill="hold">
                                          <p:stCondLst>
                                            <p:cond delay="0"/>
                                          </p:stCondLst>
                                        </p:cTn>
                                        <p:tgtEl>
                                          <p:spTgt spid="8">
                                            <p:txEl>
                                              <p:pRg st="6" end="6"/>
                                            </p:txEl>
                                          </p:spTgt>
                                        </p:tgtEl>
                                        <p:attrNameLst>
                                          <p:attrName>style.visibility</p:attrName>
                                        </p:attrNameLst>
                                      </p:cBhvr>
                                      <p:to>
                                        <p:strVal val="visible"/>
                                      </p:to>
                                    </p:set>
                                    <p:anim calcmode="lin" valueType="num">
                                      <p:cBhvr additive="base">
                                        <p:cTn id="42" dur="500"/>
                                        <p:tgtEl>
                                          <p:spTgt spid="8">
                                            <p:txEl>
                                              <p:pRg st="6" end="6"/>
                                            </p:txEl>
                                          </p:spTgt>
                                        </p:tgtEl>
                                        <p:attrNameLst>
                                          <p:attrName>ppt_y</p:attrName>
                                        </p:attrNameLst>
                                      </p:cBhvr>
                                      <p:tavLst>
                                        <p:tav tm="0">
                                          <p:val>
                                            <p:strVal val="#ppt_y-#ppt_h*1.125000"/>
                                          </p:val>
                                        </p:tav>
                                        <p:tav tm="100000">
                                          <p:val>
                                            <p:strVal val="#ppt_y"/>
                                          </p:val>
                                        </p:tav>
                                      </p:tavLst>
                                    </p:anim>
                                    <p:animEffect transition="in" filter="wipe(down)">
                                      <p:cBhvr>
                                        <p:cTn id="43" dur="500"/>
                                        <p:tgtEl>
                                          <p:spTgt spid="8">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grpId="0" nodeType="clickEffect">
                                  <p:stCondLst>
                                    <p:cond delay="0"/>
                                  </p:stCondLst>
                                  <p:iterate type="wd">
                                    <p:tmPct val="10000"/>
                                  </p:iterate>
                                  <p:childTnLst>
                                    <p:set>
                                      <p:cBhvr>
                                        <p:cTn id="47" dur="1" fill="hold">
                                          <p:stCondLst>
                                            <p:cond delay="0"/>
                                          </p:stCondLst>
                                        </p:cTn>
                                        <p:tgtEl>
                                          <p:spTgt spid="8">
                                            <p:txEl>
                                              <p:pRg st="8" end="8"/>
                                            </p:txEl>
                                          </p:spTgt>
                                        </p:tgtEl>
                                        <p:attrNameLst>
                                          <p:attrName>style.visibility</p:attrName>
                                        </p:attrNameLst>
                                      </p:cBhvr>
                                      <p:to>
                                        <p:strVal val="visible"/>
                                      </p:to>
                                    </p:set>
                                    <p:anim calcmode="lin" valueType="num">
                                      <p:cBhvr additive="base">
                                        <p:cTn id="48" dur="500"/>
                                        <p:tgtEl>
                                          <p:spTgt spid="8">
                                            <p:txEl>
                                              <p:pRg st="8" end="8"/>
                                            </p:txEl>
                                          </p:spTgt>
                                        </p:tgtEl>
                                        <p:attrNameLst>
                                          <p:attrName>ppt_y</p:attrName>
                                        </p:attrNameLst>
                                      </p:cBhvr>
                                      <p:tavLst>
                                        <p:tav tm="0">
                                          <p:val>
                                            <p:strVal val="#ppt_y-#ppt_h*1.125000"/>
                                          </p:val>
                                        </p:tav>
                                        <p:tav tm="100000">
                                          <p:val>
                                            <p:strVal val="#ppt_y"/>
                                          </p:val>
                                        </p:tav>
                                      </p:tavLst>
                                    </p:anim>
                                    <p:animEffect transition="in" filter="wipe(down)">
                                      <p:cBhvr>
                                        <p:cTn id="49" dur="500"/>
                                        <p:tgtEl>
                                          <p:spTgt spid="8">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2" presetClass="entr" presetSubtype="1" fill="hold" grpId="0" nodeType="clickEffect">
                                  <p:stCondLst>
                                    <p:cond delay="0"/>
                                  </p:stCondLst>
                                  <p:iterate type="wd">
                                    <p:tmPct val="10000"/>
                                  </p:iterate>
                                  <p:childTnLst>
                                    <p:set>
                                      <p:cBhvr>
                                        <p:cTn id="53" dur="1" fill="hold">
                                          <p:stCondLst>
                                            <p:cond delay="0"/>
                                          </p:stCondLst>
                                        </p:cTn>
                                        <p:tgtEl>
                                          <p:spTgt spid="8">
                                            <p:txEl>
                                              <p:pRg st="10" end="10"/>
                                            </p:txEl>
                                          </p:spTgt>
                                        </p:tgtEl>
                                        <p:attrNameLst>
                                          <p:attrName>style.visibility</p:attrName>
                                        </p:attrNameLst>
                                      </p:cBhvr>
                                      <p:to>
                                        <p:strVal val="visible"/>
                                      </p:to>
                                    </p:set>
                                    <p:anim calcmode="lin" valueType="num">
                                      <p:cBhvr additive="base">
                                        <p:cTn id="54" dur="500"/>
                                        <p:tgtEl>
                                          <p:spTgt spid="8">
                                            <p:txEl>
                                              <p:pRg st="10" end="10"/>
                                            </p:txEl>
                                          </p:spTgt>
                                        </p:tgtEl>
                                        <p:attrNameLst>
                                          <p:attrName>ppt_y</p:attrName>
                                        </p:attrNameLst>
                                      </p:cBhvr>
                                      <p:tavLst>
                                        <p:tav tm="0">
                                          <p:val>
                                            <p:strVal val="#ppt_y-#ppt_h*1.125000"/>
                                          </p:val>
                                        </p:tav>
                                        <p:tav tm="100000">
                                          <p:val>
                                            <p:strVal val="#ppt_y"/>
                                          </p:val>
                                        </p:tav>
                                      </p:tavLst>
                                    </p:anim>
                                    <p:animEffect transition="in" filter="wipe(down)">
                                      <p:cBhvr>
                                        <p:cTn id="55" dur="500"/>
                                        <p:tgtEl>
                                          <p:spTgt spid="8">
                                            <p:txEl>
                                              <p:pRg st="10" end="1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xit" presetSubtype="32" fill="hold" grpId="1" nodeType="clickEffect">
                                  <p:stCondLst>
                                    <p:cond delay="0"/>
                                  </p:stCondLst>
                                  <p:childTnLst>
                                    <p:anim calcmode="lin" valueType="num">
                                      <p:cBhvr>
                                        <p:cTn id="59" dur="500"/>
                                        <p:tgtEl>
                                          <p:spTgt spid="5">
                                            <p:txEl>
                                              <p:pRg st="0" end="0"/>
                                            </p:txEl>
                                          </p:spTgt>
                                        </p:tgtEl>
                                        <p:attrNameLst>
                                          <p:attrName>ppt_w</p:attrName>
                                        </p:attrNameLst>
                                      </p:cBhvr>
                                      <p:tavLst>
                                        <p:tav tm="0">
                                          <p:val>
                                            <p:strVal val="ppt_w"/>
                                          </p:val>
                                        </p:tav>
                                        <p:tav tm="100000">
                                          <p:val>
                                            <p:fltVal val="0"/>
                                          </p:val>
                                        </p:tav>
                                      </p:tavLst>
                                    </p:anim>
                                    <p:anim calcmode="lin" valueType="num">
                                      <p:cBhvr>
                                        <p:cTn id="60" dur="500"/>
                                        <p:tgtEl>
                                          <p:spTgt spid="5">
                                            <p:txEl>
                                              <p:pRg st="0" end="0"/>
                                            </p:txEl>
                                          </p:spTgt>
                                        </p:tgtEl>
                                        <p:attrNameLst>
                                          <p:attrName>ppt_h</p:attrName>
                                        </p:attrNameLst>
                                      </p:cBhvr>
                                      <p:tavLst>
                                        <p:tav tm="0">
                                          <p:val>
                                            <p:strVal val="ppt_h"/>
                                          </p:val>
                                        </p:tav>
                                        <p:tav tm="100000">
                                          <p:val>
                                            <p:fltVal val="0"/>
                                          </p:val>
                                        </p:tav>
                                      </p:tavLst>
                                    </p:anim>
                                    <p:animEffect transition="out" filter="fade">
                                      <p:cBhvr>
                                        <p:cTn id="61" dur="500"/>
                                        <p:tgtEl>
                                          <p:spTgt spid="5">
                                            <p:txEl>
                                              <p:pRg st="0" end="0"/>
                                            </p:txEl>
                                          </p:spTgt>
                                        </p:tgtEl>
                                      </p:cBhvr>
                                    </p:animEffect>
                                    <p:set>
                                      <p:cBhvr>
                                        <p:cTn id="62" dur="1" fill="hold">
                                          <p:stCondLst>
                                            <p:cond delay="499"/>
                                          </p:stCondLst>
                                        </p:cTn>
                                        <p:tgtEl>
                                          <p:spTgt spid="5">
                                            <p:txEl>
                                              <p:pRg st="0" end="0"/>
                                            </p:txEl>
                                          </p:spTgt>
                                        </p:tgtEl>
                                        <p:attrNameLst>
                                          <p:attrName>style.visibility</p:attrName>
                                        </p:attrNameLst>
                                      </p:cBhvr>
                                      <p:to>
                                        <p:strVal val="hidden"/>
                                      </p:to>
                                    </p:set>
                                  </p:childTnLst>
                                </p:cTn>
                              </p:par>
                              <p:par>
                                <p:cTn id="63" presetID="53" presetClass="exit" presetSubtype="32" fill="hold" grpId="1" nodeType="withEffect">
                                  <p:stCondLst>
                                    <p:cond delay="0"/>
                                  </p:stCondLst>
                                  <p:iterate type="wd">
                                    <p:tmPct val="0"/>
                                  </p:iterate>
                                  <p:childTnLst>
                                    <p:anim calcmode="lin" valueType="num">
                                      <p:cBhvr>
                                        <p:cTn id="64" dur="500"/>
                                        <p:tgtEl>
                                          <p:spTgt spid="8">
                                            <p:txEl>
                                              <p:pRg st="0" end="0"/>
                                            </p:txEl>
                                          </p:spTgt>
                                        </p:tgtEl>
                                        <p:attrNameLst>
                                          <p:attrName>ppt_w</p:attrName>
                                        </p:attrNameLst>
                                      </p:cBhvr>
                                      <p:tavLst>
                                        <p:tav tm="0">
                                          <p:val>
                                            <p:strVal val="ppt_w"/>
                                          </p:val>
                                        </p:tav>
                                        <p:tav tm="100000">
                                          <p:val>
                                            <p:fltVal val="0"/>
                                          </p:val>
                                        </p:tav>
                                      </p:tavLst>
                                    </p:anim>
                                    <p:anim calcmode="lin" valueType="num">
                                      <p:cBhvr>
                                        <p:cTn id="65"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66" dur="500"/>
                                        <p:tgtEl>
                                          <p:spTgt spid="8">
                                            <p:txEl>
                                              <p:pRg st="0" end="0"/>
                                            </p:txEl>
                                          </p:spTgt>
                                        </p:tgtEl>
                                      </p:cBhvr>
                                    </p:animEffect>
                                    <p:set>
                                      <p:cBhvr>
                                        <p:cTn id="67" dur="1" fill="hold">
                                          <p:stCondLst>
                                            <p:cond delay="499"/>
                                          </p:stCondLst>
                                        </p:cTn>
                                        <p:tgtEl>
                                          <p:spTgt spid="8">
                                            <p:txEl>
                                              <p:pRg st="0" end="0"/>
                                            </p:txEl>
                                          </p:spTgt>
                                        </p:tgtEl>
                                        <p:attrNameLst>
                                          <p:attrName>style.visibility</p:attrName>
                                        </p:attrNameLst>
                                      </p:cBhvr>
                                      <p:to>
                                        <p:strVal val="hidden"/>
                                      </p:to>
                                    </p:set>
                                  </p:childTnLst>
                                </p:cTn>
                              </p:par>
                              <p:par>
                                <p:cTn id="68" presetID="53" presetClass="exit" presetSubtype="32" fill="hold" grpId="1" nodeType="withEffect">
                                  <p:stCondLst>
                                    <p:cond delay="0"/>
                                  </p:stCondLst>
                                  <p:iterate type="wd">
                                    <p:tmPct val="0"/>
                                  </p:iterate>
                                  <p:childTnLst>
                                    <p:anim calcmode="lin" valueType="num">
                                      <p:cBhvr>
                                        <p:cTn id="69" dur="500"/>
                                        <p:tgtEl>
                                          <p:spTgt spid="8">
                                            <p:txEl>
                                              <p:pRg st="2" end="2"/>
                                            </p:txEl>
                                          </p:spTgt>
                                        </p:tgtEl>
                                        <p:attrNameLst>
                                          <p:attrName>ppt_w</p:attrName>
                                        </p:attrNameLst>
                                      </p:cBhvr>
                                      <p:tavLst>
                                        <p:tav tm="0">
                                          <p:val>
                                            <p:strVal val="ppt_w"/>
                                          </p:val>
                                        </p:tav>
                                        <p:tav tm="100000">
                                          <p:val>
                                            <p:fltVal val="0"/>
                                          </p:val>
                                        </p:tav>
                                      </p:tavLst>
                                    </p:anim>
                                    <p:anim calcmode="lin" valueType="num">
                                      <p:cBhvr>
                                        <p:cTn id="70" dur="500"/>
                                        <p:tgtEl>
                                          <p:spTgt spid="8">
                                            <p:txEl>
                                              <p:pRg st="2" end="2"/>
                                            </p:txEl>
                                          </p:spTgt>
                                        </p:tgtEl>
                                        <p:attrNameLst>
                                          <p:attrName>ppt_h</p:attrName>
                                        </p:attrNameLst>
                                      </p:cBhvr>
                                      <p:tavLst>
                                        <p:tav tm="0">
                                          <p:val>
                                            <p:strVal val="ppt_h"/>
                                          </p:val>
                                        </p:tav>
                                        <p:tav tm="100000">
                                          <p:val>
                                            <p:fltVal val="0"/>
                                          </p:val>
                                        </p:tav>
                                      </p:tavLst>
                                    </p:anim>
                                    <p:animEffect transition="out" filter="fade">
                                      <p:cBhvr>
                                        <p:cTn id="71" dur="500"/>
                                        <p:tgtEl>
                                          <p:spTgt spid="8">
                                            <p:txEl>
                                              <p:pRg st="2" end="2"/>
                                            </p:txEl>
                                          </p:spTgt>
                                        </p:tgtEl>
                                      </p:cBhvr>
                                    </p:animEffect>
                                    <p:set>
                                      <p:cBhvr>
                                        <p:cTn id="72" dur="1" fill="hold">
                                          <p:stCondLst>
                                            <p:cond delay="499"/>
                                          </p:stCondLst>
                                        </p:cTn>
                                        <p:tgtEl>
                                          <p:spTgt spid="8">
                                            <p:txEl>
                                              <p:pRg st="2" end="2"/>
                                            </p:txEl>
                                          </p:spTgt>
                                        </p:tgtEl>
                                        <p:attrNameLst>
                                          <p:attrName>style.visibility</p:attrName>
                                        </p:attrNameLst>
                                      </p:cBhvr>
                                      <p:to>
                                        <p:strVal val="hidden"/>
                                      </p:to>
                                    </p:set>
                                  </p:childTnLst>
                                </p:cTn>
                              </p:par>
                              <p:par>
                                <p:cTn id="73" presetID="53" presetClass="exit" presetSubtype="32" fill="hold" grpId="1" nodeType="withEffect">
                                  <p:stCondLst>
                                    <p:cond delay="0"/>
                                  </p:stCondLst>
                                  <p:iterate type="wd">
                                    <p:tmPct val="0"/>
                                  </p:iterate>
                                  <p:childTnLst>
                                    <p:anim calcmode="lin" valueType="num">
                                      <p:cBhvr>
                                        <p:cTn id="74" dur="500"/>
                                        <p:tgtEl>
                                          <p:spTgt spid="8">
                                            <p:txEl>
                                              <p:pRg st="4" end="4"/>
                                            </p:txEl>
                                          </p:spTgt>
                                        </p:tgtEl>
                                        <p:attrNameLst>
                                          <p:attrName>ppt_w</p:attrName>
                                        </p:attrNameLst>
                                      </p:cBhvr>
                                      <p:tavLst>
                                        <p:tav tm="0">
                                          <p:val>
                                            <p:strVal val="ppt_w"/>
                                          </p:val>
                                        </p:tav>
                                        <p:tav tm="100000">
                                          <p:val>
                                            <p:fltVal val="0"/>
                                          </p:val>
                                        </p:tav>
                                      </p:tavLst>
                                    </p:anim>
                                    <p:anim calcmode="lin" valueType="num">
                                      <p:cBhvr>
                                        <p:cTn id="75" dur="500"/>
                                        <p:tgtEl>
                                          <p:spTgt spid="8">
                                            <p:txEl>
                                              <p:pRg st="4" end="4"/>
                                            </p:txEl>
                                          </p:spTgt>
                                        </p:tgtEl>
                                        <p:attrNameLst>
                                          <p:attrName>ppt_h</p:attrName>
                                        </p:attrNameLst>
                                      </p:cBhvr>
                                      <p:tavLst>
                                        <p:tav tm="0">
                                          <p:val>
                                            <p:strVal val="ppt_h"/>
                                          </p:val>
                                        </p:tav>
                                        <p:tav tm="100000">
                                          <p:val>
                                            <p:fltVal val="0"/>
                                          </p:val>
                                        </p:tav>
                                      </p:tavLst>
                                    </p:anim>
                                    <p:animEffect transition="out" filter="fade">
                                      <p:cBhvr>
                                        <p:cTn id="76" dur="500"/>
                                        <p:tgtEl>
                                          <p:spTgt spid="8">
                                            <p:txEl>
                                              <p:pRg st="4" end="4"/>
                                            </p:txEl>
                                          </p:spTgt>
                                        </p:tgtEl>
                                      </p:cBhvr>
                                    </p:animEffect>
                                    <p:set>
                                      <p:cBhvr>
                                        <p:cTn id="77" dur="1" fill="hold">
                                          <p:stCondLst>
                                            <p:cond delay="499"/>
                                          </p:stCondLst>
                                        </p:cTn>
                                        <p:tgtEl>
                                          <p:spTgt spid="8">
                                            <p:txEl>
                                              <p:pRg st="4" end="4"/>
                                            </p:txEl>
                                          </p:spTgt>
                                        </p:tgtEl>
                                        <p:attrNameLst>
                                          <p:attrName>style.visibility</p:attrName>
                                        </p:attrNameLst>
                                      </p:cBhvr>
                                      <p:to>
                                        <p:strVal val="hidden"/>
                                      </p:to>
                                    </p:set>
                                  </p:childTnLst>
                                </p:cTn>
                              </p:par>
                              <p:par>
                                <p:cTn id="78" presetID="53" presetClass="exit" presetSubtype="32" fill="hold" grpId="1" nodeType="withEffect">
                                  <p:stCondLst>
                                    <p:cond delay="0"/>
                                  </p:stCondLst>
                                  <p:iterate type="wd">
                                    <p:tmPct val="0"/>
                                  </p:iterate>
                                  <p:childTnLst>
                                    <p:anim calcmode="lin" valueType="num">
                                      <p:cBhvr>
                                        <p:cTn id="79" dur="500"/>
                                        <p:tgtEl>
                                          <p:spTgt spid="8">
                                            <p:txEl>
                                              <p:pRg st="6" end="6"/>
                                            </p:txEl>
                                          </p:spTgt>
                                        </p:tgtEl>
                                        <p:attrNameLst>
                                          <p:attrName>ppt_w</p:attrName>
                                        </p:attrNameLst>
                                      </p:cBhvr>
                                      <p:tavLst>
                                        <p:tav tm="0">
                                          <p:val>
                                            <p:strVal val="ppt_w"/>
                                          </p:val>
                                        </p:tav>
                                        <p:tav tm="100000">
                                          <p:val>
                                            <p:fltVal val="0"/>
                                          </p:val>
                                        </p:tav>
                                      </p:tavLst>
                                    </p:anim>
                                    <p:anim calcmode="lin" valueType="num">
                                      <p:cBhvr>
                                        <p:cTn id="80" dur="500"/>
                                        <p:tgtEl>
                                          <p:spTgt spid="8">
                                            <p:txEl>
                                              <p:pRg st="6" end="6"/>
                                            </p:txEl>
                                          </p:spTgt>
                                        </p:tgtEl>
                                        <p:attrNameLst>
                                          <p:attrName>ppt_h</p:attrName>
                                        </p:attrNameLst>
                                      </p:cBhvr>
                                      <p:tavLst>
                                        <p:tav tm="0">
                                          <p:val>
                                            <p:strVal val="ppt_h"/>
                                          </p:val>
                                        </p:tav>
                                        <p:tav tm="100000">
                                          <p:val>
                                            <p:fltVal val="0"/>
                                          </p:val>
                                        </p:tav>
                                      </p:tavLst>
                                    </p:anim>
                                    <p:animEffect transition="out" filter="fade">
                                      <p:cBhvr>
                                        <p:cTn id="81" dur="500"/>
                                        <p:tgtEl>
                                          <p:spTgt spid="8">
                                            <p:txEl>
                                              <p:pRg st="6" end="6"/>
                                            </p:txEl>
                                          </p:spTgt>
                                        </p:tgtEl>
                                      </p:cBhvr>
                                    </p:animEffect>
                                    <p:set>
                                      <p:cBhvr>
                                        <p:cTn id="82" dur="1" fill="hold">
                                          <p:stCondLst>
                                            <p:cond delay="499"/>
                                          </p:stCondLst>
                                        </p:cTn>
                                        <p:tgtEl>
                                          <p:spTgt spid="8">
                                            <p:txEl>
                                              <p:pRg st="6" end="6"/>
                                            </p:txEl>
                                          </p:spTgt>
                                        </p:tgtEl>
                                        <p:attrNameLst>
                                          <p:attrName>style.visibility</p:attrName>
                                        </p:attrNameLst>
                                      </p:cBhvr>
                                      <p:to>
                                        <p:strVal val="hidden"/>
                                      </p:to>
                                    </p:set>
                                  </p:childTnLst>
                                </p:cTn>
                              </p:par>
                              <p:par>
                                <p:cTn id="83" presetID="53" presetClass="exit" presetSubtype="32" fill="hold" grpId="1" nodeType="withEffect">
                                  <p:stCondLst>
                                    <p:cond delay="0"/>
                                  </p:stCondLst>
                                  <p:iterate type="wd">
                                    <p:tmPct val="0"/>
                                  </p:iterate>
                                  <p:childTnLst>
                                    <p:anim calcmode="lin" valueType="num">
                                      <p:cBhvr>
                                        <p:cTn id="84" dur="500"/>
                                        <p:tgtEl>
                                          <p:spTgt spid="8">
                                            <p:txEl>
                                              <p:pRg st="8" end="8"/>
                                            </p:txEl>
                                          </p:spTgt>
                                        </p:tgtEl>
                                        <p:attrNameLst>
                                          <p:attrName>ppt_w</p:attrName>
                                        </p:attrNameLst>
                                      </p:cBhvr>
                                      <p:tavLst>
                                        <p:tav tm="0">
                                          <p:val>
                                            <p:strVal val="ppt_w"/>
                                          </p:val>
                                        </p:tav>
                                        <p:tav tm="100000">
                                          <p:val>
                                            <p:fltVal val="0"/>
                                          </p:val>
                                        </p:tav>
                                      </p:tavLst>
                                    </p:anim>
                                    <p:anim calcmode="lin" valueType="num">
                                      <p:cBhvr>
                                        <p:cTn id="85" dur="500"/>
                                        <p:tgtEl>
                                          <p:spTgt spid="8">
                                            <p:txEl>
                                              <p:pRg st="8" end="8"/>
                                            </p:txEl>
                                          </p:spTgt>
                                        </p:tgtEl>
                                        <p:attrNameLst>
                                          <p:attrName>ppt_h</p:attrName>
                                        </p:attrNameLst>
                                      </p:cBhvr>
                                      <p:tavLst>
                                        <p:tav tm="0">
                                          <p:val>
                                            <p:strVal val="ppt_h"/>
                                          </p:val>
                                        </p:tav>
                                        <p:tav tm="100000">
                                          <p:val>
                                            <p:fltVal val="0"/>
                                          </p:val>
                                        </p:tav>
                                      </p:tavLst>
                                    </p:anim>
                                    <p:animEffect transition="out" filter="fade">
                                      <p:cBhvr>
                                        <p:cTn id="86" dur="500"/>
                                        <p:tgtEl>
                                          <p:spTgt spid="8">
                                            <p:txEl>
                                              <p:pRg st="8" end="8"/>
                                            </p:txEl>
                                          </p:spTgt>
                                        </p:tgtEl>
                                      </p:cBhvr>
                                    </p:animEffect>
                                    <p:set>
                                      <p:cBhvr>
                                        <p:cTn id="87" dur="1" fill="hold">
                                          <p:stCondLst>
                                            <p:cond delay="499"/>
                                          </p:stCondLst>
                                        </p:cTn>
                                        <p:tgtEl>
                                          <p:spTgt spid="8">
                                            <p:txEl>
                                              <p:pRg st="8" end="8"/>
                                            </p:txEl>
                                          </p:spTgt>
                                        </p:tgtEl>
                                        <p:attrNameLst>
                                          <p:attrName>style.visibility</p:attrName>
                                        </p:attrNameLst>
                                      </p:cBhvr>
                                      <p:to>
                                        <p:strVal val="hidden"/>
                                      </p:to>
                                    </p:set>
                                  </p:childTnLst>
                                </p:cTn>
                              </p:par>
                              <p:par>
                                <p:cTn id="88" presetID="53" presetClass="exit" presetSubtype="32" fill="hold" grpId="1" nodeType="withEffect">
                                  <p:stCondLst>
                                    <p:cond delay="0"/>
                                  </p:stCondLst>
                                  <p:iterate type="wd">
                                    <p:tmPct val="0"/>
                                  </p:iterate>
                                  <p:childTnLst>
                                    <p:anim calcmode="lin" valueType="num">
                                      <p:cBhvr>
                                        <p:cTn id="89" dur="500"/>
                                        <p:tgtEl>
                                          <p:spTgt spid="8">
                                            <p:txEl>
                                              <p:pRg st="10" end="10"/>
                                            </p:txEl>
                                          </p:spTgt>
                                        </p:tgtEl>
                                        <p:attrNameLst>
                                          <p:attrName>ppt_w</p:attrName>
                                        </p:attrNameLst>
                                      </p:cBhvr>
                                      <p:tavLst>
                                        <p:tav tm="0">
                                          <p:val>
                                            <p:strVal val="ppt_w"/>
                                          </p:val>
                                        </p:tav>
                                        <p:tav tm="100000">
                                          <p:val>
                                            <p:fltVal val="0"/>
                                          </p:val>
                                        </p:tav>
                                      </p:tavLst>
                                    </p:anim>
                                    <p:anim calcmode="lin" valueType="num">
                                      <p:cBhvr>
                                        <p:cTn id="90" dur="500"/>
                                        <p:tgtEl>
                                          <p:spTgt spid="8">
                                            <p:txEl>
                                              <p:pRg st="10" end="10"/>
                                            </p:txEl>
                                          </p:spTgt>
                                        </p:tgtEl>
                                        <p:attrNameLst>
                                          <p:attrName>ppt_h</p:attrName>
                                        </p:attrNameLst>
                                      </p:cBhvr>
                                      <p:tavLst>
                                        <p:tav tm="0">
                                          <p:val>
                                            <p:strVal val="ppt_h"/>
                                          </p:val>
                                        </p:tav>
                                        <p:tav tm="100000">
                                          <p:val>
                                            <p:fltVal val="0"/>
                                          </p:val>
                                        </p:tav>
                                      </p:tavLst>
                                    </p:anim>
                                    <p:animEffect transition="out" filter="fade">
                                      <p:cBhvr>
                                        <p:cTn id="91" dur="500"/>
                                        <p:tgtEl>
                                          <p:spTgt spid="8">
                                            <p:txEl>
                                              <p:pRg st="10" end="10"/>
                                            </p:txEl>
                                          </p:spTgt>
                                        </p:tgtEl>
                                      </p:cBhvr>
                                    </p:animEffect>
                                    <p:set>
                                      <p:cBhvr>
                                        <p:cTn id="92" dur="1" fill="hold">
                                          <p:stCondLst>
                                            <p:cond delay="499"/>
                                          </p:stCondLst>
                                        </p:cTn>
                                        <p:tgtEl>
                                          <p:spTgt spid="8">
                                            <p:txEl>
                                              <p:pRg st="10" end="1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5" grpId="0" build="allAtOnce"/>
      <p:bldP spid="5" grpId="1" build="allAtOnce"/>
      <p:bldP spid="8" grpId="0" build="allAtOnce"/>
      <p:bldP spid="8" grpId="1" build="allAtOnce"/>
    </p:bldLst>
  </p:timing>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D431A5CE-A2BD-1CBC-0821-CE6460FD743E}"/>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5C29C8F5-3B8C-66F2-3C08-CA89193A1AF0}"/>
              </a:ext>
            </a:extLst>
          </p:cNvPr>
          <p:cNvSpPr/>
          <p:nvPr/>
        </p:nvSpPr>
        <p:spPr>
          <a:xfrm>
            <a:off x="1219473" y="2473414"/>
            <a:ext cx="6705054" cy="1911173"/>
          </a:xfrm>
          <a:prstGeom prst="roundRect">
            <a:avLst/>
          </a:prstGeom>
          <a:solidFill>
            <a:srgbClr val="7D00FF">
              <a:alpha val="15000"/>
            </a:srgbClr>
          </a:solidFill>
          <a:ln w="25400">
            <a:solidFill>
              <a:srgbClr val="7D00F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E1ABDBA-B68C-AEC7-FE6B-C59A727ED208}"/>
              </a:ext>
            </a:extLst>
          </p:cNvPr>
          <p:cNvSpPr/>
          <p:nvPr/>
        </p:nvSpPr>
        <p:spPr>
          <a:xfrm>
            <a:off x="274318" y="6191790"/>
            <a:ext cx="8595360" cy="45719"/>
          </a:xfrm>
          <a:prstGeom prst="rect">
            <a:avLst/>
          </a:prstGeom>
          <a:solidFill>
            <a:srgbClr val="7D00FF"/>
          </a:solidFill>
          <a:ln>
            <a:solidFill>
              <a:srgbClr val="7D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69C0038-D309-7441-70EA-C0ADBCEF27B8}"/>
              </a:ext>
            </a:extLst>
          </p:cNvPr>
          <p:cNvSpPr/>
          <p:nvPr/>
        </p:nvSpPr>
        <p:spPr>
          <a:xfrm>
            <a:off x="274319" y="497840"/>
            <a:ext cx="8595360" cy="45719"/>
          </a:xfrm>
          <a:prstGeom prst="rect">
            <a:avLst/>
          </a:prstGeom>
          <a:solidFill>
            <a:srgbClr val="7D00FF"/>
          </a:solidFill>
          <a:ln>
            <a:solidFill>
              <a:srgbClr val="7D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8729B83F-D657-3469-3A97-8A22FCF0DDC4}"/>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12C3F588-F5A2-9752-DFF9-A1DBC702C290}"/>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594FAC9A-F51C-6B71-D5EC-D8907814EE71}"/>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8" name="TextBox 7">
            <a:extLst>
              <a:ext uri="{FF2B5EF4-FFF2-40B4-BE49-F238E27FC236}">
                <a16:creationId xmlns:a16="http://schemas.microsoft.com/office/drawing/2014/main" id="{9A1CF7B4-F8D8-BC97-3CC3-DABF9B046EFF}"/>
              </a:ext>
            </a:extLst>
          </p:cNvPr>
          <p:cNvSpPr txBox="1"/>
          <p:nvPr/>
        </p:nvSpPr>
        <p:spPr>
          <a:xfrm>
            <a:off x="1219473" y="2513875"/>
            <a:ext cx="6705054" cy="1200329"/>
          </a:xfrm>
          <a:prstGeom prst="rect">
            <a:avLst/>
          </a:prstGeom>
          <a:noFill/>
        </p:spPr>
        <p:txBody>
          <a:bodyPr wrap="square" rtlCol="0" anchor="ctr">
            <a:spAutoFit/>
          </a:bodyPr>
          <a:lstStyle/>
          <a:p>
            <a:pPr algn="ctr"/>
            <a:r>
              <a:rPr lang="en-US" sz="2400" b="1" spc="300" dirty="0">
                <a:solidFill>
                  <a:srgbClr val="7D00FF"/>
                </a:solidFill>
                <a:effectLst>
                  <a:outerShdw blurRad="50800" dist="38100" dir="2700000" algn="tl" rotWithShape="0">
                    <a:prstClr val="black">
                      <a:alpha val="40000"/>
                    </a:prstClr>
                  </a:outerShdw>
                </a:effectLst>
                <a:latin typeface="Orbitron Black" pitchFamily="2" charset="0"/>
              </a:rPr>
              <a:t>Aegis</a:t>
            </a:r>
          </a:p>
          <a:p>
            <a:pPr algn="ctr"/>
            <a:r>
              <a:rPr lang="en-US" sz="2400" b="1" spc="300" dirty="0">
                <a:solidFill>
                  <a:srgbClr val="7D00FF"/>
                </a:solidFill>
                <a:effectLst>
                  <a:outerShdw blurRad="50800" dist="38100" dir="2700000" algn="tl" rotWithShape="0">
                    <a:prstClr val="black">
                      <a:alpha val="40000"/>
                    </a:prstClr>
                  </a:outerShdw>
                </a:effectLst>
                <a:latin typeface="Orbitron Black" pitchFamily="2" charset="0"/>
              </a:rPr>
              <a:t>Post-Quantum Cryptography</a:t>
            </a:r>
          </a:p>
          <a:p>
            <a:pPr algn="ctr"/>
            <a:r>
              <a:rPr lang="en-US" sz="2400" b="1" spc="300" dirty="0">
                <a:solidFill>
                  <a:srgbClr val="7D00FF"/>
                </a:solidFill>
                <a:effectLst>
                  <a:outerShdw blurRad="50800" dist="38100" dir="2700000" algn="tl" rotWithShape="0">
                    <a:prstClr val="black">
                      <a:alpha val="40000"/>
                    </a:prstClr>
                  </a:outerShdw>
                </a:effectLst>
                <a:latin typeface="Orbitron Black" pitchFamily="2" charset="0"/>
              </a:rPr>
              <a:t>Core</a:t>
            </a:r>
          </a:p>
        </p:txBody>
      </p:sp>
      <p:sp>
        <p:nvSpPr>
          <p:cNvPr id="6" name="TextBox 5">
            <a:extLst>
              <a:ext uri="{FF2B5EF4-FFF2-40B4-BE49-F238E27FC236}">
                <a16:creationId xmlns:a16="http://schemas.microsoft.com/office/drawing/2014/main" id="{FF493B35-8BE8-D017-8802-AA8075428CB7}"/>
              </a:ext>
            </a:extLst>
          </p:cNvPr>
          <p:cNvSpPr txBox="1"/>
          <p:nvPr/>
        </p:nvSpPr>
        <p:spPr>
          <a:xfrm>
            <a:off x="1219473" y="3797507"/>
            <a:ext cx="6705054" cy="338554"/>
          </a:xfrm>
          <a:prstGeom prst="rect">
            <a:avLst/>
          </a:prstGeom>
          <a:noFill/>
        </p:spPr>
        <p:txBody>
          <a:bodyPr wrap="square" rtlCol="0">
            <a:spAutoFit/>
          </a:bodyPr>
          <a:lstStyle/>
          <a:p>
            <a:pPr algn="ctr"/>
            <a:r>
              <a:rPr lang="en-US" sz="1600" b="1" i="1" dirty="0">
                <a:solidFill>
                  <a:schemeClr val="bg1"/>
                </a:solidFill>
                <a:latin typeface="Inter" panose="02000503000000020004" pitchFamily="2" charset="0"/>
                <a:ea typeface="Inter" panose="02000503000000020004" pitchFamily="2" charset="0"/>
              </a:rPr>
              <a:t>Integrated quantum security for the entire ecosystem.</a:t>
            </a:r>
          </a:p>
        </p:txBody>
      </p:sp>
    </p:spTree>
    <p:extLst>
      <p:ext uri="{BB962C8B-B14F-4D97-AF65-F5344CB8AC3E}">
        <p14:creationId xmlns:p14="http://schemas.microsoft.com/office/powerpoint/2010/main" val="26714690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8" presetClass="entr" presetSubtype="32"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amond(out)">
                                      <p:cBhvr>
                                        <p:cTn id="14"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2B3C42E1-225B-B3DE-CE1A-1F9D08BC63E0}"/>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BFAA4413-C882-ED72-7A36-266249E9A1A0}"/>
              </a:ext>
            </a:extLst>
          </p:cNvPr>
          <p:cNvSpPr/>
          <p:nvPr/>
        </p:nvSpPr>
        <p:spPr>
          <a:xfrm>
            <a:off x="1219473" y="1289227"/>
            <a:ext cx="6705054" cy="521485"/>
          </a:xfrm>
          <a:prstGeom prst="roundRect">
            <a:avLst/>
          </a:prstGeom>
          <a:solidFill>
            <a:srgbClr val="7D00FF">
              <a:alpha val="15000"/>
            </a:srgbClr>
          </a:solidFill>
          <a:ln w="25400">
            <a:solidFill>
              <a:srgbClr val="7D00F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97E3801-1289-F1AF-65FD-B7E12869B4D6}"/>
              </a:ext>
            </a:extLst>
          </p:cNvPr>
          <p:cNvSpPr/>
          <p:nvPr/>
        </p:nvSpPr>
        <p:spPr>
          <a:xfrm>
            <a:off x="274318" y="6191790"/>
            <a:ext cx="8595360" cy="45719"/>
          </a:xfrm>
          <a:prstGeom prst="rect">
            <a:avLst/>
          </a:prstGeom>
          <a:solidFill>
            <a:srgbClr val="7D00FF"/>
          </a:solidFill>
          <a:ln>
            <a:solidFill>
              <a:srgbClr val="7D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35D6E48-FF26-F12E-B128-F64E1E20CCA0}"/>
              </a:ext>
            </a:extLst>
          </p:cNvPr>
          <p:cNvSpPr/>
          <p:nvPr/>
        </p:nvSpPr>
        <p:spPr>
          <a:xfrm>
            <a:off x="274319" y="497840"/>
            <a:ext cx="8595360" cy="45719"/>
          </a:xfrm>
          <a:prstGeom prst="rect">
            <a:avLst/>
          </a:prstGeom>
          <a:solidFill>
            <a:srgbClr val="7D00FF"/>
          </a:solidFill>
          <a:ln>
            <a:solidFill>
              <a:srgbClr val="7D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B89E9026-E1B6-225B-BD2A-FF57111738A2}"/>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38F5ECE9-B70A-A012-A5EE-FF08579F0AB9}"/>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4CF676BA-52AA-F89C-BC2F-67389D3F765F}"/>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6" name="Rounded Rectangle 5">
            <a:extLst>
              <a:ext uri="{FF2B5EF4-FFF2-40B4-BE49-F238E27FC236}">
                <a16:creationId xmlns:a16="http://schemas.microsoft.com/office/drawing/2014/main" id="{2AF0EAB3-DBE7-E511-7865-56801338C804}"/>
              </a:ext>
            </a:extLst>
          </p:cNvPr>
          <p:cNvSpPr/>
          <p:nvPr/>
        </p:nvSpPr>
        <p:spPr>
          <a:xfrm>
            <a:off x="1219473" y="2128519"/>
            <a:ext cx="6705054" cy="3405717"/>
          </a:xfrm>
          <a:prstGeom prst="roundRect">
            <a:avLst>
              <a:gd name="adj" fmla="val 2049"/>
            </a:avLst>
          </a:prstGeom>
          <a:solidFill>
            <a:srgbClr val="7D00FF">
              <a:alpha val="15000"/>
            </a:srgbClr>
          </a:solidFill>
          <a:ln w="25400">
            <a:solidFill>
              <a:srgbClr val="7D00F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3519DDE-DED8-D198-DC73-CC0987D47765}"/>
              </a:ext>
            </a:extLst>
          </p:cNvPr>
          <p:cNvSpPr txBox="1"/>
          <p:nvPr/>
        </p:nvSpPr>
        <p:spPr>
          <a:xfrm>
            <a:off x="1184078" y="134904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The Quantum Threat Landscape</a:t>
            </a:r>
            <a:endParaRPr lang="en-US" sz="2000" b="1" spc="300" dirty="0">
              <a:solidFill>
                <a:schemeClr val="bg1"/>
              </a:solidFill>
              <a:latin typeface="Orbitron Black" pitchFamily="2" charset="0"/>
            </a:endParaRPr>
          </a:p>
        </p:txBody>
      </p:sp>
      <p:sp>
        <p:nvSpPr>
          <p:cNvPr id="8" name="TextBox 7">
            <a:extLst>
              <a:ext uri="{FF2B5EF4-FFF2-40B4-BE49-F238E27FC236}">
                <a16:creationId xmlns:a16="http://schemas.microsoft.com/office/drawing/2014/main" id="{06EBE820-E50B-4289-BC9A-967B447D798C}"/>
              </a:ext>
            </a:extLst>
          </p:cNvPr>
          <p:cNvSpPr txBox="1"/>
          <p:nvPr/>
        </p:nvSpPr>
        <p:spPr>
          <a:xfrm>
            <a:off x="1641290" y="2342155"/>
            <a:ext cx="6063021" cy="2862322"/>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Quantum computing threatens:</a:t>
            </a:r>
          </a:p>
          <a:p>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ECDSA</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RSA</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Ed25519</a:t>
            </a:r>
          </a:p>
          <a:p>
            <a:pPr marL="285750" indent="-285750">
              <a:buFont typeface="Wingdings" pitchFamily="2" charset="2"/>
              <a:buChar char="v"/>
            </a:pPr>
            <a:r>
              <a:rPr lang="en-US" dirty="0" err="1">
                <a:solidFill>
                  <a:schemeClr val="bg1"/>
                </a:solidFill>
                <a:latin typeface="Inter" panose="02000503000000020004" pitchFamily="2" charset="0"/>
                <a:ea typeface="Inter" panose="02000503000000020004" pitchFamily="2" charset="0"/>
              </a:rPr>
              <a:t>Multisig</a:t>
            </a:r>
            <a:r>
              <a:rPr lang="en-US" dirty="0">
                <a:solidFill>
                  <a:schemeClr val="bg1"/>
                </a:solidFill>
                <a:latin typeface="Inter" panose="02000503000000020004" pitchFamily="2" charset="0"/>
                <a:ea typeface="Inter" panose="02000503000000020004" pitchFamily="2" charset="0"/>
              </a:rPr>
              <a:t> wallets</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Cross-chain signatures</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Validator security</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Aegis eliminates this risk.</a:t>
            </a:r>
          </a:p>
        </p:txBody>
      </p:sp>
    </p:spTree>
    <p:extLst>
      <p:ext uri="{BB962C8B-B14F-4D97-AF65-F5344CB8AC3E}">
        <p14:creationId xmlns:p14="http://schemas.microsoft.com/office/powerpoint/2010/main" val="11742073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ou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p:cTn id="17"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iterate type="wd">
                                    <p:tmPct val="10000"/>
                                  </p:iterate>
                                  <p:childTnLst>
                                    <p:set>
                                      <p:cBhvr>
                                        <p:cTn id="23" dur="1" fill="hold">
                                          <p:stCondLst>
                                            <p:cond delay="0"/>
                                          </p:stCondLst>
                                        </p:cTn>
                                        <p:tgtEl>
                                          <p:spTgt spid="8">
                                            <p:txEl>
                                              <p:pRg st="0" end="0"/>
                                            </p:txEl>
                                          </p:spTgt>
                                        </p:tgtEl>
                                        <p:attrNameLst>
                                          <p:attrName>style.visibility</p:attrName>
                                        </p:attrNameLst>
                                      </p:cBhvr>
                                      <p:to>
                                        <p:strVal val="visible"/>
                                      </p:to>
                                    </p:set>
                                    <p:anim calcmode="lin" valueType="num">
                                      <p:cBhvr additive="base">
                                        <p:cTn id="24"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down)">
                                      <p:cBhvr>
                                        <p:cTn id="25" dur="500"/>
                                        <p:tgtEl>
                                          <p:spTgt spid="8">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iterate type="wd">
                                    <p:tmPct val="10000"/>
                                  </p:iterate>
                                  <p:childTnLst>
                                    <p:set>
                                      <p:cBhvr>
                                        <p:cTn id="29" dur="1" fill="hold">
                                          <p:stCondLst>
                                            <p:cond delay="0"/>
                                          </p:stCondLst>
                                        </p:cTn>
                                        <p:tgtEl>
                                          <p:spTgt spid="8">
                                            <p:txEl>
                                              <p:pRg st="2" end="2"/>
                                            </p:txEl>
                                          </p:spTgt>
                                        </p:tgtEl>
                                        <p:attrNameLst>
                                          <p:attrName>style.visibility</p:attrName>
                                        </p:attrNameLst>
                                      </p:cBhvr>
                                      <p:to>
                                        <p:strVal val="visible"/>
                                      </p:to>
                                    </p:set>
                                    <p:anim calcmode="lin" valueType="num">
                                      <p:cBhvr additive="base">
                                        <p:cTn id="30" dur="500"/>
                                        <p:tgtEl>
                                          <p:spTgt spid="8">
                                            <p:txEl>
                                              <p:pRg st="2" end="2"/>
                                            </p:txEl>
                                          </p:spTgt>
                                        </p:tgtEl>
                                        <p:attrNameLst>
                                          <p:attrName>ppt_y</p:attrName>
                                        </p:attrNameLst>
                                      </p:cBhvr>
                                      <p:tavLst>
                                        <p:tav tm="0">
                                          <p:val>
                                            <p:strVal val="#ppt_y-#ppt_h*1.125000"/>
                                          </p:val>
                                        </p:tav>
                                        <p:tav tm="100000">
                                          <p:val>
                                            <p:strVal val="#ppt_y"/>
                                          </p:val>
                                        </p:tav>
                                      </p:tavLst>
                                    </p:anim>
                                    <p:animEffect transition="in" filter="wipe(down)">
                                      <p:cBhvr>
                                        <p:cTn id="31" dur="500"/>
                                        <p:tgtEl>
                                          <p:spTgt spid="8">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iterate type="wd">
                                    <p:tmPct val="10000"/>
                                  </p:iterate>
                                  <p:childTnLst>
                                    <p:set>
                                      <p:cBhvr>
                                        <p:cTn id="35" dur="1" fill="hold">
                                          <p:stCondLst>
                                            <p:cond delay="0"/>
                                          </p:stCondLst>
                                        </p:cTn>
                                        <p:tgtEl>
                                          <p:spTgt spid="8">
                                            <p:txEl>
                                              <p:pRg st="3" end="3"/>
                                            </p:txEl>
                                          </p:spTgt>
                                        </p:tgtEl>
                                        <p:attrNameLst>
                                          <p:attrName>style.visibility</p:attrName>
                                        </p:attrNameLst>
                                      </p:cBhvr>
                                      <p:to>
                                        <p:strVal val="visible"/>
                                      </p:to>
                                    </p:set>
                                    <p:anim calcmode="lin" valueType="num">
                                      <p:cBhvr additive="base">
                                        <p:cTn id="36" dur="500"/>
                                        <p:tgtEl>
                                          <p:spTgt spid="8">
                                            <p:txEl>
                                              <p:pRg st="3" end="3"/>
                                            </p:txEl>
                                          </p:spTgt>
                                        </p:tgtEl>
                                        <p:attrNameLst>
                                          <p:attrName>ppt_y</p:attrName>
                                        </p:attrNameLst>
                                      </p:cBhvr>
                                      <p:tavLst>
                                        <p:tav tm="0">
                                          <p:val>
                                            <p:strVal val="#ppt_y-#ppt_h*1.125000"/>
                                          </p:val>
                                        </p:tav>
                                        <p:tav tm="100000">
                                          <p:val>
                                            <p:strVal val="#ppt_y"/>
                                          </p:val>
                                        </p:tav>
                                      </p:tavLst>
                                    </p:anim>
                                    <p:animEffect transition="in" filter="wipe(down)">
                                      <p:cBhvr>
                                        <p:cTn id="37" dur="500"/>
                                        <p:tgtEl>
                                          <p:spTgt spid="8">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wd">
                                    <p:tmPct val="10000"/>
                                  </p:iterate>
                                  <p:childTnLst>
                                    <p:set>
                                      <p:cBhvr>
                                        <p:cTn id="41" dur="1" fill="hold">
                                          <p:stCondLst>
                                            <p:cond delay="0"/>
                                          </p:stCondLst>
                                        </p:cTn>
                                        <p:tgtEl>
                                          <p:spTgt spid="8">
                                            <p:txEl>
                                              <p:pRg st="4" end="4"/>
                                            </p:txEl>
                                          </p:spTgt>
                                        </p:tgtEl>
                                        <p:attrNameLst>
                                          <p:attrName>style.visibility</p:attrName>
                                        </p:attrNameLst>
                                      </p:cBhvr>
                                      <p:to>
                                        <p:strVal val="visible"/>
                                      </p:to>
                                    </p:set>
                                    <p:anim calcmode="lin" valueType="num">
                                      <p:cBhvr additive="base">
                                        <p:cTn id="42" dur="500"/>
                                        <p:tgtEl>
                                          <p:spTgt spid="8">
                                            <p:txEl>
                                              <p:pRg st="4" end="4"/>
                                            </p:txEl>
                                          </p:spTgt>
                                        </p:tgtEl>
                                        <p:attrNameLst>
                                          <p:attrName>ppt_y</p:attrName>
                                        </p:attrNameLst>
                                      </p:cBhvr>
                                      <p:tavLst>
                                        <p:tav tm="0">
                                          <p:val>
                                            <p:strVal val="#ppt_y-#ppt_h*1.125000"/>
                                          </p:val>
                                        </p:tav>
                                        <p:tav tm="100000">
                                          <p:val>
                                            <p:strVal val="#ppt_y"/>
                                          </p:val>
                                        </p:tav>
                                      </p:tavLst>
                                    </p:anim>
                                    <p:animEffect transition="in" filter="wipe(down)">
                                      <p:cBhvr>
                                        <p:cTn id="43" dur="500"/>
                                        <p:tgtEl>
                                          <p:spTgt spid="8">
                                            <p:txEl>
                                              <p:pRg st="4" end="4"/>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grpId="0" nodeType="clickEffect">
                                  <p:stCondLst>
                                    <p:cond delay="0"/>
                                  </p:stCondLst>
                                  <p:iterate type="wd">
                                    <p:tmPct val="10000"/>
                                  </p:iterate>
                                  <p:childTnLst>
                                    <p:set>
                                      <p:cBhvr>
                                        <p:cTn id="47" dur="1" fill="hold">
                                          <p:stCondLst>
                                            <p:cond delay="0"/>
                                          </p:stCondLst>
                                        </p:cTn>
                                        <p:tgtEl>
                                          <p:spTgt spid="8">
                                            <p:txEl>
                                              <p:pRg st="5" end="5"/>
                                            </p:txEl>
                                          </p:spTgt>
                                        </p:tgtEl>
                                        <p:attrNameLst>
                                          <p:attrName>style.visibility</p:attrName>
                                        </p:attrNameLst>
                                      </p:cBhvr>
                                      <p:to>
                                        <p:strVal val="visible"/>
                                      </p:to>
                                    </p:set>
                                    <p:anim calcmode="lin" valueType="num">
                                      <p:cBhvr additive="base">
                                        <p:cTn id="48" dur="500"/>
                                        <p:tgtEl>
                                          <p:spTgt spid="8">
                                            <p:txEl>
                                              <p:pRg st="5" end="5"/>
                                            </p:txEl>
                                          </p:spTgt>
                                        </p:tgtEl>
                                        <p:attrNameLst>
                                          <p:attrName>ppt_y</p:attrName>
                                        </p:attrNameLst>
                                      </p:cBhvr>
                                      <p:tavLst>
                                        <p:tav tm="0">
                                          <p:val>
                                            <p:strVal val="#ppt_y-#ppt_h*1.125000"/>
                                          </p:val>
                                        </p:tav>
                                        <p:tav tm="100000">
                                          <p:val>
                                            <p:strVal val="#ppt_y"/>
                                          </p:val>
                                        </p:tav>
                                      </p:tavLst>
                                    </p:anim>
                                    <p:animEffect transition="in" filter="wipe(down)">
                                      <p:cBhvr>
                                        <p:cTn id="49" dur="500"/>
                                        <p:tgtEl>
                                          <p:spTgt spid="8">
                                            <p:txEl>
                                              <p:pRg st="5" end="5"/>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2" presetClass="entr" presetSubtype="1" fill="hold" grpId="0" nodeType="clickEffect">
                                  <p:stCondLst>
                                    <p:cond delay="0"/>
                                  </p:stCondLst>
                                  <p:iterate type="wd">
                                    <p:tmPct val="10000"/>
                                  </p:iterate>
                                  <p:childTnLst>
                                    <p:set>
                                      <p:cBhvr>
                                        <p:cTn id="53" dur="1" fill="hold">
                                          <p:stCondLst>
                                            <p:cond delay="0"/>
                                          </p:stCondLst>
                                        </p:cTn>
                                        <p:tgtEl>
                                          <p:spTgt spid="8">
                                            <p:txEl>
                                              <p:pRg st="6" end="6"/>
                                            </p:txEl>
                                          </p:spTgt>
                                        </p:tgtEl>
                                        <p:attrNameLst>
                                          <p:attrName>style.visibility</p:attrName>
                                        </p:attrNameLst>
                                      </p:cBhvr>
                                      <p:to>
                                        <p:strVal val="visible"/>
                                      </p:to>
                                    </p:set>
                                    <p:anim calcmode="lin" valueType="num">
                                      <p:cBhvr additive="base">
                                        <p:cTn id="54" dur="500"/>
                                        <p:tgtEl>
                                          <p:spTgt spid="8">
                                            <p:txEl>
                                              <p:pRg st="6" end="6"/>
                                            </p:txEl>
                                          </p:spTgt>
                                        </p:tgtEl>
                                        <p:attrNameLst>
                                          <p:attrName>ppt_y</p:attrName>
                                        </p:attrNameLst>
                                      </p:cBhvr>
                                      <p:tavLst>
                                        <p:tav tm="0">
                                          <p:val>
                                            <p:strVal val="#ppt_y-#ppt_h*1.125000"/>
                                          </p:val>
                                        </p:tav>
                                        <p:tav tm="100000">
                                          <p:val>
                                            <p:strVal val="#ppt_y"/>
                                          </p:val>
                                        </p:tav>
                                      </p:tavLst>
                                    </p:anim>
                                    <p:animEffect transition="in" filter="wipe(down)">
                                      <p:cBhvr>
                                        <p:cTn id="55" dur="500"/>
                                        <p:tgtEl>
                                          <p:spTgt spid="8">
                                            <p:txEl>
                                              <p:pRg st="6" end="6"/>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1" fill="hold" grpId="0" nodeType="clickEffect">
                                  <p:stCondLst>
                                    <p:cond delay="0"/>
                                  </p:stCondLst>
                                  <p:iterate type="wd">
                                    <p:tmPct val="10000"/>
                                  </p:iterate>
                                  <p:childTnLst>
                                    <p:set>
                                      <p:cBhvr>
                                        <p:cTn id="59" dur="1" fill="hold">
                                          <p:stCondLst>
                                            <p:cond delay="0"/>
                                          </p:stCondLst>
                                        </p:cTn>
                                        <p:tgtEl>
                                          <p:spTgt spid="8">
                                            <p:txEl>
                                              <p:pRg st="7" end="7"/>
                                            </p:txEl>
                                          </p:spTgt>
                                        </p:tgtEl>
                                        <p:attrNameLst>
                                          <p:attrName>style.visibility</p:attrName>
                                        </p:attrNameLst>
                                      </p:cBhvr>
                                      <p:to>
                                        <p:strVal val="visible"/>
                                      </p:to>
                                    </p:set>
                                    <p:anim calcmode="lin" valueType="num">
                                      <p:cBhvr additive="base">
                                        <p:cTn id="60" dur="500"/>
                                        <p:tgtEl>
                                          <p:spTgt spid="8">
                                            <p:txEl>
                                              <p:pRg st="7" end="7"/>
                                            </p:txEl>
                                          </p:spTgt>
                                        </p:tgtEl>
                                        <p:attrNameLst>
                                          <p:attrName>ppt_y</p:attrName>
                                        </p:attrNameLst>
                                      </p:cBhvr>
                                      <p:tavLst>
                                        <p:tav tm="0">
                                          <p:val>
                                            <p:strVal val="#ppt_y-#ppt_h*1.125000"/>
                                          </p:val>
                                        </p:tav>
                                        <p:tav tm="100000">
                                          <p:val>
                                            <p:strVal val="#ppt_y"/>
                                          </p:val>
                                        </p:tav>
                                      </p:tavLst>
                                    </p:anim>
                                    <p:animEffect transition="in" filter="wipe(down)">
                                      <p:cBhvr>
                                        <p:cTn id="61" dur="500"/>
                                        <p:tgtEl>
                                          <p:spTgt spid="8">
                                            <p:txEl>
                                              <p:pRg st="7" end="7"/>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2" presetClass="entr" presetSubtype="1" fill="hold" grpId="0" nodeType="clickEffect">
                                  <p:stCondLst>
                                    <p:cond delay="0"/>
                                  </p:stCondLst>
                                  <p:iterate type="wd">
                                    <p:tmPct val="10000"/>
                                  </p:iterate>
                                  <p:childTnLst>
                                    <p:set>
                                      <p:cBhvr>
                                        <p:cTn id="65" dur="1" fill="hold">
                                          <p:stCondLst>
                                            <p:cond delay="0"/>
                                          </p:stCondLst>
                                        </p:cTn>
                                        <p:tgtEl>
                                          <p:spTgt spid="8">
                                            <p:txEl>
                                              <p:pRg st="9" end="9"/>
                                            </p:txEl>
                                          </p:spTgt>
                                        </p:tgtEl>
                                        <p:attrNameLst>
                                          <p:attrName>style.visibility</p:attrName>
                                        </p:attrNameLst>
                                      </p:cBhvr>
                                      <p:to>
                                        <p:strVal val="visible"/>
                                      </p:to>
                                    </p:set>
                                    <p:anim calcmode="lin" valueType="num">
                                      <p:cBhvr additive="base">
                                        <p:cTn id="66" dur="500"/>
                                        <p:tgtEl>
                                          <p:spTgt spid="8">
                                            <p:txEl>
                                              <p:pRg st="9" end="9"/>
                                            </p:txEl>
                                          </p:spTgt>
                                        </p:tgtEl>
                                        <p:attrNameLst>
                                          <p:attrName>ppt_y</p:attrName>
                                        </p:attrNameLst>
                                      </p:cBhvr>
                                      <p:tavLst>
                                        <p:tav tm="0">
                                          <p:val>
                                            <p:strVal val="#ppt_y-#ppt_h*1.125000"/>
                                          </p:val>
                                        </p:tav>
                                        <p:tav tm="100000">
                                          <p:val>
                                            <p:strVal val="#ppt_y"/>
                                          </p:val>
                                        </p:tav>
                                      </p:tavLst>
                                    </p:anim>
                                    <p:animEffect transition="in" filter="wipe(down)">
                                      <p:cBhvr>
                                        <p:cTn id="67" dur="500"/>
                                        <p:tgtEl>
                                          <p:spTgt spid="8">
                                            <p:txEl>
                                              <p:pRg st="9" end="9"/>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xit" presetSubtype="32" fill="hold" grpId="1" nodeType="clickEffect">
                                  <p:stCondLst>
                                    <p:cond delay="0"/>
                                  </p:stCondLst>
                                  <p:childTnLst>
                                    <p:anim calcmode="lin" valueType="num">
                                      <p:cBhvr>
                                        <p:cTn id="71" dur="500"/>
                                        <p:tgtEl>
                                          <p:spTgt spid="5">
                                            <p:txEl>
                                              <p:pRg st="0" end="0"/>
                                            </p:txEl>
                                          </p:spTgt>
                                        </p:tgtEl>
                                        <p:attrNameLst>
                                          <p:attrName>ppt_w</p:attrName>
                                        </p:attrNameLst>
                                      </p:cBhvr>
                                      <p:tavLst>
                                        <p:tav tm="0">
                                          <p:val>
                                            <p:strVal val="ppt_w"/>
                                          </p:val>
                                        </p:tav>
                                        <p:tav tm="100000">
                                          <p:val>
                                            <p:fltVal val="0"/>
                                          </p:val>
                                        </p:tav>
                                      </p:tavLst>
                                    </p:anim>
                                    <p:anim calcmode="lin" valueType="num">
                                      <p:cBhvr>
                                        <p:cTn id="72" dur="500"/>
                                        <p:tgtEl>
                                          <p:spTgt spid="5">
                                            <p:txEl>
                                              <p:pRg st="0" end="0"/>
                                            </p:txEl>
                                          </p:spTgt>
                                        </p:tgtEl>
                                        <p:attrNameLst>
                                          <p:attrName>ppt_h</p:attrName>
                                        </p:attrNameLst>
                                      </p:cBhvr>
                                      <p:tavLst>
                                        <p:tav tm="0">
                                          <p:val>
                                            <p:strVal val="ppt_h"/>
                                          </p:val>
                                        </p:tav>
                                        <p:tav tm="100000">
                                          <p:val>
                                            <p:fltVal val="0"/>
                                          </p:val>
                                        </p:tav>
                                      </p:tavLst>
                                    </p:anim>
                                    <p:animEffect transition="out" filter="fade">
                                      <p:cBhvr>
                                        <p:cTn id="73" dur="500"/>
                                        <p:tgtEl>
                                          <p:spTgt spid="5">
                                            <p:txEl>
                                              <p:pRg st="0" end="0"/>
                                            </p:txEl>
                                          </p:spTgt>
                                        </p:tgtEl>
                                      </p:cBhvr>
                                    </p:animEffect>
                                    <p:set>
                                      <p:cBhvr>
                                        <p:cTn id="74" dur="1" fill="hold">
                                          <p:stCondLst>
                                            <p:cond delay="499"/>
                                          </p:stCondLst>
                                        </p:cTn>
                                        <p:tgtEl>
                                          <p:spTgt spid="5">
                                            <p:txEl>
                                              <p:pRg st="0" end="0"/>
                                            </p:txEl>
                                          </p:spTgt>
                                        </p:tgtEl>
                                        <p:attrNameLst>
                                          <p:attrName>style.visibility</p:attrName>
                                        </p:attrNameLst>
                                      </p:cBhvr>
                                      <p:to>
                                        <p:strVal val="hidden"/>
                                      </p:to>
                                    </p:set>
                                  </p:childTnLst>
                                </p:cTn>
                              </p:par>
                              <p:par>
                                <p:cTn id="75" presetID="53" presetClass="exit" presetSubtype="32" fill="hold" grpId="1" nodeType="withEffect">
                                  <p:stCondLst>
                                    <p:cond delay="0"/>
                                  </p:stCondLst>
                                  <p:iterate type="wd">
                                    <p:tmPct val="0"/>
                                  </p:iterate>
                                  <p:childTnLst>
                                    <p:anim calcmode="lin" valueType="num">
                                      <p:cBhvr>
                                        <p:cTn id="76" dur="500"/>
                                        <p:tgtEl>
                                          <p:spTgt spid="8">
                                            <p:txEl>
                                              <p:pRg st="0" end="0"/>
                                            </p:txEl>
                                          </p:spTgt>
                                        </p:tgtEl>
                                        <p:attrNameLst>
                                          <p:attrName>ppt_w</p:attrName>
                                        </p:attrNameLst>
                                      </p:cBhvr>
                                      <p:tavLst>
                                        <p:tav tm="0">
                                          <p:val>
                                            <p:strVal val="ppt_w"/>
                                          </p:val>
                                        </p:tav>
                                        <p:tav tm="100000">
                                          <p:val>
                                            <p:fltVal val="0"/>
                                          </p:val>
                                        </p:tav>
                                      </p:tavLst>
                                    </p:anim>
                                    <p:anim calcmode="lin" valueType="num">
                                      <p:cBhvr>
                                        <p:cTn id="77"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78" dur="500"/>
                                        <p:tgtEl>
                                          <p:spTgt spid="8">
                                            <p:txEl>
                                              <p:pRg st="0" end="0"/>
                                            </p:txEl>
                                          </p:spTgt>
                                        </p:tgtEl>
                                      </p:cBhvr>
                                    </p:animEffect>
                                    <p:set>
                                      <p:cBhvr>
                                        <p:cTn id="79" dur="1" fill="hold">
                                          <p:stCondLst>
                                            <p:cond delay="499"/>
                                          </p:stCondLst>
                                        </p:cTn>
                                        <p:tgtEl>
                                          <p:spTgt spid="8">
                                            <p:txEl>
                                              <p:pRg st="0" end="0"/>
                                            </p:txEl>
                                          </p:spTgt>
                                        </p:tgtEl>
                                        <p:attrNameLst>
                                          <p:attrName>style.visibility</p:attrName>
                                        </p:attrNameLst>
                                      </p:cBhvr>
                                      <p:to>
                                        <p:strVal val="hidden"/>
                                      </p:to>
                                    </p:set>
                                  </p:childTnLst>
                                </p:cTn>
                              </p:par>
                              <p:par>
                                <p:cTn id="80" presetID="53" presetClass="exit" presetSubtype="32" fill="hold" grpId="1" nodeType="withEffect">
                                  <p:stCondLst>
                                    <p:cond delay="0"/>
                                  </p:stCondLst>
                                  <p:iterate type="wd">
                                    <p:tmPct val="0"/>
                                  </p:iterate>
                                  <p:childTnLst>
                                    <p:anim calcmode="lin" valueType="num">
                                      <p:cBhvr>
                                        <p:cTn id="81" dur="500"/>
                                        <p:tgtEl>
                                          <p:spTgt spid="8">
                                            <p:txEl>
                                              <p:pRg st="2" end="2"/>
                                            </p:txEl>
                                          </p:spTgt>
                                        </p:tgtEl>
                                        <p:attrNameLst>
                                          <p:attrName>ppt_w</p:attrName>
                                        </p:attrNameLst>
                                      </p:cBhvr>
                                      <p:tavLst>
                                        <p:tav tm="0">
                                          <p:val>
                                            <p:strVal val="ppt_w"/>
                                          </p:val>
                                        </p:tav>
                                        <p:tav tm="100000">
                                          <p:val>
                                            <p:fltVal val="0"/>
                                          </p:val>
                                        </p:tav>
                                      </p:tavLst>
                                    </p:anim>
                                    <p:anim calcmode="lin" valueType="num">
                                      <p:cBhvr>
                                        <p:cTn id="82" dur="500"/>
                                        <p:tgtEl>
                                          <p:spTgt spid="8">
                                            <p:txEl>
                                              <p:pRg st="2" end="2"/>
                                            </p:txEl>
                                          </p:spTgt>
                                        </p:tgtEl>
                                        <p:attrNameLst>
                                          <p:attrName>ppt_h</p:attrName>
                                        </p:attrNameLst>
                                      </p:cBhvr>
                                      <p:tavLst>
                                        <p:tav tm="0">
                                          <p:val>
                                            <p:strVal val="ppt_h"/>
                                          </p:val>
                                        </p:tav>
                                        <p:tav tm="100000">
                                          <p:val>
                                            <p:fltVal val="0"/>
                                          </p:val>
                                        </p:tav>
                                      </p:tavLst>
                                    </p:anim>
                                    <p:animEffect transition="out" filter="fade">
                                      <p:cBhvr>
                                        <p:cTn id="83" dur="500"/>
                                        <p:tgtEl>
                                          <p:spTgt spid="8">
                                            <p:txEl>
                                              <p:pRg st="2" end="2"/>
                                            </p:txEl>
                                          </p:spTgt>
                                        </p:tgtEl>
                                      </p:cBhvr>
                                    </p:animEffect>
                                    <p:set>
                                      <p:cBhvr>
                                        <p:cTn id="84" dur="1" fill="hold">
                                          <p:stCondLst>
                                            <p:cond delay="499"/>
                                          </p:stCondLst>
                                        </p:cTn>
                                        <p:tgtEl>
                                          <p:spTgt spid="8">
                                            <p:txEl>
                                              <p:pRg st="2" end="2"/>
                                            </p:txEl>
                                          </p:spTgt>
                                        </p:tgtEl>
                                        <p:attrNameLst>
                                          <p:attrName>style.visibility</p:attrName>
                                        </p:attrNameLst>
                                      </p:cBhvr>
                                      <p:to>
                                        <p:strVal val="hidden"/>
                                      </p:to>
                                    </p:set>
                                  </p:childTnLst>
                                </p:cTn>
                              </p:par>
                              <p:par>
                                <p:cTn id="85" presetID="53" presetClass="exit" presetSubtype="32" fill="hold" grpId="1" nodeType="withEffect">
                                  <p:stCondLst>
                                    <p:cond delay="0"/>
                                  </p:stCondLst>
                                  <p:iterate type="wd">
                                    <p:tmPct val="0"/>
                                  </p:iterate>
                                  <p:childTnLst>
                                    <p:anim calcmode="lin" valueType="num">
                                      <p:cBhvr>
                                        <p:cTn id="86" dur="500"/>
                                        <p:tgtEl>
                                          <p:spTgt spid="8">
                                            <p:txEl>
                                              <p:pRg st="3" end="3"/>
                                            </p:txEl>
                                          </p:spTgt>
                                        </p:tgtEl>
                                        <p:attrNameLst>
                                          <p:attrName>ppt_w</p:attrName>
                                        </p:attrNameLst>
                                      </p:cBhvr>
                                      <p:tavLst>
                                        <p:tav tm="0">
                                          <p:val>
                                            <p:strVal val="ppt_w"/>
                                          </p:val>
                                        </p:tav>
                                        <p:tav tm="100000">
                                          <p:val>
                                            <p:fltVal val="0"/>
                                          </p:val>
                                        </p:tav>
                                      </p:tavLst>
                                    </p:anim>
                                    <p:anim calcmode="lin" valueType="num">
                                      <p:cBhvr>
                                        <p:cTn id="87" dur="500"/>
                                        <p:tgtEl>
                                          <p:spTgt spid="8">
                                            <p:txEl>
                                              <p:pRg st="3" end="3"/>
                                            </p:txEl>
                                          </p:spTgt>
                                        </p:tgtEl>
                                        <p:attrNameLst>
                                          <p:attrName>ppt_h</p:attrName>
                                        </p:attrNameLst>
                                      </p:cBhvr>
                                      <p:tavLst>
                                        <p:tav tm="0">
                                          <p:val>
                                            <p:strVal val="ppt_h"/>
                                          </p:val>
                                        </p:tav>
                                        <p:tav tm="100000">
                                          <p:val>
                                            <p:fltVal val="0"/>
                                          </p:val>
                                        </p:tav>
                                      </p:tavLst>
                                    </p:anim>
                                    <p:animEffect transition="out" filter="fade">
                                      <p:cBhvr>
                                        <p:cTn id="88" dur="500"/>
                                        <p:tgtEl>
                                          <p:spTgt spid="8">
                                            <p:txEl>
                                              <p:pRg st="3" end="3"/>
                                            </p:txEl>
                                          </p:spTgt>
                                        </p:tgtEl>
                                      </p:cBhvr>
                                    </p:animEffect>
                                    <p:set>
                                      <p:cBhvr>
                                        <p:cTn id="89" dur="1" fill="hold">
                                          <p:stCondLst>
                                            <p:cond delay="499"/>
                                          </p:stCondLst>
                                        </p:cTn>
                                        <p:tgtEl>
                                          <p:spTgt spid="8">
                                            <p:txEl>
                                              <p:pRg st="3" end="3"/>
                                            </p:txEl>
                                          </p:spTgt>
                                        </p:tgtEl>
                                        <p:attrNameLst>
                                          <p:attrName>style.visibility</p:attrName>
                                        </p:attrNameLst>
                                      </p:cBhvr>
                                      <p:to>
                                        <p:strVal val="hidden"/>
                                      </p:to>
                                    </p:set>
                                  </p:childTnLst>
                                </p:cTn>
                              </p:par>
                              <p:par>
                                <p:cTn id="90" presetID="53" presetClass="exit" presetSubtype="32" fill="hold" grpId="1" nodeType="withEffect">
                                  <p:stCondLst>
                                    <p:cond delay="0"/>
                                  </p:stCondLst>
                                  <p:iterate type="wd">
                                    <p:tmPct val="0"/>
                                  </p:iterate>
                                  <p:childTnLst>
                                    <p:anim calcmode="lin" valueType="num">
                                      <p:cBhvr>
                                        <p:cTn id="91" dur="500"/>
                                        <p:tgtEl>
                                          <p:spTgt spid="8">
                                            <p:txEl>
                                              <p:pRg st="4" end="4"/>
                                            </p:txEl>
                                          </p:spTgt>
                                        </p:tgtEl>
                                        <p:attrNameLst>
                                          <p:attrName>ppt_w</p:attrName>
                                        </p:attrNameLst>
                                      </p:cBhvr>
                                      <p:tavLst>
                                        <p:tav tm="0">
                                          <p:val>
                                            <p:strVal val="ppt_w"/>
                                          </p:val>
                                        </p:tav>
                                        <p:tav tm="100000">
                                          <p:val>
                                            <p:fltVal val="0"/>
                                          </p:val>
                                        </p:tav>
                                      </p:tavLst>
                                    </p:anim>
                                    <p:anim calcmode="lin" valueType="num">
                                      <p:cBhvr>
                                        <p:cTn id="92" dur="500"/>
                                        <p:tgtEl>
                                          <p:spTgt spid="8">
                                            <p:txEl>
                                              <p:pRg st="4" end="4"/>
                                            </p:txEl>
                                          </p:spTgt>
                                        </p:tgtEl>
                                        <p:attrNameLst>
                                          <p:attrName>ppt_h</p:attrName>
                                        </p:attrNameLst>
                                      </p:cBhvr>
                                      <p:tavLst>
                                        <p:tav tm="0">
                                          <p:val>
                                            <p:strVal val="ppt_h"/>
                                          </p:val>
                                        </p:tav>
                                        <p:tav tm="100000">
                                          <p:val>
                                            <p:fltVal val="0"/>
                                          </p:val>
                                        </p:tav>
                                      </p:tavLst>
                                    </p:anim>
                                    <p:animEffect transition="out" filter="fade">
                                      <p:cBhvr>
                                        <p:cTn id="93" dur="500"/>
                                        <p:tgtEl>
                                          <p:spTgt spid="8">
                                            <p:txEl>
                                              <p:pRg st="4" end="4"/>
                                            </p:txEl>
                                          </p:spTgt>
                                        </p:tgtEl>
                                      </p:cBhvr>
                                    </p:animEffect>
                                    <p:set>
                                      <p:cBhvr>
                                        <p:cTn id="94" dur="1" fill="hold">
                                          <p:stCondLst>
                                            <p:cond delay="499"/>
                                          </p:stCondLst>
                                        </p:cTn>
                                        <p:tgtEl>
                                          <p:spTgt spid="8">
                                            <p:txEl>
                                              <p:pRg st="4" end="4"/>
                                            </p:txEl>
                                          </p:spTgt>
                                        </p:tgtEl>
                                        <p:attrNameLst>
                                          <p:attrName>style.visibility</p:attrName>
                                        </p:attrNameLst>
                                      </p:cBhvr>
                                      <p:to>
                                        <p:strVal val="hidden"/>
                                      </p:to>
                                    </p:set>
                                  </p:childTnLst>
                                </p:cTn>
                              </p:par>
                              <p:par>
                                <p:cTn id="95" presetID="53" presetClass="exit" presetSubtype="32" fill="hold" grpId="1" nodeType="withEffect">
                                  <p:stCondLst>
                                    <p:cond delay="0"/>
                                  </p:stCondLst>
                                  <p:iterate type="wd">
                                    <p:tmPct val="0"/>
                                  </p:iterate>
                                  <p:childTnLst>
                                    <p:anim calcmode="lin" valueType="num">
                                      <p:cBhvr>
                                        <p:cTn id="96" dur="500"/>
                                        <p:tgtEl>
                                          <p:spTgt spid="8">
                                            <p:txEl>
                                              <p:pRg st="5" end="5"/>
                                            </p:txEl>
                                          </p:spTgt>
                                        </p:tgtEl>
                                        <p:attrNameLst>
                                          <p:attrName>ppt_w</p:attrName>
                                        </p:attrNameLst>
                                      </p:cBhvr>
                                      <p:tavLst>
                                        <p:tav tm="0">
                                          <p:val>
                                            <p:strVal val="ppt_w"/>
                                          </p:val>
                                        </p:tav>
                                        <p:tav tm="100000">
                                          <p:val>
                                            <p:fltVal val="0"/>
                                          </p:val>
                                        </p:tav>
                                      </p:tavLst>
                                    </p:anim>
                                    <p:anim calcmode="lin" valueType="num">
                                      <p:cBhvr>
                                        <p:cTn id="97" dur="500"/>
                                        <p:tgtEl>
                                          <p:spTgt spid="8">
                                            <p:txEl>
                                              <p:pRg st="5" end="5"/>
                                            </p:txEl>
                                          </p:spTgt>
                                        </p:tgtEl>
                                        <p:attrNameLst>
                                          <p:attrName>ppt_h</p:attrName>
                                        </p:attrNameLst>
                                      </p:cBhvr>
                                      <p:tavLst>
                                        <p:tav tm="0">
                                          <p:val>
                                            <p:strVal val="ppt_h"/>
                                          </p:val>
                                        </p:tav>
                                        <p:tav tm="100000">
                                          <p:val>
                                            <p:fltVal val="0"/>
                                          </p:val>
                                        </p:tav>
                                      </p:tavLst>
                                    </p:anim>
                                    <p:animEffect transition="out" filter="fade">
                                      <p:cBhvr>
                                        <p:cTn id="98" dur="500"/>
                                        <p:tgtEl>
                                          <p:spTgt spid="8">
                                            <p:txEl>
                                              <p:pRg st="5" end="5"/>
                                            </p:txEl>
                                          </p:spTgt>
                                        </p:tgtEl>
                                      </p:cBhvr>
                                    </p:animEffect>
                                    <p:set>
                                      <p:cBhvr>
                                        <p:cTn id="99" dur="1" fill="hold">
                                          <p:stCondLst>
                                            <p:cond delay="499"/>
                                          </p:stCondLst>
                                        </p:cTn>
                                        <p:tgtEl>
                                          <p:spTgt spid="8">
                                            <p:txEl>
                                              <p:pRg st="5" end="5"/>
                                            </p:txEl>
                                          </p:spTgt>
                                        </p:tgtEl>
                                        <p:attrNameLst>
                                          <p:attrName>style.visibility</p:attrName>
                                        </p:attrNameLst>
                                      </p:cBhvr>
                                      <p:to>
                                        <p:strVal val="hidden"/>
                                      </p:to>
                                    </p:set>
                                  </p:childTnLst>
                                </p:cTn>
                              </p:par>
                              <p:par>
                                <p:cTn id="100" presetID="53" presetClass="exit" presetSubtype="32" fill="hold" grpId="1" nodeType="withEffect">
                                  <p:stCondLst>
                                    <p:cond delay="0"/>
                                  </p:stCondLst>
                                  <p:iterate type="wd">
                                    <p:tmPct val="0"/>
                                  </p:iterate>
                                  <p:childTnLst>
                                    <p:anim calcmode="lin" valueType="num">
                                      <p:cBhvr>
                                        <p:cTn id="101" dur="500"/>
                                        <p:tgtEl>
                                          <p:spTgt spid="8">
                                            <p:txEl>
                                              <p:pRg st="6" end="6"/>
                                            </p:txEl>
                                          </p:spTgt>
                                        </p:tgtEl>
                                        <p:attrNameLst>
                                          <p:attrName>ppt_w</p:attrName>
                                        </p:attrNameLst>
                                      </p:cBhvr>
                                      <p:tavLst>
                                        <p:tav tm="0">
                                          <p:val>
                                            <p:strVal val="ppt_w"/>
                                          </p:val>
                                        </p:tav>
                                        <p:tav tm="100000">
                                          <p:val>
                                            <p:fltVal val="0"/>
                                          </p:val>
                                        </p:tav>
                                      </p:tavLst>
                                    </p:anim>
                                    <p:anim calcmode="lin" valueType="num">
                                      <p:cBhvr>
                                        <p:cTn id="102" dur="500"/>
                                        <p:tgtEl>
                                          <p:spTgt spid="8">
                                            <p:txEl>
                                              <p:pRg st="6" end="6"/>
                                            </p:txEl>
                                          </p:spTgt>
                                        </p:tgtEl>
                                        <p:attrNameLst>
                                          <p:attrName>ppt_h</p:attrName>
                                        </p:attrNameLst>
                                      </p:cBhvr>
                                      <p:tavLst>
                                        <p:tav tm="0">
                                          <p:val>
                                            <p:strVal val="ppt_h"/>
                                          </p:val>
                                        </p:tav>
                                        <p:tav tm="100000">
                                          <p:val>
                                            <p:fltVal val="0"/>
                                          </p:val>
                                        </p:tav>
                                      </p:tavLst>
                                    </p:anim>
                                    <p:animEffect transition="out" filter="fade">
                                      <p:cBhvr>
                                        <p:cTn id="103" dur="500"/>
                                        <p:tgtEl>
                                          <p:spTgt spid="8">
                                            <p:txEl>
                                              <p:pRg st="6" end="6"/>
                                            </p:txEl>
                                          </p:spTgt>
                                        </p:tgtEl>
                                      </p:cBhvr>
                                    </p:animEffect>
                                    <p:set>
                                      <p:cBhvr>
                                        <p:cTn id="104" dur="1" fill="hold">
                                          <p:stCondLst>
                                            <p:cond delay="499"/>
                                          </p:stCondLst>
                                        </p:cTn>
                                        <p:tgtEl>
                                          <p:spTgt spid="8">
                                            <p:txEl>
                                              <p:pRg st="6" end="6"/>
                                            </p:txEl>
                                          </p:spTgt>
                                        </p:tgtEl>
                                        <p:attrNameLst>
                                          <p:attrName>style.visibility</p:attrName>
                                        </p:attrNameLst>
                                      </p:cBhvr>
                                      <p:to>
                                        <p:strVal val="hidden"/>
                                      </p:to>
                                    </p:set>
                                  </p:childTnLst>
                                </p:cTn>
                              </p:par>
                              <p:par>
                                <p:cTn id="105" presetID="53" presetClass="exit" presetSubtype="32" fill="hold" grpId="1" nodeType="withEffect">
                                  <p:stCondLst>
                                    <p:cond delay="0"/>
                                  </p:stCondLst>
                                  <p:iterate type="wd">
                                    <p:tmPct val="0"/>
                                  </p:iterate>
                                  <p:childTnLst>
                                    <p:anim calcmode="lin" valueType="num">
                                      <p:cBhvr>
                                        <p:cTn id="106" dur="500"/>
                                        <p:tgtEl>
                                          <p:spTgt spid="8">
                                            <p:txEl>
                                              <p:pRg st="7" end="7"/>
                                            </p:txEl>
                                          </p:spTgt>
                                        </p:tgtEl>
                                        <p:attrNameLst>
                                          <p:attrName>ppt_w</p:attrName>
                                        </p:attrNameLst>
                                      </p:cBhvr>
                                      <p:tavLst>
                                        <p:tav tm="0">
                                          <p:val>
                                            <p:strVal val="ppt_w"/>
                                          </p:val>
                                        </p:tav>
                                        <p:tav tm="100000">
                                          <p:val>
                                            <p:fltVal val="0"/>
                                          </p:val>
                                        </p:tav>
                                      </p:tavLst>
                                    </p:anim>
                                    <p:anim calcmode="lin" valueType="num">
                                      <p:cBhvr>
                                        <p:cTn id="107" dur="500"/>
                                        <p:tgtEl>
                                          <p:spTgt spid="8">
                                            <p:txEl>
                                              <p:pRg st="7" end="7"/>
                                            </p:txEl>
                                          </p:spTgt>
                                        </p:tgtEl>
                                        <p:attrNameLst>
                                          <p:attrName>ppt_h</p:attrName>
                                        </p:attrNameLst>
                                      </p:cBhvr>
                                      <p:tavLst>
                                        <p:tav tm="0">
                                          <p:val>
                                            <p:strVal val="ppt_h"/>
                                          </p:val>
                                        </p:tav>
                                        <p:tav tm="100000">
                                          <p:val>
                                            <p:fltVal val="0"/>
                                          </p:val>
                                        </p:tav>
                                      </p:tavLst>
                                    </p:anim>
                                    <p:animEffect transition="out" filter="fade">
                                      <p:cBhvr>
                                        <p:cTn id="108" dur="500"/>
                                        <p:tgtEl>
                                          <p:spTgt spid="8">
                                            <p:txEl>
                                              <p:pRg st="7" end="7"/>
                                            </p:txEl>
                                          </p:spTgt>
                                        </p:tgtEl>
                                      </p:cBhvr>
                                    </p:animEffect>
                                    <p:set>
                                      <p:cBhvr>
                                        <p:cTn id="109" dur="1" fill="hold">
                                          <p:stCondLst>
                                            <p:cond delay="499"/>
                                          </p:stCondLst>
                                        </p:cTn>
                                        <p:tgtEl>
                                          <p:spTgt spid="8">
                                            <p:txEl>
                                              <p:pRg st="7" end="7"/>
                                            </p:txEl>
                                          </p:spTgt>
                                        </p:tgtEl>
                                        <p:attrNameLst>
                                          <p:attrName>style.visibility</p:attrName>
                                        </p:attrNameLst>
                                      </p:cBhvr>
                                      <p:to>
                                        <p:strVal val="hidden"/>
                                      </p:to>
                                    </p:set>
                                  </p:childTnLst>
                                </p:cTn>
                              </p:par>
                              <p:par>
                                <p:cTn id="110" presetID="53" presetClass="exit" presetSubtype="32" fill="hold" grpId="1" nodeType="withEffect">
                                  <p:stCondLst>
                                    <p:cond delay="0"/>
                                  </p:stCondLst>
                                  <p:iterate type="wd">
                                    <p:tmPct val="0"/>
                                  </p:iterate>
                                  <p:childTnLst>
                                    <p:anim calcmode="lin" valueType="num">
                                      <p:cBhvr>
                                        <p:cTn id="111" dur="500"/>
                                        <p:tgtEl>
                                          <p:spTgt spid="8">
                                            <p:txEl>
                                              <p:pRg st="9" end="9"/>
                                            </p:txEl>
                                          </p:spTgt>
                                        </p:tgtEl>
                                        <p:attrNameLst>
                                          <p:attrName>ppt_w</p:attrName>
                                        </p:attrNameLst>
                                      </p:cBhvr>
                                      <p:tavLst>
                                        <p:tav tm="0">
                                          <p:val>
                                            <p:strVal val="ppt_w"/>
                                          </p:val>
                                        </p:tav>
                                        <p:tav tm="100000">
                                          <p:val>
                                            <p:fltVal val="0"/>
                                          </p:val>
                                        </p:tav>
                                      </p:tavLst>
                                    </p:anim>
                                    <p:anim calcmode="lin" valueType="num">
                                      <p:cBhvr>
                                        <p:cTn id="112" dur="500"/>
                                        <p:tgtEl>
                                          <p:spTgt spid="8">
                                            <p:txEl>
                                              <p:pRg st="9" end="9"/>
                                            </p:txEl>
                                          </p:spTgt>
                                        </p:tgtEl>
                                        <p:attrNameLst>
                                          <p:attrName>ppt_h</p:attrName>
                                        </p:attrNameLst>
                                      </p:cBhvr>
                                      <p:tavLst>
                                        <p:tav tm="0">
                                          <p:val>
                                            <p:strVal val="ppt_h"/>
                                          </p:val>
                                        </p:tav>
                                        <p:tav tm="100000">
                                          <p:val>
                                            <p:fltVal val="0"/>
                                          </p:val>
                                        </p:tav>
                                      </p:tavLst>
                                    </p:anim>
                                    <p:animEffect transition="out" filter="fade">
                                      <p:cBhvr>
                                        <p:cTn id="113" dur="500"/>
                                        <p:tgtEl>
                                          <p:spTgt spid="8">
                                            <p:txEl>
                                              <p:pRg st="9" end="9"/>
                                            </p:txEl>
                                          </p:spTgt>
                                        </p:tgtEl>
                                      </p:cBhvr>
                                    </p:animEffect>
                                    <p:set>
                                      <p:cBhvr>
                                        <p:cTn id="114" dur="1" fill="hold">
                                          <p:stCondLst>
                                            <p:cond delay="499"/>
                                          </p:stCondLst>
                                        </p:cTn>
                                        <p:tgtEl>
                                          <p:spTgt spid="8">
                                            <p:txEl>
                                              <p:pRg st="9" end="9"/>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5" grpId="0" build="allAtOnce"/>
      <p:bldP spid="5" grpId="1" build="allAtOnce"/>
      <p:bldP spid="8" grpId="0" build="allAtOnce"/>
      <p:bldP spid="8" grpId="1" build="allAtOnce"/>
    </p:bldLst>
  </p:timing>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D6B44EE8-F029-6DEA-8EC7-8A8A5B27BA63}"/>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BC819781-0C02-29DA-A5D1-54A3782E64C8}"/>
              </a:ext>
            </a:extLst>
          </p:cNvPr>
          <p:cNvSpPr/>
          <p:nvPr/>
        </p:nvSpPr>
        <p:spPr>
          <a:xfrm>
            <a:off x="1219473" y="1289227"/>
            <a:ext cx="6705054" cy="521485"/>
          </a:xfrm>
          <a:prstGeom prst="roundRect">
            <a:avLst/>
          </a:prstGeom>
          <a:solidFill>
            <a:srgbClr val="7D00FF">
              <a:alpha val="15000"/>
            </a:srgbClr>
          </a:solidFill>
          <a:ln w="25400">
            <a:solidFill>
              <a:srgbClr val="7D00F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7FCE7A2-8945-890F-22C2-44731D7F038D}"/>
              </a:ext>
            </a:extLst>
          </p:cNvPr>
          <p:cNvSpPr/>
          <p:nvPr/>
        </p:nvSpPr>
        <p:spPr>
          <a:xfrm>
            <a:off x="274318" y="6191790"/>
            <a:ext cx="8595360" cy="45719"/>
          </a:xfrm>
          <a:prstGeom prst="rect">
            <a:avLst/>
          </a:prstGeom>
          <a:solidFill>
            <a:srgbClr val="7D00FF"/>
          </a:solidFill>
          <a:ln>
            <a:solidFill>
              <a:srgbClr val="7D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198F9EC-2AC8-73AE-98C1-A84B853E8752}"/>
              </a:ext>
            </a:extLst>
          </p:cNvPr>
          <p:cNvSpPr/>
          <p:nvPr/>
        </p:nvSpPr>
        <p:spPr>
          <a:xfrm>
            <a:off x="274319" y="497840"/>
            <a:ext cx="8595360" cy="45719"/>
          </a:xfrm>
          <a:prstGeom prst="rect">
            <a:avLst/>
          </a:prstGeom>
          <a:solidFill>
            <a:srgbClr val="7D00FF"/>
          </a:solidFill>
          <a:ln>
            <a:solidFill>
              <a:srgbClr val="7D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46758132-9E7C-6043-76E9-8E0794DCF6A7}"/>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2C3F2111-0393-4B12-D185-FC0778EA5822}"/>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C80AE8F7-35BD-1E65-95EC-BB1EEF5217AE}"/>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6" name="Rounded Rectangle 5">
            <a:extLst>
              <a:ext uri="{FF2B5EF4-FFF2-40B4-BE49-F238E27FC236}">
                <a16:creationId xmlns:a16="http://schemas.microsoft.com/office/drawing/2014/main" id="{3A61E627-A96A-F810-F1EA-2ACD6E9E1A92}"/>
              </a:ext>
            </a:extLst>
          </p:cNvPr>
          <p:cNvSpPr/>
          <p:nvPr/>
        </p:nvSpPr>
        <p:spPr>
          <a:xfrm>
            <a:off x="1219473" y="2128519"/>
            <a:ext cx="6705054" cy="3405717"/>
          </a:xfrm>
          <a:prstGeom prst="roundRect">
            <a:avLst>
              <a:gd name="adj" fmla="val 2049"/>
            </a:avLst>
          </a:prstGeom>
          <a:solidFill>
            <a:srgbClr val="7D00FF">
              <a:alpha val="15000"/>
            </a:srgbClr>
          </a:solidFill>
          <a:ln w="25400">
            <a:solidFill>
              <a:srgbClr val="7D00F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35F8746E-9DD2-0F39-6439-9BC6F13D6A94}"/>
              </a:ext>
            </a:extLst>
          </p:cNvPr>
          <p:cNvSpPr txBox="1"/>
          <p:nvPr/>
        </p:nvSpPr>
        <p:spPr>
          <a:xfrm>
            <a:off x="1184078" y="134904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What Aegis Provides</a:t>
            </a:r>
            <a:endParaRPr lang="en-US" sz="2000" b="1" spc="300" dirty="0">
              <a:solidFill>
                <a:schemeClr val="bg1"/>
              </a:solidFill>
              <a:latin typeface="Orbitron Black" pitchFamily="2" charset="0"/>
            </a:endParaRPr>
          </a:p>
        </p:txBody>
      </p:sp>
      <p:sp>
        <p:nvSpPr>
          <p:cNvPr id="8" name="TextBox 7">
            <a:extLst>
              <a:ext uri="{FF2B5EF4-FFF2-40B4-BE49-F238E27FC236}">
                <a16:creationId xmlns:a16="http://schemas.microsoft.com/office/drawing/2014/main" id="{43883904-A953-B90D-B85F-6F8B8B5E0AA5}"/>
              </a:ext>
            </a:extLst>
          </p:cNvPr>
          <p:cNvSpPr txBox="1"/>
          <p:nvPr/>
        </p:nvSpPr>
        <p:spPr>
          <a:xfrm>
            <a:off x="1641290" y="2065158"/>
            <a:ext cx="6063021" cy="3416320"/>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Aegis makes possible the implementation of six PQC algorithms:</a:t>
            </a:r>
          </a:p>
          <a:p>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ML-KEM (formerly CRYSTAL-Kyber)</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ML-DSA (formerly CRYSTAL-</a:t>
            </a:r>
            <a:r>
              <a:rPr lang="en-US" dirty="0" err="1">
                <a:solidFill>
                  <a:schemeClr val="bg1"/>
                </a:solidFill>
                <a:latin typeface="Inter" panose="02000503000000020004" pitchFamily="2" charset="0"/>
                <a:ea typeface="Inter" panose="02000503000000020004" pitchFamily="2" charset="0"/>
              </a:rPr>
              <a:t>Dilithium</a:t>
            </a:r>
            <a:r>
              <a:rPr lang="en-US" dirty="0">
                <a:solidFill>
                  <a:schemeClr val="bg1"/>
                </a:solidFill>
                <a:latin typeface="Inter" panose="02000503000000020004" pitchFamily="2" charset="0"/>
                <a:ea typeface="Inter" panose="02000503000000020004" pitchFamily="2" charset="0"/>
              </a:rPr>
              <a:t>)</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SLH-DSA (formerly SPHINCS+)</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FN-DSA (formerly Falcon)</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HQC-KEM (Hamming Quasi-Cyclic)</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Classic </a:t>
            </a:r>
            <a:r>
              <a:rPr lang="en-US" dirty="0" err="1">
                <a:solidFill>
                  <a:schemeClr val="bg1"/>
                </a:solidFill>
                <a:latin typeface="Inter" panose="02000503000000020004" pitchFamily="2" charset="0"/>
                <a:ea typeface="Inter" panose="02000503000000020004" pitchFamily="2" charset="0"/>
              </a:rPr>
              <a:t>McEliece</a:t>
            </a:r>
            <a:r>
              <a:rPr lang="en-US" dirty="0">
                <a:solidFill>
                  <a:schemeClr val="bg1"/>
                </a:solidFill>
                <a:latin typeface="Inter" panose="02000503000000020004" pitchFamily="2" charset="0"/>
                <a:ea typeface="Inter" panose="02000503000000020004" pitchFamily="2" charset="0"/>
              </a:rPr>
              <a:t> (one of the oldest and most robust PQC algorithms available)</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All integrated at the protocol level.</a:t>
            </a:r>
          </a:p>
        </p:txBody>
      </p:sp>
    </p:spTree>
    <p:extLst>
      <p:ext uri="{BB962C8B-B14F-4D97-AF65-F5344CB8AC3E}">
        <p14:creationId xmlns:p14="http://schemas.microsoft.com/office/powerpoint/2010/main" val="20790979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ou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p:cTn id="17"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iterate type="wd">
                                    <p:tmPct val="10000"/>
                                  </p:iterate>
                                  <p:childTnLst>
                                    <p:set>
                                      <p:cBhvr>
                                        <p:cTn id="23" dur="1" fill="hold">
                                          <p:stCondLst>
                                            <p:cond delay="0"/>
                                          </p:stCondLst>
                                        </p:cTn>
                                        <p:tgtEl>
                                          <p:spTgt spid="8">
                                            <p:txEl>
                                              <p:pRg st="0" end="0"/>
                                            </p:txEl>
                                          </p:spTgt>
                                        </p:tgtEl>
                                        <p:attrNameLst>
                                          <p:attrName>style.visibility</p:attrName>
                                        </p:attrNameLst>
                                      </p:cBhvr>
                                      <p:to>
                                        <p:strVal val="visible"/>
                                      </p:to>
                                    </p:set>
                                    <p:anim calcmode="lin" valueType="num">
                                      <p:cBhvr additive="base">
                                        <p:cTn id="24"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down)">
                                      <p:cBhvr>
                                        <p:cTn id="25" dur="500"/>
                                        <p:tgtEl>
                                          <p:spTgt spid="8">
                                            <p:txEl>
                                              <p:pRg st="0" end="0"/>
                                            </p:txEl>
                                          </p:spTgt>
                                        </p:tgtEl>
                                      </p:cBhvr>
                                    </p:animEffect>
                                  </p:childTnLst>
                                </p:cTn>
                              </p:par>
                              <p:par>
                                <p:cTn id="26" presetID="12" presetClass="entr" presetSubtype="1" fill="hold" grpId="0" nodeType="withEffect">
                                  <p:stCondLst>
                                    <p:cond delay="0"/>
                                  </p:stCondLst>
                                  <p:iterate type="wd">
                                    <p:tmPct val="10000"/>
                                  </p:iterate>
                                  <p:childTnLst>
                                    <p:set>
                                      <p:cBhvr>
                                        <p:cTn id="27" dur="1" fill="hold">
                                          <p:stCondLst>
                                            <p:cond delay="0"/>
                                          </p:stCondLst>
                                        </p:cTn>
                                        <p:tgtEl>
                                          <p:spTgt spid="8">
                                            <p:txEl>
                                              <p:pRg st="2" end="2"/>
                                            </p:txEl>
                                          </p:spTgt>
                                        </p:tgtEl>
                                        <p:attrNameLst>
                                          <p:attrName>style.visibility</p:attrName>
                                        </p:attrNameLst>
                                      </p:cBhvr>
                                      <p:to>
                                        <p:strVal val="visible"/>
                                      </p:to>
                                    </p:set>
                                    <p:anim calcmode="lin" valueType="num">
                                      <p:cBhvr additive="base">
                                        <p:cTn id="28" dur="500"/>
                                        <p:tgtEl>
                                          <p:spTgt spid="8">
                                            <p:txEl>
                                              <p:pRg st="2" end="2"/>
                                            </p:txEl>
                                          </p:spTgt>
                                        </p:tgtEl>
                                        <p:attrNameLst>
                                          <p:attrName>ppt_y</p:attrName>
                                        </p:attrNameLst>
                                      </p:cBhvr>
                                      <p:tavLst>
                                        <p:tav tm="0">
                                          <p:val>
                                            <p:strVal val="#ppt_y-#ppt_h*1.125000"/>
                                          </p:val>
                                        </p:tav>
                                        <p:tav tm="100000">
                                          <p:val>
                                            <p:strVal val="#ppt_y"/>
                                          </p:val>
                                        </p:tav>
                                      </p:tavLst>
                                    </p:anim>
                                    <p:animEffect transition="in" filter="wipe(down)">
                                      <p:cBhvr>
                                        <p:cTn id="29" dur="500"/>
                                        <p:tgtEl>
                                          <p:spTgt spid="8">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1" fill="hold" grpId="0" nodeType="clickEffect">
                                  <p:stCondLst>
                                    <p:cond delay="0"/>
                                  </p:stCondLst>
                                  <p:iterate type="wd">
                                    <p:tmPct val="10000"/>
                                  </p:iterate>
                                  <p:childTnLst>
                                    <p:set>
                                      <p:cBhvr>
                                        <p:cTn id="33" dur="1" fill="hold">
                                          <p:stCondLst>
                                            <p:cond delay="0"/>
                                          </p:stCondLst>
                                        </p:cTn>
                                        <p:tgtEl>
                                          <p:spTgt spid="8">
                                            <p:txEl>
                                              <p:pRg st="3" end="3"/>
                                            </p:txEl>
                                          </p:spTgt>
                                        </p:tgtEl>
                                        <p:attrNameLst>
                                          <p:attrName>style.visibility</p:attrName>
                                        </p:attrNameLst>
                                      </p:cBhvr>
                                      <p:to>
                                        <p:strVal val="visible"/>
                                      </p:to>
                                    </p:set>
                                    <p:anim calcmode="lin" valueType="num">
                                      <p:cBhvr additive="base">
                                        <p:cTn id="34" dur="500"/>
                                        <p:tgtEl>
                                          <p:spTgt spid="8">
                                            <p:txEl>
                                              <p:pRg st="3" end="3"/>
                                            </p:txEl>
                                          </p:spTgt>
                                        </p:tgtEl>
                                        <p:attrNameLst>
                                          <p:attrName>ppt_y</p:attrName>
                                        </p:attrNameLst>
                                      </p:cBhvr>
                                      <p:tavLst>
                                        <p:tav tm="0">
                                          <p:val>
                                            <p:strVal val="#ppt_y-#ppt_h*1.125000"/>
                                          </p:val>
                                        </p:tav>
                                        <p:tav tm="100000">
                                          <p:val>
                                            <p:strVal val="#ppt_y"/>
                                          </p:val>
                                        </p:tav>
                                      </p:tavLst>
                                    </p:anim>
                                    <p:animEffect transition="in" filter="wipe(down)">
                                      <p:cBhvr>
                                        <p:cTn id="35" dur="500"/>
                                        <p:tgtEl>
                                          <p:spTgt spid="8">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1" fill="hold" grpId="0" nodeType="clickEffect">
                                  <p:stCondLst>
                                    <p:cond delay="0"/>
                                  </p:stCondLst>
                                  <p:iterate type="wd">
                                    <p:tmPct val="10000"/>
                                  </p:iterate>
                                  <p:childTnLst>
                                    <p:set>
                                      <p:cBhvr>
                                        <p:cTn id="39" dur="1" fill="hold">
                                          <p:stCondLst>
                                            <p:cond delay="0"/>
                                          </p:stCondLst>
                                        </p:cTn>
                                        <p:tgtEl>
                                          <p:spTgt spid="8">
                                            <p:txEl>
                                              <p:pRg st="4" end="4"/>
                                            </p:txEl>
                                          </p:spTgt>
                                        </p:tgtEl>
                                        <p:attrNameLst>
                                          <p:attrName>style.visibility</p:attrName>
                                        </p:attrNameLst>
                                      </p:cBhvr>
                                      <p:to>
                                        <p:strVal val="visible"/>
                                      </p:to>
                                    </p:set>
                                    <p:anim calcmode="lin" valueType="num">
                                      <p:cBhvr additive="base">
                                        <p:cTn id="40" dur="500"/>
                                        <p:tgtEl>
                                          <p:spTgt spid="8">
                                            <p:txEl>
                                              <p:pRg st="4" end="4"/>
                                            </p:txEl>
                                          </p:spTgt>
                                        </p:tgtEl>
                                        <p:attrNameLst>
                                          <p:attrName>ppt_y</p:attrName>
                                        </p:attrNameLst>
                                      </p:cBhvr>
                                      <p:tavLst>
                                        <p:tav tm="0">
                                          <p:val>
                                            <p:strVal val="#ppt_y-#ppt_h*1.125000"/>
                                          </p:val>
                                        </p:tav>
                                        <p:tav tm="100000">
                                          <p:val>
                                            <p:strVal val="#ppt_y"/>
                                          </p:val>
                                        </p:tav>
                                      </p:tavLst>
                                    </p:anim>
                                    <p:animEffect transition="in" filter="wipe(down)">
                                      <p:cBhvr>
                                        <p:cTn id="41" dur="500"/>
                                        <p:tgtEl>
                                          <p:spTgt spid="8">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1" fill="hold" grpId="0" nodeType="clickEffect">
                                  <p:stCondLst>
                                    <p:cond delay="0"/>
                                  </p:stCondLst>
                                  <p:iterate type="wd">
                                    <p:tmPct val="10000"/>
                                  </p:iterate>
                                  <p:childTnLst>
                                    <p:set>
                                      <p:cBhvr>
                                        <p:cTn id="45" dur="1" fill="hold">
                                          <p:stCondLst>
                                            <p:cond delay="0"/>
                                          </p:stCondLst>
                                        </p:cTn>
                                        <p:tgtEl>
                                          <p:spTgt spid="8">
                                            <p:txEl>
                                              <p:pRg st="5" end="5"/>
                                            </p:txEl>
                                          </p:spTgt>
                                        </p:tgtEl>
                                        <p:attrNameLst>
                                          <p:attrName>style.visibility</p:attrName>
                                        </p:attrNameLst>
                                      </p:cBhvr>
                                      <p:to>
                                        <p:strVal val="visible"/>
                                      </p:to>
                                    </p:set>
                                    <p:anim calcmode="lin" valueType="num">
                                      <p:cBhvr additive="base">
                                        <p:cTn id="46" dur="500"/>
                                        <p:tgtEl>
                                          <p:spTgt spid="8">
                                            <p:txEl>
                                              <p:pRg st="5" end="5"/>
                                            </p:txEl>
                                          </p:spTgt>
                                        </p:tgtEl>
                                        <p:attrNameLst>
                                          <p:attrName>ppt_y</p:attrName>
                                        </p:attrNameLst>
                                      </p:cBhvr>
                                      <p:tavLst>
                                        <p:tav tm="0">
                                          <p:val>
                                            <p:strVal val="#ppt_y-#ppt_h*1.125000"/>
                                          </p:val>
                                        </p:tav>
                                        <p:tav tm="100000">
                                          <p:val>
                                            <p:strVal val="#ppt_y"/>
                                          </p:val>
                                        </p:tav>
                                      </p:tavLst>
                                    </p:anim>
                                    <p:animEffect transition="in" filter="wipe(down)">
                                      <p:cBhvr>
                                        <p:cTn id="47" dur="500"/>
                                        <p:tgtEl>
                                          <p:spTgt spid="8">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1" fill="hold" grpId="0" nodeType="clickEffect">
                                  <p:stCondLst>
                                    <p:cond delay="0"/>
                                  </p:stCondLst>
                                  <p:iterate type="wd">
                                    <p:tmPct val="10000"/>
                                  </p:iterate>
                                  <p:childTnLst>
                                    <p:set>
                                      <p:cBhvr>
                                        <p:cTn id="51" dur="1" fill="hold">
                                          <p:stCondLst>
                                            <p:cond delay="0"/>
                                          </p:stCondLst>
                                        </p:cTn>
                                        <p:tgtEl>
                                          <p:spTgt spid="8">
                                            <p:txEl>
                                              <p:pRg st="6" end="6"/>
                                            </p:txEl>
                                          </p:spTgt>
                                        </p:tgtEl>
                                        <p:attrNameLst>
                                          <p:attrName>style.visibility</p:attrName>
                                        </p:attrNameLst>
                                      </p:cBhvr>
                                      <p:to>
                                        <p:strVal val="visible"/>
                                      </p:to>
                                    </p:set>
                                    <p:anim calcmode="lin" valueType="num">
                                      <p:cBhvr additive="base">
                                        <p:cTn id="52" dur="500"/>
                                        <p:tgtEl>
                                          <p:spTgt spid="8">
                                            <p:txEl>
                                              <p:pRg st="6" end="6"/>
                                            </p:txEl>
                                          </p:spTgt>
                                        </p:tgtEl>
                                        <p:attrNameLst>
                                          <p:attrName>ppt_y</p:attrName>
                                        </p:attrNameLst>
                                      </p:cBhvr>
                                      <p:tavLst>
                                        <p:tav tm="0">
                                          <p:val>
                                            <p:strVal val="#ppt_y-#ppt_h*1.125000"/>
                                          </p:val>
                                        </p:tav>
                                        <p:tav tm="100000">
                                          <p:val>
                                            <p:strVal val="#ppt_y"/>
                                          </p:val>
                                        </p:tav>
                                      </p:tavLst>
                                    </p:anim>
                                    <p:animEffect transition="in" filter="wipe(down)">
                                      <p:cBhvr>
                                        <p:cTn id="53" dur="500"/>
                                        <p:tgtEl>
                                          <p:spTgt spid="8">
                                            <p:txEl>
                                              <p:pRg st="6" end="6"/>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1" fill="hold" grpId="0" nodeType="clickEffect">
                                  <p:stCondLst>
                                    <p:cond delay="0"/>
                                  </p:stCondLst>
                                  <p:iterate type="wd">
                                    <p:tmPct val="10000"/>
                                  </p:iterate>
                                  <p:childTnLst>
                                    <p:set>
                                      <p:cBhvr>
                                        <p:cTn id="57" dur="1" fill="hold">
                                          <p:stCondLst>
                                            <p:cond delay="0"/>
                                          </p:stCondLst>
                                        </p:cTn>
                                        <p:tgtEl>
                                          <p:spTgt spid="8">
                                            <p:txEl>
                                              <p:pRg st="7" end="7"/>
                                            </p:txEl>
                                          </p:spTgt>
                                        </p:tgtEl>
                                        <p:attrNameLst>
                                          <p:attrName>style.visibility</p:attrName>
                                        </p:attrNameLst>
                                      </p:cBhvr>
                                      <p:to>
                                        <p:strVal val="visible"/>
                                      </p:to>
                                    </p:set>
                                    <p:anim calcmode="lin" valueType="num">
                                      <p:cBhvr additive="base">
                                        <p:cTn id="58" dur="500"/>
                                        <p:tgtEl>
                                          <p:spTgt spid="8">
                                            <p:txEl>
                                              <p:pRg st="7" end="7"/>
                                            </p:txEl>
                                          </p:spTgt>
                                        </p:tgtEl>
                                        <p:attrNameLst>
                                          <p:attrName>ppt_y</p:attrName>
                                        </p:attrNameLst>
                                      </p:cBhvr>
                                      <p:tavLst>
                                        <p:tav tm="0">
                                          <p:val>
                                            <p:strVal val="#ppt_y-#ppt_h*1.125000"/>
                                          </p:val>
                                        </p:tav>
                                        <p:tav tm="100000">
                                          <p:val>
                                            <p:strVal val="#ppt_y"/>
                                          </p:val>
                                        </p:tav>
                                      </p:tavLst>
                                    </p:anim>
                                    <p:animEffect transition="in" filter="wipe(down)">
                                      <p:cBhvr>
                                        <p:cTn id="59" dur="500"/>
                                        <p:tgtEl>
                                          <p:spTgt spid="8">
                                            <p:txEl>
                                              <p:pRg st="7" end="7"/>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2" presetClass="entr" presetSubtype="1" fill="hold" grpId="0" nodeType="clickEffect">
                                  <p:stCondLst>
                                    <p:cond delay="0"/>
                                  </p:stCondLst>
                                  <p:iterate type="wd">
                                    <p:tmPct val="10000"/>
                                  </p:iterate>
                                  <p:childTnLst>
                                    <p:set>
                                      <p:cBhvr>
                                        <p:cTn id="63" dur="1" fill="hold">
                                          <p:stCondLst>
                                            <p:cond delay="0"/>
                                          </p:stCondLst>
                                        </p:cTn>
                                        <p:tgtEl>
                                          <p:spTgt spid="8">
                                            <p:txEl>
                                              <p:pRg st="9" end="9"/>
                                            </p:txEl>
                                          </p:spTgt>
                                        </p:tgtEl>
                                        <p:attrNameLst>
                                          <p:attrName>style.visibility</p:attrName>
                                        </p:attrNameLst>
                                      </p:cBhvr>
                                      <p:to>
                                        <p:strVal val="visible"/>
                                      </p:to>
                                    </p:set>
                                    <p:anim calcmode="lin" valueType="num">
                                      <p:cBhvr additive="base">
                                        <p:cTn id="64" dur="500"/>
                                        <p:tgtEl>
                                          <p:spTgt spid="8">
                                            <p:txEl>
                                              <p:pRg st="9" end="9"/>
                                            </p:txEl>
                                          </p:spTgt>
                                        </p:tgtEl>
                                        <p:attrNameLst>
                                          <p:attrName>ppt_y</p:attrName>
                                        </p:attrNameLst>
                                      </p:cBhvr>
                                      <p:tavLst>
                                        <p:tav tm="0">
                                          <p:val>
                                            <p:strVal val="#ppt_y-#ppt_h*1.125000"/>
                                          </p:val>
                                        </p:tav>
                                        <p:tav tm="100000">
                                          <p:val>
                                            <p:strVal val="#ppt_y"/>
                                          </p:val>
                                        </p:tav>
                                      </p:tavLst>
                                    </p:anim>
                                    <p:animEffect transition="in" filter="wipe(down)">
                                      <p:cBhvr>
                                        <p:cTn id="65" dur="500"/>
                                        <p:tgtEl>
                                          <p:spTgt spid="8">
                                            <p:txEl>
                                              <p:pRg st="9" end="9"/>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xit" presetSubtype="32" fill="hold" grpId="1" nodeType="clickEffect">
                                  <p:stCondLst>
                                    <p:cond delay="0"/>
                                  </p:stCondLst>
                                  <p:childTnLst>
                                    <p:anim calcmode="lin" valueType="num">
                                      <p:cBhvr>
                                        <p:cTn id="69" dur="500"/>
                                        <p:tgtEl>
                                          <p:spTgt spid="5">
                                            <p:txEl>
                                              <p:pRg st="0" end="0"/>
                                            </p:txEl>
                                          </p:spTgt>
                                        </p:tgtEl>
                                        <p:attrNameLst>
                                          <p:attrName>ppt_w</p:attrName>
                                        </p:attrNameLst>
                                      </p:cBhvr>
                                      <p:tavLst>
                                        <p:tav tm="0">
                                          <p:val>
                                            <p:strVal val="ppt_w"/>
                                          </p:val>
                                        </p:tav>
                                        <p:tav tm="100000">
                                          <p:val>
                                            <p:fltVal val="0"/>
                                          </p:val>
                                        </p:tav>
                                      </p:tavLst>
                                    </p:anim>
                                    <p:anim calcmode="lin" valueType="num">
                                      <p:cBhvr>
                                        <p:cTn id="70" dur="500"/>
                                        <p:tgtEl>
                                          <p:spTgt spid="5">
                                            <p:txEl>
                                              <p:pRg st="0" end="0"/>
                                            </p:txEl>
                                          </p:spTgt>
                                        </p:tgtEl>
                                        <p:attrNameLst>
                                          <p:attrName>ppt_h</p:attrName>
                                        </p:attrNameLst>
                                      </p:cBhvr>
                                      <p:tavLst>
                                        <p:tav tm="0">
                                          <p:val>
                                            <p:strVal val="ppt_h"/>
                                          </p:val>
                                        </p:tav>
                                        <p:tav tm="100000">
                                          <p:val>
                                            <p:fltVal val="0"/>
                                          </p:val>
                                        </p:tav>
                                      </p:tavLst>
                                    </p:anim>
                                    <p:animEffect transition="out" filter="fade">
                                      <p:cBhvr>
                                        <p:cTn id="71" dur="500"/>
                                        <p:tgtEl>
                                          <p:spTgt spid="5">
                                            <p:txEl>
                                              <p:pRg st="0" end="0"/>
                                            </p:txEl>
                                          </p:spTgt>
                                        </p:tgtEl>
                                      </p:cBhvr>
                                    </p:animEffect>
                                    <p:set>
                                      <p:cBhvr>
                                        <p:cTn id="72" dur="1" fill="hold">
                                          <p:stCondLst>
                                            <p:cond delay="499"/>
                                          </p:stCondLst>
                                        </p:cTn>
                                        <p:tgtEl>
                                          <p:spTgt spid="5">
                                            <p:txEl>
                                              <p:pRg st="0" end="0"/>
                                            </p:txEl>
                                          </p:spTgt>
                                        </p:tgtEl>
                                        <p:attrNameLst>
                                          <p:attrName>style.visibility</p:attrName>
                                        </p:attrNameLst>
                                      </p:cBhvr>
                                      <p:to>
                                        <p:strVal val="hidden"/>
                                      </p:to>
                                    </p:set>
                                  </p:childTnLst>
                                </p:cTn>
                              </p:par>
                              <p:par>
                                <p:cTn id="73" presetID="53" presetClass="exit" presetSubtype="32" fill="hold" grpId="1" nodeType="withEffect">
                                  <p:stCondLst>
                                    <p:cond delay="0"/>
                                  </p:stCondLst>
                                  <p:iterate type="wd">
                                    <p:tmPct val="0"/>
                                  </p:iterate>
                                  <p:childTnLst>
                                    <p:anim calcmode="lin" valueType="num">
                                      <p:cBhvr>
                                        <p:cTn id="74" dur="500"/>
                                        <p:tgtEl>
                                          <p:spTgt spid="8">
                                            <p:txEl>
                                              <p:pRg st="0" end="0"/>
                                            </p:txEl>
                                          </p:spTgt>
                                        </p:tgtEl>
                                        <p:attrNameLst>
                                          <p:attrName>ppt_w</p:attrName>
                                        </p:attrNameLst>
                                      </p:cBhvr>
                                      <p:tavLst>
                                        <p:tav tm="0">
                                          <p:val>
                                            <p:strVal val="ppt_w"/>
                                          </p:val>
                                        </p:tav>
                                        <p:tav tm="100000">
                                          <p:val>
                                            <p:fltVal val="0"/>
                                          </p:val>
                                        </p:tav>
                                      </p:tavLst>
                                    </p:anim>
                                    <p:anim calcmode="lin" valueType="num">
                                      <p:cBhvr>
                                        <p:cTn id="75"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76" dur="500"/>
                                        <p:tgtEl>
                                          <p:spTgt spid="8">
                                            <p:txEl>
                                              <p:pRg st="0" end="0"/>
                                            </p:txEl>
                                          </p:spTgt>
                                        </p:tgtEl>
                                      </p:cBhvr>
                                    </p:animEffect>
                                    <p:set>
                                      <p:cBhvr>
                                        <p:cTn id="77" dur="1" fill="hold">
                                          <p:stCondLst>
                                            <p:cond delay="499"/>
                                          </p:stCondLst>
                                        </p:cTn>
                                        <p:tgtEl>
                                          <p:spTgt spid="8">
                                            <p:txEl>
                                              <p:pRg st="0" end="0"/>
                                            </p:txEl>
                                          </p:spTgt>
                                        </p:tgtEl>
                                        <p:attrNameLst>
                                          <p:attrName>style.visibility</p:attrName>
                                        </p:attrNameLst>
                                      </p:cBhvr>
                                      <p:to>
                                        <p:strVal val="hidden"/>
                                      </p:to>
                                    </p:set>
                                  </p:childTnLst>
                                </p:cTn>
                              </p:par>
                              <p:par>
                                <p:cTn id="78" presetID="53" presetClass="exit" presetSubtype="32" fill="hold" grpId="1" nodeType="withEffect">
                                  <p:stCondLst>
                                    <p:cond delay="0"/>
                                  </p:stCondLst>
                                  <p:iterate type="wd">
                                    <p:tmPct val="0"/>
                                  </p:iterate>
                                  <p:childTnLst>
                                    <p:anim calcmode="lin" valueType="num">
                                      <p:cBhvr>
                                        <p:cTn id="79" dur="500"/>
                                        <p:tgtEl>
                                          <p:spTgt spid="8">
                                            <p:txEl>
                                              <p:pRg st="2" end="2"/>
                                            </p:txEl>
                                          </p:spTgt>
                                        </p:tgtEl>
                                        <p:attrNameLst>
                                          <p:attrName>ppt_w</p:attrName>
                                        </p:attrNameLst>
                                      </p:cBhvr>
                                      <p:tavLst>
                                        <p:tav tm="0">
                                          <p:val>
                                            <p:strVal val="ppt_w"/>
                                          </p:val>
                                        </p:tav>
                                        <p:tav tm="100000">
                                          <p:val>
                                            <p:fltVal val="0"/>
                                          </p:val>
                                        </p:tav>
                                      </p:tavLst>
                                    </p:anim>
                                    <p:anim calcmode="lin" valueType="num">
                                      <p:cBhvr>
                                        <p:cTn id="80" dur="500"/>
                                        <p:tgtEl>
                                          <p:spTgt spid="8">
                                            <p:txEl>
                                              <p:pRg st="2" end="2"/>
                                            </p:txEl>
                                          </p:spTgt>
                                        </p:tgtEl>
                                        <p:attrNameLst>
                                          <p:attrName>ppt_h</p:attrName>
                                        </p:attrNameLst>
                                      </p:cBhvr>
                                      <p:tavLst>
                                        <p:tav tm="0">
                                          <p:val>
                                            <p:strVal val="ppt_h"/>
                                          </p:val>
                                        </p:tav>
                                        <p:tav tm="100000">
                                          <p:val>
                                            <p:fltVal val="0"/>
                                          </p:val>
                                        </p:tav>
                                      </p:tavLst>
                                    </p:anim>
                                    <p:animEffect transition="out" filter="fade">
                                      <p:cBhvr>
                                        <p:cTn id="81" dur="500"/>
                                        <p:tgtEl>
                                          <p:spTgt spid="8">
                                            <p:txEl>
                                              <p:pRg st="2" end="2"/>
                                            </p:txEl>
                                          </p:spTgt>
                                        </p:tgtEl>
                                      </p:cBhvr>
                                    </p:animEffect>
                                    <p:set>
                                      <p:cBhvr>
                                        <p:cTn id="82" dur="1" fill="hold">
                                          <p:stCondLst>
                                            <p:cond delay="499"/>
                                          </p:stCondLst>
                                        </p:cTn>
                                        <p:tgtEl>
                                          <p:spTgt spid="8">
                                            <p:txEl>
                                              <p:pRg st="2" end="2"/>
                                            </p:txEl>
                                          </p:spTgt>
                                        </p:tgtEl>
                                        <p:attrNameLst>
                                          <p:attrName>style.visibility</p:attrName>
                                        </p:attrNameLst>
                                      </p:cBhvr>
                                      <p:to>
                                        <p:strVal val="hidden"/>
                                      </p:to>
                                    </p:set>
                                  </p:childTnLst>
                                </p:cTn>
                              </p:par>
                              <p:par>
                                <p:cTn id="83" presetID="53" presetClass="exit" presetSubtype="32" fill="hold" grpId="1" nodeType="withEffect">
                                  <p:stCondLst>
                                    <p:cond delay="0"/>
                                  </p:stCondLst>
                                  <p:iterate type="wd">
                                    <p:tmPct val="0"/>
                                  </p:iterate>
                                  <p:childTnLst>
                                    <p:anim calcmode="lin" valueType="num">
                                      <p:cBhvr>
                                        <p:cTn id="84" dur="500"/>
                                        <p:tgtEl>
                                          <p:spTgt spid="8">
                                            <p:txEl>
                                              <p:pRg st="3" end="3"/>
                                            </p:txEl>
                                          </p:spTgt>
                                        </p:tgtEl>
                                        <p:attrNameLst>
                                          <p:attrName>ppt_w</p:attrName>
                                        </p:attrNameLst>
                                      </p:cBhvr>
                                      <p:tavLst>
                                        <p:tav tm="0">
                                          <p:val>
                                            <p:strVal val="ppt_w"/>
                                          </p:val>
                                        </p:tav>
                                        <p:tav tm="100000">
                                          <p:val>
                                            <p:fltVal val="0"/>
                                          </p:val>
                                        </p:tav>
                                      </p:tavLst>
                                    </p:anim>
                                    <p:anim calcmode="lin" valueType="num">
                                      <p:cBhvr>
                                        <p:cTn id="85" dur="500"/>
                                        <p:tgtEl>
                                          <p:spTgt spid="8">
                                            <p:txEl>
                                              <p:pRg st="3" end="3"/>
                                            </p:txEl>
                                          </p:spTgt>
                                        </p:tgtEl>
                                        <p:attrNameLst>
                                          <p:attrName>ppt_h</p:attrName>
                                        </p:attrNameLst>
                                      </p:cBhvr>
                                      <p:tavLst>
                                        <p:tav tm="0">
                                          <p:val>
                                            <p:strVal val="ppt_h"/>
                                          </p:val>
                                        </p:tav>
                                        <p:tav tm="100000">
                                          <p:val>
                                            <p:fltVal val="0"/>
                                          </p:val>
                                        </p:tav>
                                      </p:tavLst>
                                    </p:anim>
                                    <p:animEffect transition="out" filter="fade">
                                      <p:cBhvr>
                                        <p:cTn id="86" dur="500"/>
                                        <p:tgtEl>
                                          <p:spTgt spid="8">
                                            <p:txEl>
                                              <p:pRg st="3" end="3"/>
                                            </p:txEl>
                                          </p:spTgt>
                                        </p:tgtEl>
                                      </p:cBhvr>
                                    </p:animEffect>
                                    <p:set>
                                      <p:cBhvr>
                                        <p:cTn id="87" dur="1" fill="hold">
                                          <p:stCondLst>
                                            <p:cond delay="499"/>
                                          </p:stCondLst>
                                        </p:cTn>
                                        <p:tgtEl>
                                          <p:spTgt spid="8">
                                            <p:txEl>
                                              <p:pRg st="3" end="3"/>
                                            </p:txEl>
                                          </p:spTgt>
                                        </p:tgtEl>
                                        <p:attrNameLst>
                                          <p:attrName>style.visibility</p:attrName>
                                        </p:attrNameLst>
                                      </p:cBhvr>
                                      <p:to>
                                        <p:strVal val="hidden"/>
                                      </p:to>
                                    </p:set>
                                  </p:childTnLst>
                                </p:cTn>
                              </p:par>
                              <p:par>
                                <p:cTn id="88" presetID="53" presetClass="exit" presetSubtype="32" fill="hold" grpId="1" nodeType="withEffect">
                                  <p:stCondLst>
                                    <p:cond delay="0"/>
                                  </p:stCondLst>
                                  <p:iterate type="wd">
                                    <p:tmPct val="0"/>
                                  </p:iterate>
                                  <p:childTnLst>
                                    <p:anim calcmode="lin" valueType="num">
                                      <p:cBhvr>
                                        <p:cTn id="89" dur="500"/>
                                        <p:tgtEl>
                                          <p:spTgt spid="8">
                                            <p:txEl>
                                              <p:pRg st="4" end="4"/>
                                            </p:txEl>
                                          </p:spTgt>
                                        </p:tgtEl>
                                        <p:attrNameLst>
                                          <p:attrName>ppt_w</p:attrName>
                                        </p:attrNameLst>
                                      </p:cBhvr>
                                      <p:tavLst>
                                        <p:tav tm="0">
                                          <p:val>
                                            <p:strVal val="ppt_w"/>
                                          </p:val>
                                        </p:tav>
                                        <p:tav tm="100000">
                                          <p:val>
                                            <p:fltVal val="0"/>
                                          </p:val>
                                        </p:tav>
                                      </p:tavLst>
                                    </p:anim>
                                    <p:anim calcmode="lin" valueType="num">
                                      <p:cBhvr>
                                        <p:cTn id="90" dur="500"/>
                                        <p:tgtEl>
                                          <p:spTgt spid="8">
                                            <p:txEl>
                                              <p:pRg st="4" end="4"/>
                                            </p:txEl>
                                          </p:spTgt>
                                        </p:tgtEl>
                                        <p:attrNameLst>
                                          <p:attrName>ppt_h</p:attrName>
                                        </p:attrNameLst>
                                      </p:cBhvr>
                                      <p:tavLst>
                                        <p:tav tm="0">
                                          <p:val>
                                            <p:strVal val="ppt_h"/>
                                          </p:val>
                                        </p:tav>
                                        <p:tav tm="100000">
                                          <p:val>
                                            <p:fltVal val="0"/>
                                          </p:val>
                                        </p:tav>
                                      </p:tavLst>
                                    </p:anim>
                                    <p:animEffect transition="out" filter="fade">
                                      <p:cBhvr>
                                        <p:cTn id="91" dur="500"/>
                                        <p:tgtEl>
                                          <p:spTgt spid="8">
                                            <p:txEl>
                                              <p:pRg st="4" end="4"/>
                                            </p:txEl>
                                          </p:spTgt>
                                        </p:tgtEl>
                                      </p:cBhvr>
                                    </p:animEffect>
                                    <p:set>
                                      <p:cBhvr>
                                        <p:cTn id="92" dur="1" fill="hold">
                                          <p:stCondLst>
                                            <p:cond delay="499"/>
                                          </p:stCondLst>
                                        </p:cTn>
                                        <p:tgtEl>
                                          <p:spTgt spid="8">
                                            <p:txEl>
                                              <p:pRg st="4" end="4"/>
                                            </p:txEl>
                                          </p:spTgt>
                                        </p:tgtEl>
                                        <p:attrNameLst>
                                          <p:attrName>style.visibility</p:attrName>
                                        </p:attrNameLst>
                                      </p:cBhvr>
                                      <p:to>
                                        <p:strVal val="hidden"/>
                                      </p:to>
                                    </p:set>
                                  </p:childTnLst>
                                </p:cTn>
                              </p:par>
                              <p:par>
                                <p:cTn id="93" presetID="53" presetClass="exit" presetSubtype="32" fill="hold" grpId="1" nodeType="withEffect">
                                  <p:stCondLst>
                                    <p:cond delay="0"/>
                                  </p:stCondLst>
                                  <p:iterate type="wd">
                                    <p:tmPct val="0"/>
                                  </p:iterate>
                                  <p:childTnLst>
                                    <p:anim calcmode="lin" valueType="num">
                                      <p:cBhvr>
                                        <p:cTn id="94" dur="500"/>
                                        <p:tgtEl>
                                          <p:spTgt spid="8">
                                            <p:txEl>
                                              <p:pRg st="5" end="5"/>
                                            </p:txEl>
                                          </p:spTgt>
                                        </p:tgtEl>
                                        <p:attrNameLst>
                                          <p:attrName>ppt_w</p:attrName>
                                        </p:attrNameLst>
                                      </p:cBhvr>
                                      <p:tavLst>
                                        <p:tav tm="0">
                                          <p:val>
                                            <p:strVal val="ppt_w"/>
                                          </p:val>
                                        </p:tav>
                                        <p:tav tm="100000">
                                          <p:val>
                                            <p:fltVal val="0"/>
                                          </p:val>
                                        </p:tav>
                                      </p:tavLst>
                                    </p:anim>
                                    <p:anim calcmode="lin" valueType="num">
                                      <p:cBhvr>
                                        <p:cTn id="95" dur="500"/>
                                        <p:tgtEl>
                                          <p:spTgt spid="8">
                                            <p:txEl>
                                              <p:pRg st="5" end="5"/>
                                            </p:txEl>
                                          </p:spTgt>
                                        </p:tgtEl>
                                        <p:attrNameLst>
                                          <p:attrName>ppt_h</p:attrName>
                                        </p:attrNameLst>
                                      </p:cBhvr>
                                      <p:tavLst>
                                        <p:tav tm="0">
                                          <p:val>
                                            <p:strVal val="ppt_h"/>
                                          </p:val>
                                        </p:tav>
                                        <p:tav tm="100000">
                                          <p:val>
                                            <p:fltVal val="0"/>
                                          </p:val>
                                        </p:tav>
                                      </p:tavLst>
                                    </p:anim>
                                    <p:animEffect transition="out" filter="fade">
                                      <p:cBhvr>
                                        <p:cTn id="96" dur="500"/>
                                        <p:tgtEl>
                                          <p:spTgt spid="8">
                                            <p:txEl>
                                              <p:pRg st="5" end="5"/>
                                            </p:txEl>
                                          </p:spTgt>
                                        </p:tgtEl>
                                      </p:cBhvr>
                                    </p:animEffect>
                                    <p:set>
                                      <p:cBhvr>
                                        <p:cTn id="97" dur="1" fill="hold">
                                          <p:stCondLst>
                                            <p:cond delay="499"/>
                                          </p:stCondLst>
                                        </p:cTn>
                                        <p:tgtEl>
                                          <p:spTgt spid="8">
                                            <p:txEl>
                                              <p:pRg st="5" end="5"/>
                                            </p:txEl>
                                          </p:spTgt>
                                        </p:tgtEl>
                                        <p:attrNameLst>
                                          <p:attrName>style.visibility</p:attrName>
                                        </p:attrNameLst>
                                      </p:cBhvr>
                                      <p:to>
                                        <p:strVal val="hidden"/>
                                      </p:to>
                                    </p:set>
                                  </p:childTnLst>
                                </p:cTn>
                              </p:par>
                              <p:par>
                                <p:cTn id="98" presetID="53" presetClass="exit" presetSubtype="32" fill="hold" grpId="1" nodeType="withEffect">
                                  <p:stCondLst>
                                    <p:cond delay="0"/>
                                  </p:stCondLst>
                                  <p:iterate type="wd">
                                    <p:tmPct val="0"/>
                                  </p:iterate>
                                  <p:childTnLst>
                                    <p:anim calcmode="lin" valueType="num">
                                      <p:cBhvr>
                                        <p:cTn id="99" dur="500"/>
                                        <p:tgtEl>
                                          <p:spTgt spid="8">
                                            <p:txEl>
                                              <p:pRg st="6" end="6"/>
                                            </p:txEl>
                                          </p:spTgt>
                                        </p:tgtEl>
                                        <p:attrNameLst>
                                          <p:attrName>ppt_w</p:attrName>
                                        </p:attrNameLst>
                                      </p:cBhvr>
                                      <p:tavLst>
                                        <p:tav tm="0">
                                          <p:val>
                                            <p:strVal val="ppt_w"/>
                                          </p:val>
                                        </p:tav>
                                        <p:tav tm="100000">
                                          <p:val>
                                            <p:fltVal val="0"/>
                                          </p:val>
                                        </p:tav>
                                      </p:tavLst>
                                    </p:anim>
                                    <p:anim calcmode="lin" valueType="num">
                                      <p:cBhvr>
                                        <p:cTn id="100" dur="500"/>
                                        <p:tgtEl>
                                          <p:spTgt spid="8">
                                            <p:txEl>
                                              <p:pRg st="6" end="6"/>
                                            </p:txEl>
                                          </p:spTgt>
                                        </p:tgtEl>
                                        <p:attrNameLst>
                                          <p:attrName>ppt_h</p:attrName>
                                        </p:attrNameLst>
                                      </p:cBhvr>
                                      <p:tavLst>
                                        <p:tav tm="0">
                                          <p:val>
                                            <p:strVal val="ppt_h"/>
                                          </p:val>
                                        </p:tav>
                                        <p:tav tm="100000">
                                          <p:val>
                                            <p:fltVal val="0"/>
                                          </p:val>
                                        </p:tav>
                                      </p:tavLst>
                                    </p:anim>
                                    <p:animEffect transition="out" filter="fade">
                                      <p:cBhvr>
                                        <p:cTn id="101" dur="500"/>
                                        <p:tgtEl>
                                          <p:spTgt spid="8">
                                            <p:txEl>
                                              <p:pRg st="6" end="6"/>
                                            </p:txEl>
                                          </p:spTgt>
                                        </p:tgtEl>
                                      </p:cBhvr>
                                    </p:animEffect>
                                    <p:set>
                                      <p:cBhvr>
                                        <p:cTn id="102" dur="1" fill="hold">
                                          <p:stCondLst>
                                            <p:cond delay="499"/>
                                          </p:stCondLst>
                                        </p:cTn>
                                        <p:tgtEl>
                                          <p:spTgt spid="8">
                                            <p:txEl>
                                              <p:pRg st="6" end="6"/>
                                            </p:txEl>
                                          </p:spTgt>
                                        </p:tgtEl>
                                        <p:attrNameLst>
                                          <p:attrName>style.visibility</p:attrName>
                                        </p:attrNameLst>
                                      </p:cBhvr>
                                      <p:to>
                                        <p:strVal val="hidden"/>
                                      </p:to>
                                    </p:set>
                                  </p:childTnLst>
                                </p:cTn>
                              </p:par>
                              <p:par>
                                <p:cTn id="103" presetID="53" presetClass="exit" presetSubtype="32" fill="hold" grpId="1" nodeType="withEffect">
                                  <p:stCondLst>
                                    <p:cond delay="0"/>
                                  </p:stCondLst>
                                  <p:iterate type="wd">
                                    <p:tmPct val="0"/>
                                  </p:iterate>
                                  <p:childTnLst>
                                    <p:anim calcmode="lin" valueType="num">
                                      <p:cBhvr>
                                        <p:cTn id="104" dur="500"/>
                                        <p:tgtEl>
                                          <p:spTgt spid="8">
                                            <p:txEl>
                                              <p:pRg st="7" end="7"/>
                                            </p:txEl>
                                          </p:spTgt>
                                        </p:tgtEl>
                                        <p:attrNameLst>
                                          <p:attrName>ppt_w</p:attrName>
                                        </p:attrNameLst>
                                      </p:cBhvr>
                                      <p:tavLst>
                                        <p:tav tm="0">
                                          <p:val>
                                            <p:strVal val="ppt_w"/>
                                          </p:val>
                                        </p:tav>
                                        <p:tav tm="100000">
                                          <p:val>
                                            <p:fltVal val="0"/>
                                          </p:val>
                                        </p:tav>
                                      </p:tavLst>
                                    </p:anim>
                                    <p:anim calcmode="lin" valueType="num">
                                      <p:cBhvr>
                                        <p:cTn id="105" dur="500"/>
                                        <p:tgtEl>
                                          <p:spTgt spid="8">
                                            <p:txEl>
                                              <p:pRg st="7" end="7"/>
                                            </p:txEl>
                                          </p:spTgt>
                                        </p:tgtEl>
                                        <p:attrNameLst>
                                          <p:attrName>ppt_h</p:attrName>
                                        </p:attrNameLst>
                                      </p:cBhvr>
                                      <p:tavLst>
                                        <p:tav tm="0">
                                          <p:val>
                                            <p:strVal val="ppt_h"/>
                                          </p:val>
                                        </p:tav>
                                        <p:tav tm="100000">
                                          <p:val>
                                            <p:fltVal val="0"/>
                                          </p:val>
                                        </p:tav>
                                      </p:tavLst>
                                    </p:anim>
                                    <p:animEffect transition="out" filter="fade">
                                      <p:cBhvr>
                                        <p:cTn id="106" dur="500"/>
                                        <p:tgtEl>
                                          <p:spTgt spid="8">
                                            <p:txEl>
                                              <p:pRg st="7" end="7"/>
                                            </p:txEl>
                                          </p:spTgt>
                                        </p:tgtEl>
                                      </p:cBhvr>
                                    </p:animEffect>
                                    <p:set>
                                      <p:cBhvr>
                                        <p:cTn id="107" dur="1" fill="hold">
                                          <p:stCondLst>
                                            <p:cond delay="499"/>
                                          </p:stCondLst>
                                        </p:cTn>
                                        <p:tgtEl>
                                          <p:spTgt spid="8">
                                            <p:txEl>
                                              <p:pRg st="7" end="7"/>
                                            </p:txEl>
                                          </p:spTgt>
                                        </p:tgtEl>
                                        <p:attrNameLst>
                                          <p:attrName>style.visibility</p:attrName>
                                        </p:attrNameLst>
                                      </p:cBhvr>
                                      <p:to>
                                        <p:strVal val="hidden"/>
                                      </p:to>
                                    </p:set>
                                  </p:childTnLst>
                                </p:cTn>
                              </p:par>
                              <p:par>
                                <p:cTn id="108" presetID="53" presetClass="exit" presetSubtype="32" fill="hold" grpId="1" nodeType="withEffect">
                                  <p:stCondLst>
                                    <p:cond delay="0"/>
                                  </p:stCondLst>
                                  <p:iterate type="wd">
                                    <p:tmPct val="0"/>
                                  </p:iterate>
                                  <p:childTnLst>
                                    <p:anim calcmode="lin" valueType="num">
                                      <p:cBhvr>
                                        <p:cTn id="109" dur="500"/>
                                        <p:tgtEl>
                                          <p:spTgt spid="8">
                                            <p:txEl>
                                              <p:pRg st="9" end="9"/>
                                            </p:txEl>
                                          </p:spTgt>
                                        </p:tgtEl>
                                        <p:attrNameLst>
                                          <p:attrName>ppt_w</p:attrName>
                                        </p:attrNameLst>
                                      </p:cBhvr>
                                      <p:tavLst>
                                        <p:tav tm="0">
                                          <p:val>
                                            <p:strVal val="ppt_w"/>
                                          </p:val>
                                        </p:tav>
                                        <p:tav tm="100000">
                                          <p:val>
                                            <p:fltVal val="0"/>
                                          </p:val>
                                        </p:tav>
                                      </p:tavLst>
                                    </p:anim>
                                    <p:anim calcmode="lin" valueType="num">
                                      <p:cBhvr>
                                        <p:cTn id="110" dur="500"/>
                                        <p:tgtEl>
                                          <p:spTgt spid="8">
                                            <p:txEl>
                                              <p:pRg st="9" end="9"/>
                                            </p:txEl>
                                          </p:spTgt>
                                        </p:tgtEl>
                                        <p:attrNameLst>
                                          <p:attrName>ppt_h</p:attrName>
                                        </p:attrNameLst>
                                      </p:cBhvr>
                                      <p:tavLst>
                                        <p:tav tm="0">
                                          <p:val>
                                            <p:strVal val="ppt_h"/>
                                          </p:val>
                                        </p:tav>
                                        <p:tav tm="100000">
                                          <p:val>
                                            <p:fltVal val="0"/>
                                          </p:val>
                                        </p:tav>
                                      </p:tavLst>
                                    </p:anim>
                                    <p:animEffect transition="out" filter="fade">
                                      <p:cBhvr>
                                        <p:cTn id="111" dur="500"/>
                                        <p:tgtEl>
                                          <p:spTgt spid="8">
                                            <p:txEl>
                                              <p:pRg st="9" end="9"/>
                                            </p:txEl>
                                          </p:spTgt>
                                        </p:tgtEl>
                                      </p:cBhvr>
                                    </p:animEffect>
                                    <p:set>
                                      <p:cBhvr>
                                        <p:cTn id="112" dur="1" fill="hold">
                                          <p:stCondLst>
                                            <p:cond delay="499"/>
                                          </p:stCondLst>
                                        </p:cTn>
                                        <p:tgtEl>
                                          <p:spTgt spid="8">
                                            <p:txEl>
                                              <p:pRg st="9" end="9"/>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5" grpId="0" build="allAtOnce"/>
      <p:bldP spid="5" grpId="1" build="allAtOnce"/>
      <p:bldP spid="8" grpId="0" build="allAtOnce"/>
      <p:bldP spid="8" grpId="1" build="allAtOnce"/>
    </p:bldLst>
  </p:timing>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9909C808-1DB8-46E7-14B6-308BA31CEE95}"/>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E85A2711-E3BA-2AA7-B158-4F6631D3BE0F}"/>
              </a:ext>
            </a:extLst>
          </p:cNvPr>
          <p:cNvSpPr/>
          <p:nvPr/>
        </p:nvSpPr>
        <p:spPr>
          <a:xfrm>
            <a:off x="1219473" y="1289227"/>
            <a:ext cx="6705054" cy="521485"/>
          </a:xfrm>
          <a:prstGeom prst="roundRect">
            <a:avLst/>
          </a:prstGeom>
          <a:solidFill>
            <a:srgbClr val="7D00FF">
              <a:alpha val="15000"/>
            </a:srgbClr>
          </a:solidFill>
          <a:ln w="25400">
            <a:solidFill>
              <a:srgbClr val="7D00F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F98737B-4C87-A234-4FC2-9F36EF6A1DC3}"/>
              </a:ext>
            </a:extLst>
          </p:cNvPr>
          <p:cNvSpPr/>
          <p:nvPr/>
        </p:nvSpPr>
        <p:spPr>
          <a:xfrm>
            <a:off x="274318" y="6191790"/>
            <a:ext cx="8595360" cy="45719"/>
          </a:xfrm>
          <a:prstGeom prst="rect">
            <a:avLst/>
          </a:prstGeom>
          <a:solidFill>
            <a:srgbClr val="7D00FF"/>
          </a:solidFill>
          <a:ln>
            <a:solidFill>
              <a:srgbClr val="7D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A336850-CCBC-FBBC-213A-23560502E39C}"/>
              </a:ext>
            </a:extLst>
          </p:cNvPr>
          <p:cNvSpPr/>
          <p:nvPr/>
        </p:nvSpPr>
        <p:spPr>
          <a:xfrm>
            <a:off x="274319" y="497840"/>
            <a:ext cx="8595360" cy="45719"/>
          </a:xfrm>
          <a:prstGeom prst="rect">
            <a:avLst/>
          </a:prstGeom>
          <a:solidFill>
            <a:srgbClr val="7D00FF"/>
          </a:solidFill>
          <a:ln>
            <a:solidFill>
              <a:srgbClr val="7D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31704DAE-4A52-0EB4-757C-33E59E5EDC58}"/>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B5AD1B24-3ABF-B7C7-F2F7-D519D7D5D8E1}"/>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0949AF3F-6ABB-FE88-8D2E-F1B2DA9501D0}"/>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6" name="Rounded Rectangle 5">
            <a:extLst>
              <a:ext uri="{FF2B5EF4-FFF2-40B4-BE49-F238E27FC236}">
                <a16:creationId xmlns:a16="http://schemas.microsoft.com/office/drawing/2014/main" id="{F6180501-0583-EC10-ADF5-CBA58EF3BDD0}"/>
              </a:ext>
            </a:extLst>
          </p:cNvPr>
          <p:cNvSpPr/>
          <p:nvPr/>
        </p:nvSpPr>
        <p:spPr>
          <a:xfrm>
            <a:off x="1219473" y="2128519"/>
            <a:ext cx="6705054" cy="3405717"/>
          </a:xfrm>
          <a:prstGeom prst="roundRect">
            <a:avLst>
              <a:gd name="adj" fmla="val 2049"/>
            </a:avLst>
          </a:prstGeom>
          <a:solidFill>
            <a:srgbClr val="7D00FF">
              <a:alpha val="15000"/>
            </a:srgbClr>
          </a:solidFill>
          <a:ln w="25400">
            <a:solidFill>
              <a:srgbClr val="7D00F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4EC2786-EDBB-583F-2A27-1832DA36A36D}"/>
              </a:ext>
            </a:extLst>
          </p:cNvPr>
          <p:cNvSpPr txBox="1"/>
          <p:nvPr/>
        </p:nvSpPr>
        <p:spPr>
          <a:xfrm>
            <a:off x="1184078" y="134904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Aegis Benefits</a:t>
            </a:r>
            <a:endParaRPr lang="en-US" sz="2000" b="1" spc="300" dirty="0">
              <a:solidFill>
                <a:schemeClr val="bg1"/>
              </a:solidFill>
              <a:latin typeface="Orbitron Black" pitchFamily="2" charset="0"/>
            </a:endParaRPr>
          </a:p>
        </p:txBody>
      </p:sp>
      <p:sp>
        <p:nvSpPr>
          <p:cNvPr id="11" name="TextBox 10">
            <a:extLst>
              <a:ext uri="{FF2B5EF4-FFF2-40B4-BE49-F238E27FC236}">
                <a16:creationId xmlns:a16="http://schemas.microsoft.com/office/drawing/2014/main" id="{DFA4E155-97B9-1ED4-44F8-6954F2151448}"/>
              </a:ext>
            </a:extLst>
          </p:cNvPr>
          <p:cNvSpPr txBox="1"/>
          <p:nvPr/>
        </p:nvSpPr>
        <p:spPr>
          <a:xfrm>
            <a:off x="1641290" y="2480656"/>
            <a:ext cx="6063021" cy="2585323"/>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Future-proof signatures</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Quantum-safe DeFi</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Multi-chain PQC normalization</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Long-term institutional asset protection</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Nation-state-grade security</a:t>
            </a:r>
          </a:p>
        </p:txBody>
      </p:sp>
    </p:spTree>
    <p:extLst>
      <p:ext uri="{BB962C8B-B14F-4D97-AF65-F5344CB8AC3E}">
        <p14:creationId xmlns:p14="http://schemas.microsoft.com/office/powerpoint/2010/main" val="6832800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ou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 calcmode="lin" valueType="num">
                                      <p:cBhvr>
                                        <p:cTn id="17" dur="1000" fill="hold"/>
                                        <p:tgtEl>
                                          <p:spTgt spid="10">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10">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10">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iterate type="wd">
                                    <p:tmPct val="10000"/>
                                  </p:iterate>
                                  <p:childTnLst>
                                    <p:set>
                                      <p:cBhvr>
                                        <p:cTn id="23" dur="1" fill="hold">
                                          <p:stCondLst>
                                            <p:cond delay="0"/>
                                          </p:stCondLst>
                                        </p:cTn>
                                        <p:tgtEl>
                                          <p:spTgt spid="11">
                                            <p:txEl>
                                              <p:pRg st="0" end="0"/>
                                            </p:txEl>
                                          </p:spTgt>
                                        </p:tgtEl>
                                        <p:attrNameLst>
                                          <p:attrName>style.visibility</p:attrName>
                                        </p:attrNameLst>
                                      </p:cBhvr>
                                      <p:to>
                                        <p:strVal val="visible"/>
                                      </p:to>
                                    </p:set>
                                    <p:anim calcmode="lin" valueType="num">
                                      <p:cBhvr additive="base">
                                        <p:cTn id="24" dur="500"/>
                                        <p:tgtEl>
                                          <p:spTgt spid="11">
                                            <p:txEl>
                                              <p:pRg st="0" end="0"/>
                                            </p:txEl>
                                          </p:spTgt>
                                        </p:tgtEl>
                                        <p:attrNameLst>
                                          <p:attrName>ppt_y</p:attrName>
                                        </p:attrNameLst>
                                      </p:cBhvr>
                                      <p:tavLst>
                                        <p:tav tm="0">
                                          <p:val>
                                            <p:strVal val="#ppt_y-#ppt_h*1.125000"/>
                                          </p:val>
                                        </p:tav>
                                        <p:tav tm="100000">
                                          <p:val>
                                            <p:strVal val="#ppt_y"/>
                                          </p:val>
                                        </p:tav>
                                      </p:tavLst>
                                    </p:anim>
                                    <p:animEffect transition="in" filter="wipe(down)">
                                      <p:cBhvr>
                                        <p:cTn id="25" dur="500"/>
                                        <p:tgtEl>
                                          <p:spTgt spid="11">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iterate type="wd">
                                    <p:tmPct val="10000"/>
                                  </p:iterate>
                                  <p:childTnLst>
                                    <p:set>
                                      <p:cBhvr>
                                        <p:cTn id="29" dur="1" fill="hold">
                                          <p:stCondLst>
                                            <p:cond delay="0"/>
                                          </p:stCondLst>
                                        </p:cTn>
                                        <p:tgtEl>
                                          <p:spTgt spid="11">
                                            <p:txEl>
                                              <p:pRg st="2" end="2"/>
                                            </p:txEl>
                                          </p:spTgt>
                                        </p:tgtEl>
                                        <p:attrNameLst>
                                          <p:attrName>style.visibility</p:attrName>
                                        </p:attrNameLst>
                                      </p:cBhvr>
                                      <p:to>
                                        <p:strVal val="visible"/>
                                      </p:to>
                                    </p:set>
                                    <p:anim calcmode="lin" valueType="num">
                                      <p:cBhvr additive="base">
                                        <p:cTn id="30" dur="500"/>
                                        <p:tgtEl>
                                          <p:spTgt spid="11">
                                            <p:txEl>
                                              <p:pRg st="2" end="2"/>
                                            </p:txEl>
                                          </p:spTgt>
                                        </p:tgtEl>
                                        <p:attrNameLst>
                                          <p:attrName>ppt_y</p:attrName>
                                        </p:attrNameLst>
                                      </p:cBhvr>
                                      <p:tavLst>
                                        <p:tav tm="0">
                                          <p:val>
                                            <p:strVal val="#ppt_y-#ppt_h*1.125000"/>
                                          </p:val>
                                        </p:tav>
                                        <p:tav tm="100000">
                                          <p:val>
                                            <p:strVal val="#ppt_y"/>
                                          </p:val>
                                        </p:tav>
                                      </p:tavLst>
                                    </p:anim>
                                    <p:animEffect transition="in" filter="wipe(down)">
                                      <p:cBhvr>
                                        <p:cTn id="31" dur="500"/>
                                        <p:tgtEl>
                                          <p:spTgt spid="11">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iterate type="wd">
                                    <p:tmPct val="10000"/>
                                  </p:iterate>
                                  <p:childTnLst>
                                    <p:set>
                                      <p:cBhvr>
                                        <p:cTn id="35" dur="1" fill="hold">
                                          <p:stCondLst>
                                            <p:cond delay="0"/>
                                          </p:stCondLst>
                                        </p:cTn>
                                        <p:tgtEl>
                                          <p:spTgt spid="11">
                                            <p:txEl>
                                              <p:pRg st="4" end="4"/>
                                            </p:txEl>
                                          </p:spTgt>
                                        </p:tgtEl>
                                        <p:attrNameLst>
                                          <p:attrName>style.visibility</p:attrName>
                                        </p:attrNameLst>
                                      </p:cBhvr>
                                      <p:to>
                                        <p:strVal val="visible"/>
                                      </p:to>
                                    </p:set>
                                    <p:anim calcmode="lin" valueType="num">
                                      <p:cBhvr additive="base">
                                        <p:cTn id="36" dur="500"/>
                                        <p:tgtEl>
                                          <p:spTgt spid="11">
                                            <p:txEl>
                                              <p:pRg st="4" end="4"/>
                                            </p:txEl>
                                          </p:spTgt>
                                        </p:tgtEl>
                                        <p:attrNameLst>
                                          <p:attrName>ppt_y</p:attrName>
                                        </p:attrNameLst>
                                      </p:cBhvr>
                                      <p:tavLst>
                                        <p:tav tm="0">
                                          <p:val>
                                            <p:strVal val="#ppt_y-#ppt_h*1.125000"/>
                                          </p:val>
                                        </p:tav>
                                        <p:tav tm="100000">
                                          <p:val>
                                            <p:strVal val="#ppt_y"/>
                                          </p:val>
                                        </p:tav>
                                      </p:tavLst>
                                    </p:anim>
                                    <p:animEffect transition="in" filter="wipe(down)">
                                      <p:cBhvr>
                                        <p:cTn id="37" dur="500"/>
                                        <p:tgtEl>
                                          <p:spTgt spid="11">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wd">
                                    <p:tmPct val="10000"/>
                                  </p:iterate>
                                  <p:childTnLst>
                                    <p:set>
                                      <p:cBhvr>
                                        <p:cTn id="41" dur="1" fill="hold">
                                          <p:stCondLst>
                                            <p:cond delay="0"/>
                                          </p:stCondLst>
                                        </p:cTn>
                                        <p:tgtEl>
                                          <p:spTgt spid="11">
                                            <p:txEl>
                                              <p:pRg st="6" end="6"/>
                                            </p:txEl>
                                          </p:spTgt>
                                        </p:tgtEl>
                                        <p:attrNameLst>
                                          <p:attrName>style.visibility</p:attrName>
                                        </p:attrNameLst>
                                      </p:cBhvr>
                                      <p:to>
                                        <p:strVal val="visible"/>
                                      </p:to>
                                    </p:set>
                                    <p:anim calcmode="lin" valueType="num">
                                      <p:cBhvr additive="base">
                                        <p:cTn id="42" dur="500"/>
                                        <p:tgtEl>
                                          <p:spTgt spid="11">
                                            <p:txEl>
                                              <p:pRg st="6" end="6"/>
                                            </p:txEl>
                                          </p:spTgt>
                                        </p:tgtEl>
                                        <p:attrNameLst>
                                          <p:attrName>ppt_y</p:attrName>
                                        </p:attrNameLst>
                                      </p:cBhvr>
                                      <p:tavLst>
                                        <p:tav tm="0">
                                          <p:val>
                                            <p:strVal val="#ppt_y-#ppt_h*1.125000"/>
                                          </p:val>
                                        </p:tav>
                                        <p:tav tm="100000">
                                          <p:val>
                                            <p:strVal val="#ppt_y"/>
                                          </p:val>
                                        </p:tav>
                                      </p:tavLst>
                                    </p:anim>
                                    <p:animEffect transition="in" filter="wipe(down)">
                                      <p:cBhvr>
                                        <p:cTn id="43" dur="500"/>
                                        <p:tgtEl>
                                          <p:spTgt spid="11">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grpId="0" nodeType="clickEffect">
                                  <p:stCondLst>
                                    <p:cond delay="0"/>
                                  </p:stCondLst>
                                  <p:iterate type="wd">
                                    <p:tmPct val="10000"/>
                                  </p:iterate>
                                  <p:childTnLst>
                                    <p:set>
                                      <p:cBhvr>
                                        <p:cTn id="47" dur="1" fill="hold">
                                          <p:stCondLst>
                                            <p:cond delay="0"/>
                                          </p:stCondLst>
                                        </p:cTn>
                                        <p:tgtEl>
                                          <p:spTgt spid="11">
                                            <p:txEl>
                                              <p:pRg st="8" end="8"/>
                                            </p:txEl>
                                          </p:spTgt>
                                        </p:tgtEl>
                                        <p:attrNameLst>
                                          <p:attrName>style.visibility</p:attrName>
                                        </p:attrNameLst>
                                      </p:cBhvr>
                                      <p:to>
                                        <p:strVal val="visible"/>
                                      </p:to>
                                    </p:set>
                                    <p:anim calcmode="lin" valueType="num">
                                      <p:cBhvr additive="base">
                                        <p:cTn id="48" dur="500"/>
                                        <p:tgtEl>
                                          <p:spTgt spid="11">
                                            <p:txEl>
                                              <p:pRg st="8" end="8"/>
                                            </p:txEl>
                                          </p:spTgt>
                                        </p:tgtEl>
                                        <p:attrNameLst>
                                          <p:attrName>ppt_y</p:attrName>
                                        </p:attrNameLst>
                                      </p:cBhvr>
                                      <p:tavLst>
                                        <p:tav tm="0">
                                          <p:val>
                                            <p:strVal val="#ppt_y-#ppt_h*1.125000"/>
                                          </p:val>
                                        </p:tav>
                                        <p:tav tm="100000">
                                          <p:val>
                                            <p:strVal val="#ppt_y"/>
                                          </p:val>
                                        </p:tav>
                                      </p:tavLst>
                                    </p:anim>
                                    <p:animEffect transition="in" filter="wipe(down)">
                                      <p:cBhvr>
                                        <p:cTn id="49" dur="500"/>
                                        <p:tgtEl>
                                          <p:spTgt spid="11">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xit" presetSubtype="32" fill="hold" grpId="1" nodeType="clickEffect">
                                  <p:stCondLst>
                                    <p:cond delay="0"/>
                                  </p:stCondLst>
                                  <p:childTnLst>
                                    <p:anim calcmode="lin" valueType="num">
                                      <p:cBhvr>
                                        <p:cTn id="53" dur="500"/>
                                        <p:tgtEl>
                                          <p:spTgt spid="10">
                                            <p:txEl>
                                              <p:pRg st="0" end="0"/>
                                            </p:txEl>
                                          </p:spTgt>
                                        </p:tgtEl>
                                        <p:attrNameLst>
                                          <p:attrName>ppt_w</p:attrName>
                                        </p:attrNameLst>
                                      </p:cBhvr>
                                      <p:tavLst>
                                        <p:tav tm="0">
                                          <p:val>
                                            <p:strVal val="ppt_w"/>
                                          </p:val>
                                        </p:tav>
                                        <p:tav tm="100000">
                                          <p:val>
                                            <p:fltVal val="0"/>
                                          </p:val>
                                        </p:tav>
                                      </p:tavLst>
                                    </p:anim>
                                    <p:anim calcmode="lin" valueType="num">
                                      <p:cBhvr>
                                        <p:cTn id="54" dur="500"/>
                                        <p:tgtEl>
                                          <p:spTgt spid="10">
                                            <p:txEl>
                                              <p:pRg st="0" end="0"/>
                                            </p:txEl>
                                          </p:spTgt>
                                        </p:tgtEl>
                                        <p:attrNameLst>
                                          <p:attrName>ppt_h</p:attrName>
                                        </p:attrNameLst>
                                      </p:cBhvr>
                                      <p:tavLst>
                                        <p:tav tm="0">
                                          <p:val>
                                            <p:strVal val="ppt_h"/>
                                          </p:val>
                                        </p:tav>
                                        <p:tav tm="100000">
                                          <p:val>
                                            <p:fltVal val="0"/>
                                          </p:val>
                                        </p:tav>
                                      </p:tavLst>
                                    </p:anim>
                                    <p:animEffect transition="out" filter="fade">
                                      <p:cBhvr>
                                        <p:cTn id="55" dur="500"/>
                                        <p:tgtEl>
                                          <p:spTgt spid="10">
                                            <p:txEl>
                                              <p:pRg st="0" end="0"/>
                                            </p:txEl>
                                          </p:spTgt>
                                        </p:tgtEl>
                                      </p:cBhvr>
                                    </p:animEffect>
                                    <p:set>
                                      <p:cBhvr>
                                        <p:cTn id="56" dur="1" fill="hold">
                                          <p:stCondLst>
                                            <p:cond delay="499"/>
                                          </p:stCondLst>
                                        </p:cTn>
                                        <p:tgtEl>
                                          <p:spTgt spid="10">
                                            <p:txEl>
                                              <p:pRg st="0" end="0"/>
                                            </p:txEl>
                                          </p:spTgt>
                                        </p:tgtEl>
                                        <p:attrNameLst>
                                          <p:attrName>style.visibility</p:attrName>
                                        </p:attrNameLst>
                                      </p:cBhvr>
                                      <p:to>
                                        <p:strVal val="hidden"/>
                                      </p:to>
                                    </p:set>
                                  </p:childTnLst>
                                </p:cTn>
                              </p:par>
                              <p:par>
                                <p:cTn id="57" presetID="53" presetClass="exit" presetSubtype="32" fill="hold" grpId="1" nodeType="withEffect">
                                  <p:stCondLst>
                                    <p:cond delay="0"/>
                                  </p:stCondLst>
                                  <p:iterate type="wd">
                                    <p:tmPct val="0"/>
                                  </p:iterate>
                                  <p:childTnLst>
                                    <p:anim calcmode="lin" valueType="num">
                                      <p:cBhvr>
                                        <p:cTn id="58" dur="500"/>
                                        <p:tgtEl>
                                          <p:spTgt spid="11">
                                            <p:txEl>
                                              <p:pRg st="0" end="0"/>
                                            </p:txEl>
                                          </p:spTgt>
                                        </p:tgtEl>
                                        <p:attrNameLst>
                                          <p:attrName>ppt_w</p:attrName>
                                        </p:attrNameLst>
                                      </p:cBhvr>
                                      <p:tavLst>
                                        <p:tav tm="0">
                                          <p:val>
                                            <p:strVal val="ppt_w"/>
                                          </p:val>
                                        </p:tav>
                                        <p:tav tm="100000">
                                          <p:val>
                                            <p:fltVal val="0"/>
                                          </p:val>
                                        </p:tav>
                                      </p:tavLst>
                                    </p:anim>
                                    <p:anim calcmode="lin" valueType="num">
                                      <p:cBhvr>
                                        <p:cTn id="59" dur="500"/>
                                        <p:tgtEl>
                                          <p:spTgt spid="11">
                                            <p:txEl>
                                              <p:pRg st="0" end="0"/>
                                            </p:txEl>
                                          </p:spTgt>
                                        </p:tgtEl>
                                        <p:attrNameLst>
                                          <p:attrName>ppt_h</p:attrName>
                                        </p:attrNameLst>
                                      </p:cBhvr>
                                      <p:tavLst>
                                        <p:tav tm="0">
                                          <p:val>
                                            <p:strVal val="ppt_h"/>
                                          </p:val>
                                        </p:tav>
                                        <p:tav tm="100000">
                                          <p:val>
                                            <p:fltVal val="0"/>
                                          </p:val>
                                        </p:tav>
                                      </p:tavLst>
                                    </p:anim>
                                    <p:animEffect transition="out" filter="fade">
                                      <p:cBhvr>
                                        <p:cTn id="60" dur="500"/>
                                        <p:tgtEl>
                                          <p:spTgt spid="11">
                                            <p:txEl>
                                              <p:pRg st="0" end="0"/>
                                            </p:txEl>
                                          </p:spTgt>
                                        </p:tgtEl>
                                      </p:cBhvr>
                                    </p:animEffect>
                                    <p:set>
                                      <p:cBhvr>
                                        <p:cTn id="61" dur="1" fill="hold">
                                          <p:stCondLst>
                                            <p:cond delay="499"/>
                                          </p:stCondLst>
                                        </p:cTn>
                                        <p:tgtEl>
                                          <p:spTgt spid="11">
                                            <p:txEl>
                                              <p:pRg st="0" end="0"/>
                                            </p:txEl>
                                          </p:spTgt>
                                        </p:tgtEl>
                                        <p:attrNameLst>
                                          <p:attrName>style.visibility</p:attrName>
                                        </p:attrNameLst>
                                      </p:cBhvr>
                                      <p:to>
                                        <p:strVal val="hidden"/>
                                      </p:to>
                                    </p:set>
                                  </p:childTnLst>
                                </p:cTn>
                              </p:par>
                              <p:par>
                                <p:cTn id="62" presetID="53" presetClass="exit" presetSubtype="32" fill="hold" grpId="1" nodeType="withEffect">
                                  <p:stCondLst>
                                    <p:cond delay="0"/>
                                  </p:stCondLst>
                                  <p:iterate type="wd">
                                    <p:tmPct val="0"/>
                                  </p:iterate>
                                  <p:childTnLst>
                                    <p:anim calcmode="lin" valueType="num">
                                      <p:cBhvr>
                                        <p:cTn id="63" dur="500"/>
                                        <p:tgtEl>
                                          <p:spTgt spid="11">
                                            <p:txEl>
                                              <p:pRg st="2" end="2"/>
                                            </p:txEl>
                                          </p:spTgt>
                                        </p:tgtEl>
                                        <p:attrNameLst>
                                          <p:attrName>ppt_w</p:attrName>
                                        </p:attrNameLst>
                                      </p:cBhvr>
                                      <p:tavLst>
                                        <p:tav tm="0">
                                          <p:val>
                                            <p:strVal val="ppt_w"/>
                                          </p:val>
                                        </p:tav>
                                        <p:tav tm="100000">
                                          <p:val>
                                            <p:fltVal val="0"/>
                                          </p:val>
                                        </p:tav>
                                      </p:tavLst>
                                    </p:anim>
                                    <p:anim calcmode="lin" valueType="num">
                                      <p:cBhvr>
                                        <p:cTn id="64" dur="500"/>
                                        <p:tgtEl>
                                          <p:spTgt spid="11">
                                            <p:txEl>
                                              <p:pRg st="2" end="2"/>
                                            </p:txEl>
                                          </p:spTgt>
                                        </p:tgtEl>
                                        <p:attrNameLst>
                                          <p:attrName>ppt_h</p:attrName>
                                        </p:attrNameLst>
                                      </p:cBhvr>
                                      <p:tavLst>
                                        <p:tav tm="0">
                                          <p:val>
                                            <p:strVal val="ppt_h"/>
                                          </p:val>
                                        </p:tav>
                                        <p:tav tm="100000">
                                          <p:val>
                                            <p:fltVal val="0"/>
                                          </p:val>
                                        </p:tav>
                                      </p:tavLst>
                                    </p:anim>
                                    <p:animEffect transition="out" filter="fade">
                                      <p:cBhvr>
                                        <p:cTn id="65" dur="500"/>
                                        <p:tgtEl>
                                          <p:spTgt spid="11">
                                            <p:txEl>
                                              <p:pRg st="2" end="2"/>
                                            </p:txEl>
                                          </p:spTgt>
                                        </p:tgtEl>
                                      </p:cBhvr>
                                    </p:animEffect>
                                    <p:set>
                                      <p:cBhvr>
                                        <p:cTn id="66" dur="1" fill="hold">
                                          <p:stCondLst>
                                            <p:cond delay="499"/>
                                          </p:stCondLst>
                                        </p:cTn>
                                        <p:tgtEl>
                                          <p:spTgt spid="11">
                                            <p:txEl>
                                              <p:pRg st="2" end="2"/>
                                            </p:txEl>
                                          </p:spTgt>
                                        </p:tgtEl>
                                        <p:attrNameLst>
                                          <p:attrName>style.visibility</p:attrName>
                                        </p:attrNameLst>
                                      </p:cBhvr>
                                      <p:to>
                                        <p:strVal val="hidden"/>
                                      </p:to>
                                    </p:set>
                                  </p:childTnLst>
                                </p:cTn>
                              </p:par>
                              <p:par>
                                <p:cTn id="67" presetID="53" presetClass="exit" presetSubtype="32" fill="hold" grpId="1" nodeType="withEffect">
                                  <p:stCondLst>
                                    <p:cond delay="0"/>
                                  </p:stCondLst>
                                  <p:iterate type="wd">
                                    <p:tmPct val="0"/>
                                  </p:iterate>
                                  <p:childTnLst>
                                    <p:anim calcmode="lin" valueType="num">
                                      <p:cBhvr>
                                        <p:cTn id="68" dur="500"/>
                                        <p:tgtEl>
                                          <p:spTgt spid="11">
                                            <p:txEl>
                                              <p:pRg st="4" end="4"/>
                                            </p:txEl>
                                          </p:spTgt>
                                        </p:tgtEl>
                                        <p:attrNameLst>
                                          <p:attrName>ppt_w</p:attrName>
                                        </p:attrNameLst>
                                      </p:cBhvr>
                                      <p:tavLst>
                                        <p:tav tm="0">
                                          <p:val>
                                            <p:strVal val="ppt_w"/>
                                          </p:val>
                                        </p:tav>
                                        <p:tav tm="100000">
                                          <p:val>
                                            <p:fltVal val="0"/>
                                          </p:val>
                                        </p:tav>
                                      </p:tavLst>
                                    </p:anim>
                                    <p:anim calcmode="lin" valueType="num">
                                      <p:cBhvr>
                                        <p:cTn id="69" dur="500"/>
                                        <p:tgtEl>
                                          <p:spTgt spid="11">
                                            <p:txEl>
                                              <p:pRg st="4" end="4"/>
                                            </p:txEl>
                                          </p:spTgt>
                                        </p:tgtEl>
                                        <p:attrNameLst>
                                          <p:attrName>ppt_h</p:attrName>
                                        </p:attrNameLst>
                                      </p:cBhvr>
                                      <p:tavLst>
                                        <p:tav tm="0">
                                          <p:val>
                                            <p:strVal val="ppt_h"/>
                                          </p:val>
                                        </p:tav>
                                        <p:tav tm="100000">
                                          <p:val>
                                            <p:fltVal val="0"/>
                                          </p:val>
                                        </p:tav>
                                      </p:tavLst>
                                    </p:anim>
                                    <p:animEffect transition="out" filter="fade">
                                      <p:cBhvr>
                                        <p:cTn id="70" dur="500"/>
                                        <p:tgtEl>
                                          <p:spTgt spid="11">
                                            <p:txEl>
                                              <p:pRg st="4" end="4"/>
                                            </p:txEl>
                                          </p:spTgt>
                                        </p:tgtEl>
                                      </p:cBhvr>
                                    </p:animEffect>
                                    <p:set>
                                      <p:cBhvr>
                                        <p:cTn id="71" dur="1" fill="hold">
                                          <p:stCondLst>
                                            <p:cond delay="499"/>
                                          </p:stCondLst>
                                        </p:cTn>
                                        <p:tgtEl>
                                          <p:spTgt spid="11">
                                            <p:txEl>
                                              <p:pRg st="4" end="4"/>
                                            </p:txEl>
                                          </p:spTgt>
                                        </p:tgtEl>
                                        <p:attrNameLst>
                                          <p:attrName>style.visibility</p:attrName>
                                        </p:attrNameLst>
                                      </p:cBhvr>
                                      <p:to>
                                        <p:strVal val="hidden"/>
                                      </p:to>
                                    </p:set>
                                  </p:childTnLst>
                                </p:cTn>
                              </p:par>
                              <p:par>
                                <p:cTn id="72" presetID="53" presetClass="exit" presetSubtype="32" fill="hold" grpId="1" nodeType="withEffect">
                                  <p:stCondLst>
                                    <p:cond delay="0"/>
                                  </p:stCondLst>
                                  <p:iterate type="wd">
                                    <p:tmPct val="0"/>
                                  </p:iterate>
                                  <p:childTnLst>
                                    <p:anim calcmode="lin" valueType="num">
                                      <p:cBhvr>
                                        <p:cTn id="73" dur="500"/>
                                        <p:tgtEl>
                                          <p:spTgt spid="11">
                                            <p:txEl>
                                              <p:pRg st="6" end="6"/>
                                            </p:txEl>
                                          </p:spTgt>
                                        </p:tgtEl>
                                        <p:attrNameLst>
                                          <p:attrName>ppt_w</p:attrName>
                                        </p:attrNameLst>
                                      </p:cBhvr>
                                      <p:tavLst>
                                        <p:tav tm="0">
                                          <p:val>
                                            <p:strVal val="ppt_w"/>
                                          </p:val>
                                        </p:tav>
                                        <p:tav tm="100000">
                                          <p:val>
                                            <p:fltVal val="0"/>
                                          </p:val>
                                        </p:tav>
                                      </p:tavLst>
                                    </p:anim>
                                    <p:anim calcmode="lin" valueType="num">
                                      <p:cBhvr>
                                        <p:cTn id="74" dur="500"/>
                                        <p:tgtEl>
                                          <p:spTgt spid="11">
                                            <p:txEl>
                                              <p:pRg st="6" end="6"/>
                                            </p:txEl>
                                          </p:spTgt>
                                        </p:tgtEl>
                                        <p:attrNameLst>
                                          <p:attrName>ppt_h</p:attrName>
                                        </p:attrNameLst>
                                      </p:cBhvr>
                                      <p:tavLst>
                                        <p:tav tm="0">
                                          <p:val>
                                            <p:strVal val="ppt_h"/>
                                          </p:val>
                                        </p:tav>
                                        <p:tav tm="100000">
                                          <p:val>
                                            <p:fltVal val="0"/>
                                          </p:val>
                                        </p:tav>
                                      </p:tavLst>
                                    </p:anim>
                                    <p:animEffect transition="out" filter="fade">
                                      <p:cBhvr>
                                        <p:cTn id="75" dur="500"/>
                                        <p:tgtEl>
                                          <p:spTgt spid="11">
                                            <p:txEl>
                                              <p:pRg st="6" end="6"/>
                                            </p:txEl>
                                          </p:spTgt>
                                        </p:tgtEl>
                                      </p:cBhvr>
                                    </p:animEffect>
                                    <p:set>
                                      <p:cBhvr>
                                        <p:cTn id="76" dur="1" fill="hold">
                                          <p:stCondLst>
                                            <p:cond delay="499"/>
                                          </p:stCondLst>
                                        </p:cTn>
                                        <p:tgtEl>
                                          <p:spTgt spid="11">
                                            <p:txEl>
                                              <p:pRg st="6" end="6"/>
                                            </p:txEl>
                                          </p:spTgt>
                                        </p:tgtEl>
                                        <p:attrNameLst>
                                          <p:attrName>style.visibility</p:attrName>
                                        </p:attrNameLst>
                                      </p:cBhvr>
                                      <p:to>
                                        <p:strVal val="hidden"/>
                                      </p:to>
                                    </p:set>
                                  </p:childTnLst>
                                </p:cTn>
                              </p:par>
                              <p:par>
                                <p:cTn id="77" presetID="53" presetClass="exit" presetSubtype="32" fill="hold" grpId="1" nodeType="withEffect">
                                  <p:stCondLst>
                                    <p:cond delay="0"/>
                                  </p:stCondLst>
                                  <p:iterate type="wd">
                                    <p:tmPct val="0"/>
                                  </p:iterate>
                                  <p:childTnLst>
                                    <p:anim calcmode="lin" valueType="num">
                                      <p:cBhvr>
                                        <p:cTn id="78" dur="500"/>
                                        <p:tgtEl>
                                          <p:spTgt spid="11">
                                            <p:txEl>
                                              <p:pRg st="8" end="8"/>
                                            </p:txEl>
                                          </p:spTgt>
                                        </p:tgtEl>
                                        <p:attrNameLst>
                                          <p:attrName>ppt_w</p:attrName>
                                        </p:attrNameLst>
                                      </p:cBhvr>
                                      <p:tavLst>
                                        <p:tav tm="0">
                                          <p:val>
                                            <p:strVal val="ppt_w"/>
                                          </p:val>
                                        </p:tav>
                                        <p:tav tm="100000">
                                          <p:val>
                                            <p:fltVal val="0"/>
                                          </p:val>
                                        </p:tav>
                                      </p:tavLst>
                                    </p:anim>
                                    <p:anim calcmode="lin" valueType="num">
                                      <p:cBhvr>
                                        <p:cTn id="79" dur="500"/>
                                        <p:tgtEl>
                                          <p:spTgt spid="11">
                                            <p:txEl>
                                              <p:pRg st="8" end="8"/>
                                            </p:txEl>
                                          </p:spTgt>
                                        </p:tgtEl>
                                        <p:attrNameLst>
                                          <p:attrName>ppt_h</p:attrName>
                                        </p:attrNameLst>
                                      </p:cBhvr>
                                      <p:tavLst>
                                        <p:tav tm="0">
                                          <p:val>
                                            <p:strVal val="ppt_h"/>
                                          </p:val>
                                        </p:tav>
                                        <p:tav tm="100000">
                                          <p:val>
                                            <p:fltVal val="0"/>
                                          </p:val>
                                        </p:tav>
                                      </p:tavLst>
                                    </p:anim>
                                    <p:animEffect transition="out" filter="fade">
                                      <p:cBhvr>
                                        <p:cTn id="80" dur="500"/>
                                        <p:tgtEl>
                                          <p:spTgt spid="11">
                                            <p:txEl>
                                              <p:pRg st="8" end="8"/>
                                            </p:txEl>
                                          </p:spTgt>
                                        </p:tgtEl>
                                      </p:cBhvr>
                                    </p:animEffect>
                                    <p:set>
                                      <p:cBhvr>
                                        <p:cTn id="81" dur="1" fill="hold">
                                          <p:stCondLst>
                                            <p:cond delay="499"/>
                                          </p:stCondLst>
                                        </p:cTn>
                                        <p:tgtEl>
                                          <p:spTgt spid="11">
                                            <p:txEl>
                                              <p:pRg st="8" end="8"/>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10" grpId="0" build="allAtOnce"/>
      <p:bldP spid="10" grpId="1" build="allAtOnce"/>
      <p:bldP spid="11" grpId="0" build="allAtOnce"/>
      <p:bldP spid="11" grpId="1" build="allAtOnce"/>
    </p:bldLst>
  </p:timing>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5A262693-08EC-73DC-CE70-DA5016E27B88}"/>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5220F14D-A5C2-A6C0-CCA2-373303B77F39}"/>
              </a:ext>
            </a:extLst>
          </p:cNvPr>
          <p:cNvSpPr/>
          <p:nvPr/>
        </p:nvSpPr>
        <p:spPr>
          <a:xfrm>
            <a:off x="1219473" y="1289227"/>
            <a:ext cx="6705054" cy="521485"/>
          </a:xfrm>
          <a:prstGeom prst="roundRect">
            <a:avLst/>
          </a:prstGeom>
          <a:solidFill>
            <a:srgbClr val="7D00FF">
              <a:alpha val="15000"/>
            </a:srgbClr>
          </a:solidFill>
          <a:ln w="25400">
            <a:solidFill>
              <a:srgbClr val="7D00F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87E11B3D-2D36-2F13-2518-935EDD60CD47}"/>
              </a:ext>
            </a:extLst>
          </p:cNvPr>
          <p:cNvSpPr/>
          <p:nvPr/>
        </p:nvSpPr>
        <p:spPr>
          <a:xfrm>
            <a:off x="274318" y="6191790"/>
            <a:ext cx="8595360" cy="45719"/>
          </a:xfrm>
          <a:prstGeom prst="rect">
            <a:avLst/>
          </a:prstGeom>
          <a:solidFill>
            <a:srgbClr val="7D00FF"/>
          </a:solidFill>
          <a:ln>
            <a:solidFill>
              <a:srgbClr val="7D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0924E68-F31C-E0C1-0599-CCA8968755DC}"/>
              </a:ext>
            </a:extLst>
          </p:cNvPr>
          <p:cNvSpPr/>
          <p:nvPr/>
        </p:nvSpPr>
        <p:spPr>
          <a:xfrm>
            <a:off x="274319" y="497840"/>
            <a:ext cx="8595360" cy="45719"/>
          </a:xfrm>
          <a:prstGeom prst="rect">
            <a:avLst/>
          </a:prstGeom>
          <a:solidFill>
            <a:srgbClr val="7D00FF"/>
          </a:solidFill>
          <a:ln>
            <a:solidFill>
              <a:srgbClr val="7D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7847EDA3-CA82-E77B-4718-86EB6F1B4130}"/>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82D129E8-4677-2680-1C1A-632054FE1E38}"/>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1DB001D8-160B-4A9A-1A80-CE4E86D51977}"/>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6" name="Rounded Rectangle 5">
            <a:extLst>
              <a:ext uri="{FF2B5EF4-FFF2-40B4-BE49-F238E27FC236}">
                <a16:creationId xmlns:a16="http://schemas.microsoft.com/office/drawing/2014/main" id="{6B18A266-BA94-4C7C-28CB-C6DAF3BC0CDA}"/>
              </a:ext>
            </a:extLst>
          </p:cNvPr>
          <p:cNvSpPr/>
          <p:nvPr/>
        </p:nvSpPr>
        <p:spPr>
          <a:xfrm>
            <a:off x="1219473" y="2128519"/>
            <a:ext cx="6705054" cy="3405717"/>
          </a:xfrm>
          <a:prstGeom prst="roundRect">
            <a:avLst>
              <a:gd name="adj" fmla="val 2049"/>
            </a:avLst>
          </a:prstGeom>
          <a:solidFill>
            <a:srgbClr val="7D00FF">
              <a:alpha val="15000"/>
            </a:srgbClr>
          </a:solidFill>
          <a:ln w="25400">
            <a:solidFill>
              <a:srgbClr val="7D00F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6855AAD-BCDD-F62C-062A-7E871E11E0B0}"/>
              </a:ext>
            </a:extLst>
          </p:cNvPr>
          <p:cNvSpPr txBox="1"/>
          <p:nvPr/>
        </p:nvSpPr>
        <p:spPr>
          <a:xfrm>
            <a:off x="1184078" y="134904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Why Aegis Matters for Investors</a:t>
            </a:r>
            <a:endParaRPr lang="en-US" sz="2000" b="1" spc="300" dirty="0">
              <a:solidFill>
                <a:schemeClr val="bg1"/>
              </a:solidFill>
              <a:latin typeface="Orbitron Black" pitchFamily="2" charset="0"/>
            </a:endParaRPr>
          </a:p>
        </p:txBody>
      </p:sp>
      <p:sp>
        <p:nvSpPr>
          <p:cNvPr id="8" name="TextBox 7">
            <a:extLst>
              <a:ext uri="{FF2B5EF4-FFF2-40B4-BE49-F238E27FC236}">
                <a16:creationId xmlns:a16="http://schemas.microsoft.com/office/drawing/2014/main" id="{4A6E94CF-8144-220D-1716-89ADA474E56C}"/>
              </a:ext>
            </a:extLst>
          </p:cNvPr>
          <p:cNvSpPr txBox="1"/>
          <p:nvPr/>
        </p:nvSpPr>
        <p:spPr>
          <a:xfrm>
            <a:off x="1574800" y="2619155"/>
            <a:ext cx="6129511" cy="2308324"/>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Aegis turns Synergy into the first blockchain able to withstand:</a:t>
            </a:r>
          </a:p>
          <a:p>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Quantum attacks</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Hardware breakthroughs</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Intelligence-agency-level adversaries</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This is a generational moat.</a:t>
            </a:r>
          </a:p>
        </p:txBody>
      </p:sp>
    </p:spTree>
    <p:extLst>
      <p:ext uri="{BB962C8B-B14F-4D97-AF65-F5344CB8AC3E}">
        <p14:creationId xmlns:p14="http://schemas.microsoft.com/office/powerpoint/2010/main" val="4730834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ou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p:cTn id="17"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iterate type="wd">
                                    <p:tmPct val="10000"/>
                                  </p:iterate>
                                  <p:childTnLst>
                                    <p:set>
                                      <p:cBhvr>
                                        <p:cTn id="23" dur="1" fill="hold">
                                          <p:stCondLst>
                                            <p:cond delay="0"/>
                                          </p:stCondLst>
                                        </p:cTn>
                                        <p:tgtEl>
                                          <p:spTgt spid="8">
                                            <p:txEl>
                                              <p:pRg st="0" end="0"/>
                                            </p:txEl>
                                          </p:spTgt>
                                        </p:tgtEl>
                                        <p:attrNameLst>
                                          <p:attrName>style.visibility</p:attrName>
                                        </p:attrNameLst>
                                      </p:cBhvr>
                                      <p:to>
                                        <p:strVal val="visible"/>
                                      </p:to>
                                    </p:set>
                                    <p:anim calcmode="lin" valueType="num">
                                      <p:cBhvr additive="base">
                                        <p:cTn id="24"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down)">
                                      <p:cBhvr>
                                        <p:cTn id="25" dur="500"/>
                                        <p:tgtEl>
                                          <p:spTgt spid="8">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iterate type="wd">
                                    <p:tmPct val="10000"/>
                                  </p:iterate>
                                  <p:childTnLst>
                                    <p:set>
                                      <p:cBhvr>
                                        <p:cTn id="29" dur="1" fill="hold">
                                          <p:stCondLst>
                                            <p:cond delay="0"/>
                                          </p:stCondLst>
                                        </p:cTn>
                                        <p:tgtEl>
                                          <p:spTgt spid="8">
                                            <p:txEl>
                                              <p:pRg st="2" end="2"/>
                                            </p:txEl>
                                          </p:spTgt>
                                        </p:tgtEl>
                                        <p:attrNameLst>
                                          <p:attrName>style.visibility</p:attrName>
                                        </p:attrNameLst>
                                      </p:cBhvr>
                                      <p:to>
                                        <p:strVal val="visible"/>
                                      </p:to>
                                    </p:set>
                                    <p:anim calcmode="lin" valueType="num">
                                      <p:cBhvr additive="base">
                                        <p:cTn id="30" dur="500"/>
                                        <p:tgtEl>
                                          <p:spTgt spid="8">
                                            <p:txEl>
                                              <p:pRg st="2" end="2"/>
                                            </p:txEl>
                                          </p:spTgt>
                                        </p:tgtEl>
                                        <p:attrNameLst>
                                          <p:attrName>ppt_y</p:attrName>
                                        </p:attrNameLst>
                                      </p:cBhvr>
                                      <p:tavLst>
                                        <p:tav tm="0">
                                          <p:val>
                                            <p:strVal val="#ppt_y-#ppt_h*1.125000"/>
                                          </p:val>
                                        </p:tav>
                                        <p:tav tm="100000">
                                          <p:val>
                                            <p:strVal val="#ppt_y"/>
                                          </p:val>
                                        </p:tav>
                                      </p:tavLst>
                                    </p:anim>
                                    <p:animEffect transition="in" filter="wipe(down)">
                                      <p:cBhvr>
                                        <p:cTn id="31" dur="500"/>
                                        <p:tgtEl>
                                          <p:spTgt spid="8">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iterate type="wd">
                                    <p:tmPct val="10000"/>
                                  </p:iterate>
                                  <p:childTnLst>
                                    <p:set>
                                      <p:cBhvr>
                                        <p:cTn id="35" dur="1" fill="hold">
                                          <p:stCondLst>
                                            <p:cond delay="0"/>
                                          </p:stCondLst>
                                        </p:cTn>
                                        <p:tgtEl>
                                          <p:spTgt spid="8">
                                            <p:txEl>
                                              <p:pRg st="3" end="3"/>
                                            </p:txEl>
                                          </p:spTgt>
                                        </p:tgtEl>
                                        <p:attrNameLst>
                                          <p:attrName>style.visibility</p:attrName>
                                        </p:attrNameLst>
                                      </p:cBhvr>
                                      <p:to>
                                        <p:strVal val="visible"/>
                                      </p:to>
                                    </p:set>
                                    <p:anim calcmode="lin" valueType="num">
                                      <p:cBhvr additive="base">
                                        <p:cTn id="36" dur="500"/>
                                        <p:tgtEl>
                                          <p:spTgt spid="8">
                                            <p:txEl>
                                              <p:pRg st="3" end="3"/>
                                            </p:txEl>
                                          </p:spTgt>
                                        </p:tgtEl>
                                        <p:attrNameLst>
                                          <p:attrName>ppt_y</p:attrName>
                                        </p:attrNameLst>
                                      </p:cBhvr>
                                      <p:tavLst>
                                        <p:tav tm="0">
                                          <p:val>
                                            <p:strVal val="#ppt_y-#ppt_h*1.125000"/>
                                          </p:val>
                                        </p:tav>
                                        <p:tav tm="100000">
                                          <p:val>
                                            <p:strVal val="#ppt_y"/>
                                          </p:val>
                                        </p:tav>
                                      </p:tavLst>
                                    </p:anim>
                                    <p:animEffect transition="in" filter="wipe(down)">
                                      <p:cBhvr>
                                        <p:cTn id="37" dur="500"/>
                                        <p:tgtEl>
                                          <p:spTgt spid="8">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iterate type="wd">
                                    <p:tmPct val="10000"/>
                                  </p:iterate>
                                  <p:childTnLst>
                                    <p:set>
                                      <p:cBhvr>
                                        <p:cTn id="41" dur="1" fill="hold">
                                          <p:stCondLst>
                                            <p:cond delay="0"/>
                                          </p:stCondLst>
                                        </p:cTn>
                                        <p:tgtEl>
                                          <p:spTgt spid="8">
                                            <p:txEl>
                                              <p:pRg st="4" end="4"/>
                                            </p:txEl>
                                          </p:spTgt>
                                        </p:tgtEl>
                                        <p:attrNameLst>
                                          <p:attrName>style.visibility</p:attrName>
                                        </p:attrNameLst>
                                      </p:cBhvr>
                                      <p:to>
                                        <p:strVal val="visible"/>
                                      </p:to>
                                    </p:set>
                                    <p:anim calcmode="lin" valueType="num">
                                      <p:cBhvr additive="base">
                                        <p:cTn id="42" dur="500"/>
                                        <p:tgtEl>
                                          <p:spTgt spid="8">
                                            <p:txEl>
                                              <p:pRg st="4" end="4"/>
                                            </p:txEl>
                                          </p:spTgt>
                                        </p:tgtEl>
                                        <p:attrNameLst>
                                          <p:attrName>ppt_y</p:attrName>
                                        </p:attrNameLst>
                                      </p:cBhvr>
                                      <p:tavLst>
                                        <p:tav tm="0">
                                          <p:val>
                                            <p:strVal val="#ppt_y-#ppt_h*1.125000"/>
                                          </p:val>
                                        </p:tav>
                                        <p:tav tm="100000">
                                          <p:val>
                                            <p:strVal val="#ppt_y"/>
                                          </p:val>
                                        </p:tav>
                                      </p:tavLst>
                                    </p:anim>
                                    <p:animEffect transition="in" filter="wipe(down)">
                                      <p:cBhvr>
                                        <p:cTn id="43" dur="500"/>
                                        <p:tgtEl>
                                          <p:spTgt spid="8">
                                            <p:txEl>
                                              <p:pRg st="4" end="4"/>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1" fill="hold" grpId="0" nodeType="clickEffect">
                                  <p:stCondLst>
                                    <p:cond delay="0"/>
                                  </p:stCondLst>
                                  <p:iterate type="wd">
                                    <p:tmPct val="10000"/>
                                  </p:iterate>
                                  <p:childTnLst>
                                    <p:set>
                                      <p:cBhvr>
                                        <p:cTn id="47" dur="1" fill="hold">
                                          <p:stCondLst>
                                            <p:cond delay="0"/>
                                          </p:stCondLst>
                                        </p:cTn>
                                        <p:tgtEl>
                                          <p:spTgt spid="8">
                                            <p:txEl>
                                              <p:pRg st="6" end="6"/>
                                            </p:txEl>
                                          </p:spTgt>
                                        </p:tgtEl>
                                        <p:attrNameLst>
                                          <p:attrName>style.visibility</p:attrName>
                                        </p:attrNameLst>
                                      </p:cBhvr>
                                      <p:to>
                                        <p:strVal val="visible"/>
                                      </p:to>
                                    </p:set>
                                    <p:anim calcmode="lin" valueType="num">
                                      <p:cBhvr additive="base">
                                        <p:cTn id="48" dur="500"/>
                                        <p:tgtEl>
                                          <p:spTgt spid="8">
                                            <p:txEl>
                                              <p:pRg st="6" end="6"/>
                                            </p:txEl>
                                          </p:spTgt>
                                        </p:tgtEl>
                                        <p:attrNameLst>
                                          <p:attrName>ppt_y</p:attrName>
                                        </p:attrNameLst>
                                      </p:cBhvr>
                                      <p:tavLst>
                                        <p:tav tm="0">
                                          <p:val>
                                            <p:strVal val="#ppt_y-#ppt_h*1.125000"/>
                                          </p:val>
                                        </p:tav>
                                        <p:tav tm="100000">
                                          <p:val>
                                            <p:strVal val="#ppt_y"/>
                                          </p:val>
                                        </p:tav>
                                      </p:tavLst>
                                    </p:anim>
                                    <p:animEffect transition="in" filter="wipe(down)">
                                      <p:cBhvr>
                                        <p:cTn id="49" dur="500"/>
                                        <p:tgtEl>
                                          <p:spTgt spid="8">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xit" presetSubtype="32" fill="hold" grpId="1" nodeType="clickEffect">
                                  <p:stCondLst>
                                    <p:cond delay="0"/>
                                  </p:stCondLst>
                                  <p:childTnLst>
                                    <p:anim calcmode="lin" valueType="num">
                                      <p:cBhvr>
                                        <p:cTn id="53" dur="500"/>
                                        <p:tgtEl>
                                          <p:spTgt spid="5">
                                            <p:txEl>
                                              <p:pRg st="0" end="0"/>
                                            </p:txEl>
                                          </p:spTgt>
                                        </p:tgtEl>
                                        <p:attrNameLst>
                                          <p:attrName>ppt_w</p:attrName>
                                        </p:attrNameLst>
                                      </p:cBhvr>
                                      <p:tavLst>
                                        <p:tav tm="0">
                                          <p:val>
                                            <p:strVal val="ppt_w"/>
                                          </p:val>
                                        </p:tav>
                                        <p:tav tm="100000">
                                          <p:val>
                                            <p:fltVal val="0"/>
                                          </p:val>
                                        </p:tav>
                                      </p:tavLst>
                                    </p:anim>
                                    <p:anim calcmode="lin" valueType="num">
                                      <p:cBhvr>
                                        <p:cTn id="54" dur="500"/>
                                        <p:tgtEl>
                                          <p:spTgt spid="5">
                                            <p:txEl>
                                              <p:pRg st="0" end="0"/>
                                            </p:txEl>
                                          </p:spTgt>
                                        </p:tgtEl>
                                        <p:attrNameLst>
                                          <p:attrName>ppt_h</p:attrName>
                                        </p:attrNameLst>
                                      </p:cBhvr>
                                      <p:tavLst>
                                        <p:tav tm="0">
                                          <p:val>
                                            <p:strVal val="ppt_h"/>
                                          </p:val>
                                        </p:tav>
                                        <p:tav tm="100000">
                                          <p:val>
                                            <p:fltVal val="0"/>
                                          </p:val>
                                        </p:tav>
                                      </p:tavLst>
                                    </p:anim>
                                    <p:animEffect transition="out" filter="fade">
                                      <p:cBhvr>
                                        <p:cTn id="55" dur="500"/>
                                        <p:tgtEl>
                                          <p:spTgt spid="5">
                                            <p:txEl>
                                              <p:pRg st="0" end="0"/>
                                            </p:txEl>
                                          </p:spTgt>
                                        </p:tgtEl>
                                      </p:cBhvr>
                                    </p:animEffect>
                                    <p:set>
                                      <p:cBhvr>
                                        <p:cTn id="56" dur="1" fill="hold">
                                          <p:stCondLst>
                                            <p:cond delay="499"/>
                                          </p:stCondLst>
                                        </p:cTn>
                                        <p:tgtEl>
                                          <p:spTgt spid="5">
                                            <p:txEl>
                                              <p:pRg st="0" end="0"/>
                                            </p:txEl>
                                          </p:spTgt>
                                        </p:tgtEl>
                                        <p:attrNameLst>
                                          <p:attrName>style.visibility</p:attrName>
                                        </p:attrNameLst>
                                      </p:cBhvr>
                                      <p:to>
                                        <p:strVal val="hidden"/>
                                      </p:to>
                                    </p:set>
                                  </p:childTnLst>
                                </p:cTn>
                              </p:par>
                              <p:par>
                                <p:cTn id="57" presetID="53" presetClass="exit" presetSubtype="32" fill="hold" grpId="1" nodeType="withEffect">
                                  <p:stCondLst>
                                    <p:cond delay="0"/>
                                  </p:stCondLst>
                                  <p:iterate type="wd">
                                    <p:tmPct val="0"/>
                                  </p:iterate>
                                  <p:childTnLst>
                                    <p:anim calcmode="lin" valueType="num">
                                      <p:cBhvr>
                                        <p:cTn id="58" dur="500"/>
                                        <p:tgtEl>
                                          <p:spTgt spid="8">
                                            <p:txEl>
                                              <p:pRg st="0" end="0"/>
                                            </p:txEl>
                                          </p:spTgt>
                                        </p:tgtEl>
                                        <p:attrNameLst>
                                          <p:attrName>ppt_w</p:attrName>
                                        </p:attrNameLst>
                                      </p:cBhvr>
                                      <p:tavLst>
                                        <p:tav tm="0">
                                          <p:val>
                                            <p:strVal val="ppt_w"/>
                                          </p:val>
                                        </p:tav>
                                        <p:tav tm="100000">
                                          <p:val>
                                            <p:fltVal val="0"/>
                                          </p:val>
                                        </p:tav>
                                      </p:tavLst>
                                    </p:anim>
                                    <p:anim calcmode="lin" valueType="num">
                                      <p:cBhvr>
                                        <p:cTn id="59"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60" dur="500"/>
                                        <p:tgtEl>
                                          <p:spTgt spid="8">
                                            <p:txEl>
                                              <p:pRg st="0" end="0"/>
                                            </p:txEl>
                                          </p:spTgt>
                                        </p:tgtEl>
                                      </p:cBhvr>
                                    </p:animEffect>
                                    <p:set>
                                      <p:cBhvr>
                                        <p:cTn id="61" dur="1" fill="hold">
                                          <p:stCondLst>
                                            <p:cond delay="499"/>
                                          </p:stCondLst>
                                        </p:cTn>
                                        <p:tgtEl>
                                          <p:spTgt spid="8">
                                            <p:txEl>
                                              <p:pRg st="0" end="0"/>
                                            </p:txEl>
                                          </p:spTgt>
                                        </p:tgtEl>
                                        <p:attrNameLst>
                                          <p:attrName>style.visibility</p:attrName>
                                        </p:attrNameLst>
                                      </p:cBhvr>
                                      <p:to>
                                        <p:strVal val="hidden"/>
                                      </p:to>
                                    </p:set>
                                  </p:childTnLst>
                                </p:cTn>
                              </p:par>
                              <p:par>
                                <p:cTn id="62" presetID="53" presetClass="exit" presetSubtype="32" fill="hold" grpId="1" nodeType="withEffect">
                                  <p:stCondLst>
                                    <p:cond delay="0"/>
                                  </p:stCondLst>
                                  <p:iterate type="wd">
                                    <p:tmPct val="0"/>
                                  </p:iterate>
                                  <p:childTnLst>
                                    <p:anim calcmode="lin" valueType="num">
                                      <p:cBhvr>
                                        <p:cTn id="63" dur="500"/>
                                        <p:tgtEl>
                                          <p:spTgt spid="8">
                                            <p:txEl>
                                              <p:pRg st="2" end="2"/>
                                            </p:txEl>
                                          </p:spTgt>
                                        </p:tgtEl>
                                        <p:attrNameLst>
                                          <p:attrName>ppt_w</p:attrName>
                                        </p:attrNameLst>
                                      </p:cBhvr>
                                      <p:tavLst>
                                        <p:tav tm="0">
                                          <p:val>
                                            <p:strVal val="ppt_w"/>
                                          </p:val>
                                        </p:tav>
                                        <p:tav tm="100000">
                                          <p:val>
                                            <p:fltVal val="0"/>
                                          </p:val>
                                        </p:tav>
                                      </p:tavLst>
                                    </p:anim>
                                    <p:anim calcmode="lin" valueType="num">
                                      <p:cBhvr>
                                        <p:cTn id="64" dur="500"/>
                                        <p:tgtEl>
                                          <p:spTgt spid="8">
                                            <p:txEl>
                                              <p:pRg st="2" end="2"/>
                                            </p:txEl>
                                          </p:spTgt>
                                        </p:tgtEl>
                                        <p:attrNameLst>
                                          <p:attrName>ppt_h</p:attrName>
                                        </p:attrNameLst>
                                      </p:cBhvr>
                                      <p:tavLst>
                                        <p:tav tm="0">
                                          <p:val>
                                            <p:strVal val="ppt_h"/>
                                          </p:val>
                                        </p:tav>
                                        <p:tav tm="100000">
                                          <p:val>
                                            <p:fltVal val="0"/>
                                          </p:val>
                                        </p:tav>
                                      </p:tavLst>
                                    </p:anim>
                                    <p:animEffect transition="out" filter="fade">
                                      <p:cBhvr>
                                        <p:cTn id="65" dur="500"/>
                                        <p:tgtEl>
                                          <p:spTgt spid="8">
                                            <p:txEl>
                                              <p:pRg st="2" end="2"/>
                                            </p:txEl>
                                          </p:spTgt>
                                        </p:tgtEl>
                                      </p:cBhvr>
                                    </p:animEffect>
                                    <p:set>
                                      <p:cBhvr>
                                        <p:cTn id="66" dur="1" fill="hold">
                                          <p:stCondLst>
                                            <p:cond delay="499"/>
                                          </p:stCondLst>
                                        </p:cTn>
                                        <p:tgtEl>
                                          <p:spTgt spid="8">
                                            <p:txEl>
                                              <p:pRg st="2" end="2"/>
                                            </p:txEl>
                                          </p:spTgt>
                                        </p:tgtEl>
                                        <p:attrNameLst>
                                          <p:attrName>style.visibility</p:attrName>
                                        </p:attrNameLst>
                                      </p:cBhvr>
                                      <p:to>
                                        <p:strVal val="hidden"/>
                                      </p:to>
                                    </p:set>
                                  </p:childTnLst>
                                </p:cTn>
                              </p:par>
                              <p:par>
                                <p:cTn id="67" presetID="53" presetClass="exit" presetSubtype="32" fill="hold" grpId="1" nodeType="withEffect">
                                  <p:stCondLst>
                                    <p:cond delay="0"/>
                                  </p:stCondLst>
                                  <p:iterate type="wd">
                                    <p:tmPct val="0"/>
                                  </p:iterate>
                                  <p:childTnLst>
                                    <p:anim calcmode="lin" valueType="num">
                                      <p:cBhvr>
                                        <p:cTn id="68" dur="500"/>
                                        <p:tgtEl>
                                          <p:spTgt spid="8">
                                            <p:txEl>
                                              <p:pRg st="3" end="3"/>
                                            </p:txEl>
                                          </p:spTgt>
                                        </p:tgtEl>
                                        <p:attrNameLst>
                                          <p:attrName>ppt_w</p:attrName>
                                        </p:attrNameLst>
                                      </p:cBhvr>
                                      <p:tavLst>
                                        <p:tav tm="0">
                                          <p:val>
                                            <p:strVal val="ppt_w"/>
                                          </p:val>
                                        </p:tav>
                                        <p:tav tm="100000">
                                          <p:val>
                                            <p:fltVal val="0"/>
                                          </p:val>
                                        </p:tav>
                                      </p:tavLst>
                                    </p:anim>
                                    <p:anim calcmode="lin" valueType="num">
                                      <p:cBhvr>
                                        <p:cTn id="69" dur="500"/>
                                        <p:tgtEl>
                                          <p:spTgt spid="8">
                                            <p:txEl>
                                              <p:pRg st="3" end="3"/>
                                            </p:txEl>
                                          </p:spTgt>
                                        </p:tgtEl>
                                        <p:attrNameLst>
                                          <p:attrName>ppt_h</p:attrName>
                                        </p:attrNameLst>
                                      </p:cBhvr>
                                      <p:tavLst>
                                        <p:tav tm="0">
                                          <p:val>
                                            <p:strVal val="ppt_h"/>
                                          </p:val>
                                        </p:tav>
                                        <p:tav tm="100000">
                                          <p:val>
                                            <p:fltVal val="0"/>
                                          </p:val>
                                        </p:tav>
                                      </p:tavLst>
                                    </p:anim>
                                    <p:animEffect transition="out" filter="fade">
                                      <p:cBhvr>
                                        <p:cTn id="70" dur="500"/>
                                        <p:tgtEl>
                                          <p:spTgt spid="8">
                                            <p:txEl>
                                              <p:pRg st="3" end="3"/>
                                            </p:txEl>
                                          </p:spTgt>
                                        </p:tgtEl>
                                      </p:cBhvr>
                                    </p:animEffect>
                                    <p:set>
                                      <p:cBhvr>
                                        <p:cTn id="71" dur="1" fill="hold">
                                          <p:stCondLst>
                                            <p:cond delay="499"/>
                                          </p:stCondLst>
                                        </p:cTn>
                                        <p:tgtEl>
                                          <p:spTgt spid="8">
                                            <p:txEl>
                                              <p:pRg st="3" end="3"/>
                                            </p:txEl>
                                          </p:spTgt>
                                        </p:tgtEl>
                                        <p:attrNameLst>
                                          <p:attrName>style.visibility</p:attrName>
                                        </p:attrNameLst>
                                      </p:cBhvr>
                                      <p:to>
                                        <p:strVal val="hidden"/>
                                      </p:to>
                                    </p:set>
                                  </p:childTnLst>
                                </p:cTn>
                              </p:par>
                              <p:par>
                                <p:cTn id="72" presetID="53" presetClass="exit" presetSubtype="32" fill="hold" grpId="1" nodeType="withEffect">
                                  <p:stCondLst>
                                    <p:cond delay="0"/>
                                  </p:stCondLst>
                                  <p:iterate type="wd">
                                    <p:tmPct val="0"/>
                                  </p:iterate>
                                  <p:childTnLst>
                                    <p:anim calcmode="lin" valueType="num">
                                      <p:cBhvr>
                                        <p:cTn id="73" dur="500"/>
                                        <p:tgtEl>
                                          <p:spTgt spid="8">
                                            <p:txEl>
                                              <p:pRg st="4" end="4"/>
                                            </p:txEl>
                                          </p:spTgt>
                                        </p:tgtEl>
                                        <p:attrNameLst>
                                          <p:attrName>ppt_w</p:attrName>
                                        </p:attrNameLst>
                                      </p:cBhvr>
                                      <p:tavLst>
                                        <p:tav tm="0">
                                          <p:val>
                                            <p:strVal val="ppt_w"/>
                                          </p:val>
                                        </p:tav>
                                        <p:tav tm="100000">
                                          <p:val>
                                            <p:fltVal val="0"/>
                                          </p:val>
                                        </p:tav>
                                      </p:tavLst>
                                    </p:anim>
                                    <p:anim calcmode="lin" valueType="num">
                                      <p:cBhvr>
                                        <p:cTn id="74" dur="500"/>
                                        <p:tgtEl>
                                          <p:spTgt spid="8">
                                            <p:txEl>
                                              <p:pRg st="4" end="4"/>
                                            </p:txEl>
                                          </p:spTgt>
                                        </p:tgtEl>
                                        <p:attrNameLst>
                                          <p:attrName>ppt_h</p:attrName>
                                        </p:attrNameLst>
                                      </p:cBhvr>
                                      <p:tavLst>
                                        <p:tav tm="0">
                                          <p:val>
                                            <p:strVal val="ppt_h"/>
                                          </p:val>
                                        </p:tav>
                                        <p:tav tm="100000">
                                          <p:val>
                                            <p:fltVal val="0"/>
                                          </p:val>
                                        </p:tav>
                                      </p:tavLst>
                                    </p:anim>
                                    <p:animEffect transition="out" filter="fade">
                                      <p:cBhvr>
                                        <p:cTn id="75" dur="500"/>
                                        <p:tgtEl>
                                          <p:spTgt spid="8">
                                            <p:txEl>
                                              <p:pRg st="4" end="4"/>
                                            </p:txEl>
                                          </p:spTgt>
                                        </p:tgtEl>
                                      </p:cBhvr>
                                    </p:animEffect>
                                    <p:set>
                                      <p:cBhvr>
                                        <p:cTn id="76" dur="1" fill="hold">
                                          <p:stCondLst>
                                            <p:cond delay="499"/>
                                          </p:stCondLst>
                                        </p:cTn>
                                        <p:tgtEl>
                                          <p:spTgt spid="8">
                                            <p:txEl>
                                              <p:pRg st="4" end="4"/>
                                            </p:txEl>
                                          </p:spTgt>
                                        </p:tgtEl>
                                        <p:attrNameLst>
                                          <p:attrName>style.visibility</p:attrName>
                                        </p:attrNameLst>
                                      </p:cBhvr>
                                      <p:to>
                                        <p:strVal val="hidden"/>
                                      </p:to>
                                    </p:set>
                                  </p:childTnLst>
                                </p:cTn>
                              </p:par>
                              <p:par>
                                <p:cTn id="77" presetID="53" presetClass="exit" presetSubtype="32" fill="hold" grpId="1" nodeType="withEffect">
                                  <p:stCondLst>
                                    <p:cond delay="0"/>
                                  </p:stCondLst>
                                  <p:iterate type="wd">
                                    <p:tmPct val="0"/>
                                  </p:iterate>
                                  <p:childTnLst>
                                    <p:anim calcmode="lin" valueType="num">
                                      <p:cBhvr>
                                        <p:cTn id="78" dur="500"/>
                                        <p:tgtEl>
                                          <p:spTgt spid="8">
                                            <p:txEl>
                                              <p:pRg st="6" end="6"/>
                                            </p:txEl>
                                          </p:spTgt>
                                        </p:tgtEl>
                                        <p:attrNameLst>
                                          <p:attrName>ppt_w</p:attrName>
                                        </p:attrNameLst>
                                      </p:cBhvr>
                                      <p:tavLst>
                                        <p:tav tm="0">
                                          <p:val>
                                            <p:strVal val="ppt_w"/>
                                          </p:val>
                                        </p:tav>
                                        <p:tav tm="100000">
                                          <p:val>
                                            <p:fltVal val="0"/>
                                          </p:val>
                                        </p:tav>
                                      </p:tavLst>
                                    </p:anim>
                                    <p:anim calcmode="lin" valueType="num">
                                      <p:cBhvr>
                                        <p:cTn id="79" dur="500"/>
                                        <p:tgtEl>
                                          <p:spTgt spid="8">
                                            <p:txEl>
                                              <p:pRg st="6" end="6"/>
                                            </p:txEl>
                                          </p:spTgt>
                                        </p:tgtEl>
                                        <p:attrNameLst>
                                          <p:attrName>ppt_h</p:attrName>
                                        </p:attrNameLst>
                                      </p:cBhvr>
                                      <p:tavLst>
                                        <p:tav tm="0">
                                          <p:val>
                                            <p:strVal val="ppt_h"/>
                                          </p:val>
                                        </p:tav>
                                        <p:tav tm="100000">
                                          <p:val>
                                            <p:fltVal val="0"/>
                                          </p:val>
                                        </p:tav>
                                      </p:tavLst>
                                    </p:anim>
                                    <p:animEffect transition="out" filter="fade">
                                      <p:cBhvr>
                                        <p:cTn id="80" dur="500"/>
                                        <p:tgtEl>
                                          <p:spTgt spid="8">
                                            <p:txEl>
                                              <p:pRg st="6" end="6"/>
                                            </p:txEl>
                                          </p:spTgt>
                                        </p:tgtEl>
                                      </p:cBhvr>
                                    </p:animEffect>
                                    <p:set>
                                      <p:cBhvr>
                                        <p:cTn id="81" dur="1" fill="hold">
                                          <p:stCondLst>
                                            <p:cond delay="499"/>
                                          </p:stCondLst>
                                        </p:cTn>
                                        <p:tgtEl>
                                          <p:spTgt spid="8">
                                            <p:txEl>
                                              <p:pRg st="6" end="6"/>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5" grpId="0" build="allAtOnce"/>
      <p:bldP spid="5" grpId="1" build="allAtOnce"/>
      <p:bldP spid="8" grpId="0" build="allAtOnce"/>
      <p:bldP spid="8" grpId="1" build="allAtOnce"/>
    </p:bldLst>
  </p:timing>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27036D03-D3CC-4C5E-0627-62F283F49927}"/>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010F4A5B-F472-C829-489C-7E97E3B7CA56}"/>
              </a:ext>
            </a:extLst>
          </p:cNvPr>
          <p:cNvSpPr/>
          <p:nvPr/>
        </p:nvSpPr>
        <p:spPr>
          <a:xfrm>
            <a:off x="1219473" y="2702014"/>
            <a:ext cx="6705054" cy="1453973"/>
          </a:xfrm>
          <a:prstGeom prst="roundRect">
            <a:avLst/>
          </a:prstGeom>
          <a:solidFill>
            <a:srgbClr val="0060FF">
              <a:alpha val="15000"/>
            </a:srgbClr>
          </a:solidFill>
          <a:ln w="25400">
            <a:gradFill>
              <a:gsLst>
                <a:gs pos="0">
                  <a:srgbClr val="0060FF"/>
                </a:gs>
                <a:gs pos="33000">
                  <a:srgbClr val="00CED1"/>
                </a:gs>
                <a:gs pos="66000">
                  <a:srgbClr val="00FF66"/>
                </a:gs>
                <a:gs pos="100000">
                  <a:srgbClr val="7D00FF"/>
                </a:gs>
              </a:gsLst>
              <a:lin ang="0" scaled="0"/>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0FAECA39-2443-868D-E9B4-2E671B2A03F2}"/>
              </a:ext>
            </a:extLst>
          </p:cNvPr>
          <p:cNvSpPr/>
          <p:nvPr/>
        </p:nvSpPr>
        <p:spPr>
          <a:xfrm>
            <a:off x="274318" y="6191790"/>
            <a:ext cx="8595360" cy="45719"/>
          </a:xfrm>
          <a:prstGeom prst="rect">
            <a:avLst/>
          </a:prstGeom>
          <a:gradFill>
            <a:gsLst>
              <a:gs pos="0">
                <a:srgbClr val="0060FF"/>
              </a:gs>
              <a:gs pos="33000">
                <a:srgbClr val="00CED1"/>
              </a:gs>
              <a:gs pos="66000">
                <a:srgbClr val="00FF66"/>
              </a:gs>
              <a:gs pos="100000">
                <a:srgbClr val="7D00FF"/>
              </a:gs>
            </a:gsLst>
            <a:lin ang="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4451721-CCB2-7726-2F80-BC9DA8B3CBC1}"/>
              </a:ext>
            </a:extLst>
          </p:cNvPr>
          <p:cNvSpPr/>
          <p:nvPr/>
        </p:nvSpPr>
        <p:spPr>
          <a:xfrm>
            <a:off x="274319" y="497840"/>
            <a:ext cx="8595360" cy="45719"/>
          </a:xfrm>
          <a:prstGeom prst="rect">
            <a:avLst/>
          </a:prstGeom>
          <a:gradFill>
            <a:gsLst>
              <a:gs pos="0">
                <a:srgbClr val="0060FF"/>
              </a:gs>
              <a:gs pos="33000">
                <a:srgbClr val="00CED1"/>
              </a:gs>
              <a:gs pos="66000">
                <a:srgbClr val="00FF66"/>
              </a:gs>
              <a:gs pos="100000">
                <a:srgbClr val="7D00FF"/>
              </a:gs>
            </a:gsLst>
            <a:lin ang="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652ABAC2-7CDD-2608-8CFB-83B6D3411085}"/>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DAD87728-58B6-84D8-AB4E-00ACF8F338BF}"/>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28B0EDB3-2E11-DAD3-ADE2-196FF212EE4E}"/>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5" name="TextBox 4">
            <a:extLst>
              <a:ext uri="{FF2B5EF4-FFF2-40B4-BE49-F238E27FC236}">
                <a16:creationId xmlns:a16="http://schemas.microsoft.com/office/drawing/2014/main" id="{7FC93A5C-262D-D5A4-1768-4100BE156A42}"/>
              </a:ext>
            </a:extLst>
          </p:cNvPr>
          <p:cNvSpPr txBox="1"/>
          <p:nvPr/>
        </p:nvSpPr>
        <p:spPr>
          <a:xfrm>
            <a:off x="1219473" y="2964487"/>
            <a:ext cx="6705054" cy="461665"/>
          </a:xfrm>
          <a:prstGeom prst="rect">
            <a:avLst/>
          </a:prstGeom>
          <a:noFill/>
        </p:spPr>
        <p:txBody>
          <a:bodyPr wrap="square" rtlCol="0" anchor="ctr">
            <a:spAutoFit/>
          </a:bodyPr>
          <a:lstStyle/>
          <a:p>
            <a:pPr algn="ctr"/>
            <a:r>
              <a:rPr lang="en-US" sz="2400" b="1" spc="300" dirty="0">
                <a:solidFill>
                  <a:schemeClr val="bg1"/>
                </a:solidFill>
                <a:effectLst>
                  <a:outerShdw blurRad="50800" dist="38100" dir="2700000" algn="tl" rotWithShape="0">
                    <a:prstClr val="black">
                      <a:alpha val="40000"/>
                    </a:prstClr>
                  </a:outerShdw>
                </a:effectLst>
                <a:latin typeface="Orbitron Black" pitchFamily="2" charset="0"/>
              </a:rPr>
              <a:t>Synergy Self-Rescue Registry</a:t>
            </a:r>
          </a:p>
        </p:txBody>
      </p:sp>
      <p:sp>
        <p:nvSpPr>
          <p:cNvPr id="6" name="TextBox 5">
            <a:extLst>
              <a:ext uri="{FF2B5EF4-FFF2-40B4-BE49-F238E27FC236}">
                <a16:creationId xmlns:a16="http://schemas.microsoft.com/office/drawing/2014/main" id="{35CE6BB8-17E0-3F4C-9732-194D4525917A}"/>
              </a:ext>
            </a:extLst>
          </p:cNvPr>
          <p:cNvSpPr txBox="1"/>
          <p:nvPr/>
        </p:nvSpPr>
        <p:spPr>
          <a:xfrm>
            <a:off x="1219471" y="3688625"/>
            <a:ext cx="6705054" cy="307777"/>
          </a:xfrm>
          <a:prstGeom prst="rect">
            <a:avLst/>
          </a:prstGeom>
          <a:noFill/>
        </p:spPr>
        <p:txBody>
          <a:bodyPr wrap="square" rtlCol="0">
            <a:spAutoFit/>
          </a:bodyPr>
          <a:lstStyle/>
          <a:p>
            <a:pPr algn="ctr"/>
            <a:r>
              <a:rPr lang="en-US" sz="1400" b="1" i="1" dirty="0">
                <a:solidFill>
                  <a:schemeClr val="bg1"/>
                </a:solidFill>
                <a:latin typeface="Inter" panose="02000503000000020004" pitchFamily="2" charset="0"/>
                <a:ea typeface="Inter" panose="02000503000000020004" pitchFamily="2" charset="0"/>
              </a:rPr>
              <a:t>The world’s first quantum-secure, deterministic asset recovery system.</a:t>
            </a:r>
          </a:p>
        </p:txBody>
      </p:sp>
    </p:spTree>
    <p:extLst>
      <p:ext uri="{BB962C8B-B14F-4D97-AF65-F5344CB8AC3E}">
        <p14:creationId xmlns:p14="http://schemas.microsoft.com/office/powerpoint/2010/main" val="41376863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5F92BA92-0421-F7C4-36F2-04CD4E5F4387}"/>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DC45830D-8441-8E88-10EC-923220304287}"/>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DBD13BAD-48EE-565C-447A-38EE29E374C2}"/>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3EED0E93-2267-3A49-CBAA-0CCB3DAABCF1}"/>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81308A70-14AC-06E7-2768-75C9A25F2FFE}"/>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4578C93C-E9EF-3580-8E4F-03D2EB1B44F1}"/>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E3985A13-0E4C-2CFF-021E-19CDCDF1BCE6}"/>
              </a:ext>
            </a:extLst>
          </p:cNvPr>
          <p:cNvSpPr/>
          <p:nvPr/>
        </p:nvSpPr>
        <p:spPr>
          <a:xfrm>
            <a:off x="1219473" y="1677082"/>
            <a:ext cx="6705054" cy="4177119"/>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B759D63E-4497-A721-1E0D-FEC52F6DA781}"/>
              </a:ext>
            </a:extLst>
          </p:cNvPr>
          <p:cNvSpPr/>
          <p:nvPr/>
        </p:nvSpPr>
        <p:spPr>
          <a:xfrm>
            <a:off x="1219473" y="904672"/>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1A17827-EDE6-09EA-75A8-B19540591AB5}"/>
              </a:ext>
            </a:extLst>
          </p:cNvPr>
          <p:cNvSpPr txBox="1"/>
          <p:nvPr/>
        </p:nvSpPr>
        <p:spPr>
          <a:xfrm>
            <a:off x="1184078" y="100360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Why Recovery Matters</a:t>
            </a:r>
            <a:endParaRPr lang="en-US" sz="2000" b="1" spc="300" dirty="0">
              <a:solidFill>
                <a:schemeClr val="bg1"/>
              </a:solidFill>
              <a:latin typeface="Orbitron Black" pitchFamily="2" charset="0"/>
            </a:endParaRPr>
          </a:p>
        </p:txBody>
      </p:sp>
      <p:sp>
        <p:nvSpPr>
          <p:cNvPr id="9" name="TextBox 8">
            <a:extLst>
              <a:ext uri="{FF2B5EF4-FFF2-40B4-BE49-F238E27FC236}">
                <a16:creationId xmlns:a16="http://schemas.microsoft.com/office/drawing/2014/main" id="{D5E0280C-A12E-7198-8A96-8A5E9BBDC55D}"/>
              </a:ext>
            </a:extLst>
          </p:cNvPr>
          <p:cNvSpPr txBox="1"/>
          <p:nvPr/>
        </p:nvSpPr>
        <p:spPr>
          <a:xfrm>
            <a:off x="1432560" y="2480654"/>
            <a:ext cx="6527357" cy="2585323"/>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People lose:</a:t>
            </a:r>
          </a:p>
          <a:p>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Keys</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Seed phrases</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Wallet devices</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Access after compromises</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Sweeper bots drain wallets instantly after compromise.</a:t>
            </a:r>
          </a:p>
          <a:p>
            <a:r>
              <a:rPr lang="en-US" dirty="0">
                <a:solidFill>
                  <a:schemeClr val="bg1"/>
                </a:solidFill>
                <a:latin typeface="Inter" panose="02000503000000020004" pitchFamily="2" charset="0"/>
                <a:ea typeface="Inter" panose="02000503000000020004" pitchFamily="2" charset="0"/>
              </a:rPr>
              <a:t>SRR prevents catastrophic loss.</a:t>
            </a:r>
          </a:p>
        </p:txBody>
      </p:sp>
    </p:spTree>
    <p:extLst>
      <p:ext uri="{BB962C8B-B14F-4D97-AF65-F5344CB8AC3E}">
        <p14:creationId xmlns:p14="http://schemas.microsoft.com/office/powerpoint/2010/main" val="1549066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1" fill="hold" grpId="0" nodeType="clickEffect">
                                  <p:stCondLst>
                                    <p:cond delay="0"/>
                                  </p:stCondLst>
                                  <p:iterate type="wd">
                                    <p:tmPct val="10000"/>
                                  </p:iterate>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additive="base">
                                        <p:cTn id="14"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down)">
                                      <p:cBhvr>
                                        <p:cTn id="15" dur="5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grpId="0" nodeType="clickEffect">
                                  <p:stCondLst>
                                    <p:cond delay="0"/>
                                  </p:stCondLst>
                                  <p:iterate type="wd">
                                    <p:tmPct val="10000"/>
                                  </p:iterate>
                                  <p:childTnLst>
                                    <p:set>
                                      <p:cBhvr>
                                        <p:cTn id="19" dur="1" fill="hold">
                                          <p:stCondLst>
                                            <p:cond delay="0"/>
                                          </p:stCondLst>
                                        </p:cTn>
                                        <p:tgtEl>
                                          <p:spTgt spid="9">
                                            <p:txEl>
                                              <p:pRg st="2" end="2"/>
                                            </p:txEl>
                                          </p:spTgt>
                                        </p:tgtEl>
                                        <p:attrNameLst>
                                          <p:attrName>style.visibility</p:attrName>
                                        </p:attrNameLst>
                                      </p:cBhvr>
                                      <p:to>
                                        <p:strVal val="visible"/>
                                      </p:to>
                                    </p:set>
                                    <p:anim calcmode="lin" valueType="num">
                                      <p:cBhvr additive="base">
                                        <p:cTn id="20"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down)">
                                      <p:cBhvr>
                                        <p:cTn id="21" dur="500"/>
                                        <p:tgtEl>
                                          <p:spTgt spid="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iterate type="wd">
                                    <p:tmPct val="10000"/>
                                  </p:iterate>
                                  <p:childTnLst>
                                    <p:set>
                                      <p:cBhvr>
                                        <p:cTn id="25" dur="1" fill="hold">
                                          <p:stCondLst>
                                            <p:cond delay="0"/>
                                          </p:stCondLst>
                                        </p:cTn>
                                        <p:tgtEl>
                                          <p:spTgt spid="9">
                                            <p:txEl>
                                              <p:pRg st="3" end="3"/>
                                            </p:txEl>
                                          </p:spTgt>
                                        </p:tgtEl>
                                        <p:attrNameLst>
                                          <p:attrName>style.visibility</p:attrName>
                                        </p:attrNameLst>
                                      </p:cBhvr>
                                      <p:to>
                                        <p:strVal val="visible"/>
                                      </p:to>
                                    </p:set>
                                    <p:anim calcmode="lin" valueType="num">
                                      <p:cBhvr additive="base">
                                        <p:cTn id="26" dur="500"/>
                                        <p:tgtEl>
                                          <p:spTgt spid="9">
                                            <p:txEl>
                                              <p:pRg st="3" end="3"/>
                                            </p:txEl>
                                          </p:spTgt>
                                        </p:tgtEl>
                                        <p:attrNameLst>
                                          <p:attrName>ppt_y</p:attrName>
                                        </p:attrNameLst>
                                      </p:cBhvr>
                                      <p:tavLst>
                                        <p:tav tm="0">
                                          <p:val>
                                            <p:strVal val="#ppt_y-#ppt_h*1.125000"/>
                                          </p:val>
                                        </p:tav>
                                        <p:tav tm="100000">
                                          <p:val>
                                            <p:strVal val="#ppt_y"/>
                                          </p:val>
                                        </p:tav>
                                      </p:tavLst>
                                    </p:anim>
                                    <p:animEffect transition="in" filter="wipe(down)">
                                      <p:cBhvr>
                                        <p:cTn id="27" dur="500"/>
                                        <p:tgtEl>
                                          <p:spTgt spid="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iterate type="wd">
                                    <p:tmPct val="10000"/>
                                  </p:iterate>
                                  <p:childTnLst>
                                    <p:set>
                                      <p:cBhvr>
                                        <p:cTn id="31" dur="1" fill="hold">
                                          <p:stCondLst>
                                            <p:cond delay="0"/>
                                          </p:stCondLst>
                                        </p:cTn>
                                        <p:tgtEl>
                                          <p:spTgt spid="9">
                                            <p:txEl>
                                              <p:pRg st="4" end="4"/>
                                            </p:txEl>
                                          </p:spTgt>
                                        </p:tgtEl>
                                        <p:attrNameLst>
                                          <p:attrName>style.visibility</p:attrName>
                                        </p:attrNameLst>
                                      </p:cBhvr>
                                      <p:to>
                                        <p:strVal val="visible"/>
                                      </p:to>
                                    </p:set>
                                    <p:anim calcmode="lin" valueType="num">
                                      <p:cBhvr additive="base">
                                        <p:cTn id="32" dur="500"/>
                                        <p:tgtEl>
                                          <p:spTgt spid="9">
                                            <p:txEl>
                                              <p:pRg st="4" end="4"/>
                                            </p:txEl>
                                          </p:spTgt>
                                        </p:tgtEl>
                                        <p:attrNameLst>
                                          <p:attrName>ppt_y</p:attrName>
                                        </p:attrNameLst>
                                      </p:cBhvr>
                                      <p:tavLst>
                                        <p:tav tm="0">
                                          <p:val>
                                            <p:strVal val="#ppt_y-#ppt_h*1.125000"/>
                                          </p:val>
                                        </p:tav>
                                        <p:tav tm="100000">
                                          <p:val>
                                            <p:strVal val="#ppt_y"/>
                                          </p:val>
                                        </p:tav>
                                      </p:tavLst>
                                    </p:anim>
                                    <p:animEffect transition="in" filter="wipe(down)">
                                      <p:cBhvr>
                                        <p:cTn id="33" dur="500"/>
                                        <p:tgtEl>
                                          <p:spTgt spid="9">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grpId="0" nodeType="clickEffect">
                                  <p:stCondLst>
                                    <p:cond delay="0"/>
                                  </p:stCondLst>
                                  <p:iterate type="wd">
                                    <p:tmPct val="10000"/>
                                  </p:iterate>
                                  <p:childTnLst>
                                    <p:set>
                                      <p:cBhvr>
                                        <p:cTn id="37" dur="1" fill="hold">
                                          <p:stCondLst>
                                            <p:cond delay="0"/>
                                          </p:stCondLst>
                                        </p:cTn>
                                        <p:tgtEl>
                                          <p:spTgt spid="9">
                                            <p:txEl>
                                              <p:pRg st="5" end="5"/>
                                            </p:txEl>
                                          </p:spTgt>
                                        </p:tgtEl>
                                        <p:attrNameLst>
                                          <p:attrName>style.visibility</p:attrName>
                                        </p:attrNameLst>
                                      </p:cBhvr>
                                      <p:to>
                                        <p:strVal val="visible"/>
                                      </p:to>
                                    </p:set>
                                    <p:anim calcmode="lin" valueType="num">
                                      <p:cBhvr additive="base">
                                        <p:cTn id="38" dur="500"/>
                                        <p:tgtEl>
                                          <p:spTgt spid="9">
                                            <p:txEl>
                                              <p:pRg st="5" end="5"/>
                                            </p:txEl>
                                          </p:spTgt>
                                        </p:tgtEl>
                                        <p:attrNameLst>
                                          <p:attrName>ppt_y</p:attrName>
                                        </p:attrNameLst>
                                      </p:cBhvr>
                                      <p:tavLst>
                                        <p:tav tm="0">
                                          <p:val>
                                            <p:strVal val="#ppt_y-#ppt_h*1.125000"/>
                                          </p:val>
                                        </p:tav>
                                        <p:tav tm="100000">
                                          <p:val>
                                            <p:strVal val="#ppt_y"/>
                                          </p:val>
                                        </p:tav>
                                      </p:tavLst>
                                    </p:anim>
                                    <p:animEffect transition="in" filter="wipe(down)">
                                      <p:cBhvr>
                                        <p:cTn id="39" dur="500"/>
                                        <p:tgtEl>
                                          <p:spTgt spid="9">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1" fill="hold" grpId="0" nodeType="clickEffect">
                                  <p:stCondLst>
                                    <p:cond delay="0"/>
                                  </p:stCondLst>
                                  <p:iterate type="wd">
                                    <p:tmPct val="10000"/>
                                  </p:iterate>
                                  <p:childTnLst>
                                    <p:set>
                                      <p:cBhvr>
                                        <p:cTn id="43" dur="1" fill="hold">
                                          <p:stCondLst>
                                            <p:cond delay="0"/>
                                          </p:stCondLst>
                                        </p:cTn>
                                        <p:tgtEl>
                                          <p:spTgt spid="9">
                                            <p:txEl>
                                              <p:pRg st="7" end="7"/>
                                            </p:txEl>
                                          </p:spTgt>
                                        </p:tgtEl>
                                        <p:attrNameLst>
                                          <p:attrName>style.visibility</p:attrName>
                                        </p:attrNameLst>
                                      </p:cBhvr>
                                      <p:to>
                                        <p:strVal val="visible"/>
                                      </p:to>
                                    </p:set>
                                    <p:anim calcmode="lin" valueType="num">
                                      <p:cBhvr additive="base">
                                        <p:cTn id="44" dur="500"/>
                                        <p:tgtEl>
                                          <p:spTgt spid="9">
                                            <p:txEl>
                                              <p:pRg st="7" end="7"/>
                                            </p:txEl>
                                          </p:spTgt>
                                        </p:tgtEl>
                                        <p:attrNameLst>
                                          <p:attrName>ppt_y</p:attrName>
                                        </p:attrNameLst>
                                      </p:cBhvr>
                                      <p:tavLst>
                                        <p:tav tm="0">
                                          <p:val>
                                            <p:strVal val="#ppt_y-#ppt_h*1.125000"/>
                                          </p:val>
                                        </p:tav>
                                        <p:tav tm="100000">
                                          <p:val>
                                            <p:strVal val="#ppt_y"/>
                                          </p:val>
                                        </p:tav>
                                      </p:tavLst>
                                    </p:anim>
                                    <p:animEffect transition="in" filter="wipe(down)">
                                      <p:cBhvr>
                                        <p:cTn id="45" dur="500"/>
                                        <p:tgtEl>
                                          <p:spTgt spid="9">
                                            <p:txEl>
                                              <p:pRg st="7" end="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1" fill="hold" grpId="0" nodeType="clickEffect">
                                  <p:stCondLst>
                                    <p:cond delay="0"/>
                                  </p:stCondLst>
                                  <p:iterate type="wd">
                                    <p:tmPct val="10000"/>
                                  </p:iterate>
                                  <p:childTnLst>
                                    <p:set>
                                      <p:cBhvr>
                                        <p:cTn id="49" dur="1" fill="hold">
                                          <p:stCondLst>
                                            <p:cond delay="0"/>
                                          </p:stCondLst>
                                        </p:cTn>
                                        <p:tgtEl>
                                          <p:spTgt spid="9">
                                            <p:txEl>
                                              <p:pRg st="8" end="8"/>
                                            </p:txEl>
                                          </p:spTgt>
                                        </p:tgtEl>
                                        <p:attrNameLst>
                                          <p:attrName>style.visibility</p:attrName>
                                        </p:attrNameLst>
                                      </p:cBhvr>
                                      <p:to>
                                        <p:strVal val="visible"/>
                                      </p:to>
                                    </p:set>
                                    <p:anim calcmode="lin" valueType="num">
                                      <p:cBhvr additive="base">
                                        <p:cTn id="50" dur="500"/>
                                        <p:tgtEl>
                                          <p:spTgt spid="9">
                                            <p:txEl>
                                              <p:pRg st="8" end="8"/>
                                            </p:txEl>
                                          </p:spTgt>
                                        </p:tgtEl>
                                        <p:attrNameLst>
                                          <p:attrName>ppt_y</p:attrName>
                                        </p:attrNameLst>
                                      </p:cBhvr>
                                      <p:tavLst>
                                        <p:tav tm="0">
                                          <p:val>
                                            <p:strVal val="#ppt_y-#ppt_h*1.125000"/>
                                          </p:val>
                                        </p:tav>
                                        <p:tav tm="100000">
                                          <p:val>
                                            <p:strVal val="#ppt_y"/>
                                          </p:val>
                                        </p:tav>
                                      </p:tavLst>
                                    </p:anim>
                                    <p:animEffect transition="in" filter="wipe(down)">
                                      <p:cBhvr>
                                        <p:cTn id="51" dur="500"/>
                                        <p:tgtEl>
                                          <p:spTgt spid="9">
                                            <p:txEl>
                                              <p:pRg st="8" end="8"/>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xit" presetSubtype="32" fill="hold" grpId="1" nodeType="clickEffect">
                                  <p:stCondLst>
                                    <p:cond delay="0"/>
                                  </p:stCondLst>
                                  <p:childTnLst>
                                    <p:anim calcmode="lin" valueType="num">
                                      <p:cBhvr>
                                        <p:cTn id="55" dur="500"/>
                                        <p:tgtEl>
                                          <p:spTgt spid="8">
                                            <p:txEl>
                                              <p:pRg st="0" end="0"/>
                                            </p:txEl>
                                          </p:spTgt>
                                        </p:tgtEl>
                                        <p:attrNameLst>
                                          <p:attrName>ppt_w</p:attrName>
                                        </p:attrNameLst>
                                      </p:cBhvr>
                                      <p:tavLst>
                                        <p:tav tm="0">
                                          <p:val>
                                            <p:strVal val="ppt_w"/>
                                          </p:val>
                                        </p:tav>
                                        <p:tav tm="100000">
                                          <p:val>
                                            <p:fltVal val="0"/>
                                          </p:val>
                                        </p:tav>
                                      </p:tavLst>
                                    </p:anim>
                                    <p:anim calcmode="lin" valueType="num">
                                      <p:cBhvr>
                                        <p:cTn id="56"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57" dur="500"/>
                                        <p:tgtEl>
                                          <p:spTgt spid="8">
                                            <p:txEl>
                                              <p:pRg st="0" end="0"/>
                                            </p:txEl>
                                          </p:spTgt>
                                        </p:tgtEl>
                                      </p:cBhvr>
                                    </p:animEffect>
                                    <p:set>
                                      <p:cBhvr>
                                        <p:cTn id="58" dur="1" fill="hold">
                                          <p:stCondLst>
                                            <p:cond delay="499"/>
                                          </p:stCondLst>
                                        </p:cTn>
                                        <p:tgtEl>
                                          <p:spTgt spid="8">
                                            <p:txEl>
                                              <p:pRg st="0" end="0"/>
                                            </p:txEl>
                                          </p:spTgt>
                                        </p:tgtEl>
                                        <p:attrNameLst>
                                          <p:attrName>style.visibility</p:attrName>
                                        </p:attrNameLst>
                                      </p:cBhvr>
                                      <p:to>
                                        <p:strVal val="hidden"/>
                                      </p:to>
                                    </p:set>
                                  </p:childTnLst>
                                </p:cTn>
                              </p:par>
                              <p:par>
                                <p:cTn id="59" presetID="53" presetClass="exit" presetSubtype="32" fill="hold" grpId="1" nodeType="withEffect">
                                  <p:stCondLst>
                                    <p:cond delay="0"/>
                                  </p:stCondLst>
                                  <p:iterate type="wd">
                                    <p:tmPct val="0"/>
                                  </p:iterate>
                                  <p:childTnLst>
                                    <p:anim calcmode="lin" valueType="num">
                                      <p:cBhvr>
                                        <p:cTn id="60" dur="500"/>
                                        <p:tgtEl>
                                          <p:spTgt spid="9">
                                            <p:txEl>
                                              <p:pRg st="0" end="0"/>
                                            </p:txEl>
                                          </p:spTgt>
                                        </p:tgtEl>
                                        <p:attrNameLst>
                                          <p:attrName>ppt_w</p:attrName>
                                        </p:attrNameLst>
                                      </p:cBhvr>
                                      <p:tavLst>
                                        <p:tav tm="0">
                                          <p:val>
                                            <p:strVal val="ppt_w"/>
                                          </p:val>
                                        </p:tav>
                                        <p:tav tm="100000">
                                          <p:val>
                                            <p:fltVal val="0"/>
                                          </p:val>
                                        </p:tav>
                                      </p:tavLst>
                                    </p:anim>
                                    <p:anim calcmode="lin" valueType="num">
                                      <p:cBhvr>
                                        <p:cTn id="61" dur="500"/>
                                        <p:tgtEl>
                                          <p:spTgt spid="9">
                                            <p:txEl>
                                              <p:pRg st="0" end="0"/>
                                            </p:txEl>
                                          </p:spTgt>
                                        </p:tgtEl>
                                        <p:attrNameLst>
                                          <p:attrName>ppt_h</p:attrName>
                                        </p:attrNameLst>
                                      </p:cBhvr>
                                      <p:tavLst>
                                        <p:tav tm="0">
                                          <p:val>
                                            <p:strVal val="ppt_h"/>
                                          </p:val>
                                        </p:tav>
                                        <p:tav tm="100000">
                                          <p:val>
                                            <p:fltVal val="0"/>
                                          </p:val>
                                        </p:tav>
                                      </p:tavLst>
                                    </p:anim>
                                    <p:animEffect transition="out" filter="fade">
                                      <p:cBhvr>
                                        <p:cTn id="62" dur="500"/>
                                        <p:tgtEl>
                                          <p:spTgt spid="9">
                                            <p:txEl>
                                              <p:pRg st="0" end="0"/>
                                            </p:txEl>
                                          </p:spTgt>
                                        </p:tgtEl>
                                      </p:cBhvr>
                                    </p:animEffect>
                                    <p:set>
                                      <p:cBhvr>
                                        <p:cTn id="63" dur="1" fill="hold">
                                          <p:stCondLst>
                                            <p:cond delay="499"/>
                                          </p:stCondLst>
                                        </p:cTn>
                                        <p:tgtEl>
                                          <p:spTgt spid="9">
                                            <p:txEl>
                                              <p:pRg st="0" end="0"/>
                                            </p:txEl>
                                          </p:spTgt>
                                        </p:tgtEl>
                                        <p:attrNameLst>
                                          <p:attrName>style.visibility</p:attrName>
                                        </p:attrNameLst>
                                      </p:cBhvr>
                                      <p:to>
                                        <p:strVal val="hidden"/>
                                      </p:to>
                                    </p:set>
                                  </p:childTnLst>
                                </p:cTn>
                              </p:par>
                              <p:par>
                                <p:cTn id="64" presetID="53" presetClass="exit" presetSubtype="32" fill="hold" grpId="1" nodeType="withEffect">
                                  <p:stCondLst>
                                    <p:cond delay="0"/>
                                  </p:stCondLst>
                                  <p:iterate type="wd">
                                    <p:tmPct val="0"/>
                                  </p:iterate>
                                  <p:childTnLst>
                                    <p:anim calcmode="lin" valueType="num">
                                      <p:cBhvr>
                                        <p:cTn id="65" dur="500"/>
                                        <p:tgtEl>
                                          <p:spTgt spid="9">
                                            <p:txEl>
                                              <p:pRg st="2" end="2"/>
                                            </p:txEl>
                                          </p:spTgt>
                                        </p:tgtEl>
                                        <p:attrNameLst>
                                          <p:attrName>ppt_w</p:attrName>
                                        </p:attrNameLst>
                                      </p:cBhvr>
                                      <p:tavLst>
                                        <p:tav tm="0">
                                          <p:val>
                                            <p:strVal val="ppt_w"/>
                                          </p:val>
                                        </p:tav>
                                        <p:tav tm="100000">
                                          <p:val>
                                            <p:fltVal val="0"/>
                                          </p:val>
                                        </p:tav>
                                      </p:tavLst>
                                    </p:anim>
                                    <p:anim calcmode="lin" valueType="num">
                                      <p:cBhvr>
                                        <p:cTn id="66" dur="500"/>
                                        <p:tgtEl>
                                          <p:spTgt spid="9">
                                            <p:txEl>
                                              <p:pRg st="2" end="2"/>
                                            </p:txEl>
                                          </p:spTgt>
                                        </p:tgtEl>
                                        <p:attrNameLst>
                                          <p:attrName>ppt_h</p:attrName>
                                        </p:attrNameLst>
                                      </p:cBhvr>
                                      <p:tavLst>
                                        <p:tav tm="0">
                                          <p:val>
                                            <p:strVal val="ppt_h"/>
                                          </p:val>
                                        </p:tav>
                                        <p:tav tm="100000">
                                          <p:val>
                                            <p:fltVal val="0"/>
                                          </p:val>
                                        </p:tav>
                                      </p:tavLst>
                                    </p:anim>
                                    <p:animEffect transition="out" filter="fade">
                                      <p:cBhvr>
                                        <p:cTn id="67" dur="500"/>
                                        <p:tgtEl>
                                          <p:spTgt spid="9">
                                            <p:txEl>
                                              <p:pRg st="2" end="2"/>
                                            </p:txEl>
                                          </p:spTgt>
                                        </p:tgtEl>
                                      </p:cBhvr>
                                    </p:animEffect>
                                    <p:set>
                                      <p:cBhvr>
                                        <p:cTn id="68" dur="1" fill="hold">
                                          <p:stCondLst>
                                            <p:cond delay="499"/>
                                          </p:stCondLst>
                                        </p:cTn>
                                        <p:tgtEl>
                                          <p:spTgt spid="9">
                                            <p:txEl>
                                              <p:pRg st="2" end="2"/>
                                            </p:txEl>
                                          </p:spTgt>
                                        </p:tgtEl>
                                        <p:attrNameLst>
                                          <p:attrName>style.visibility</p:attrName>
                                        </p:attrNameLst>
                                      </p:cBhvr>
                                      <p:to>
                                        <p:strVal val="hidden"/>
                                      </p:to>
                                    </p:set>
                                  </p:childTnLst>
                                </p:cTn>
                              </p:par>
                              <p:par>
                                <p:cTn id="69" presetID="53" presetClass="exit" presetSubtype="32" fill="hold" grpId="1" nodeType="withEffect">
                                  <p:stCondLst>
                                    <p:cond delay="0"/>
                                  </p:stCondLst>
                                  <p:iterate type="wd">
                                    <p:tmPct val="0"/>
                                  </p:iterate>
                                  <p:childTnLst>
                                    <p:anim calcmode="lin" valueType="num">
                                      <p:cBhvr>
                                        <p:cTn id="70" dur="500"/>
                                        <p:tgtEl>
                                          <p:spTgt spid="9">
                                            <p:txEl>
                                              <p:pRg st="3" end="3"/>
                                            </p:txEl>
                                          </p:spTgt>
                                        </p:tgtEl>
                                        <p:attrNameLst>
                                          <p:attrName>ppt_w</p:attrName>
                                        </p:attrNameLst>
                                      </p:cBhvr>
                                      <p:tavLst>
                                        <p:tav tm="0">
                                          <p:val>
                                            <p:strVal val="ppt_w"/>
                                          </p:val>
                                        </p:tav>
                                        <p:tav tm="100000">
                                          <p:val>
                                            <p:fltVal val="0"/>
                                          </p:val>
                                        </p:tav>
                                      </p:tavLst>
                                    </p:anim>
                                    <p:anim calcmode="lin" valueType="num">
                                      <p:cBhvr>
                                        <p:cTn id="71" dur="500"/>
                                        <p:tgtEl>
                                          <p:spTgt spid="9">
                                            <p:txEl>
                                              <p:pRg st="3" end="3"/>
                                            </p:txEl>
                                          </p:spTgt>
                                        </p:tgtEl>
                                        <p:attrNameLst>
                                          <p:attrName>ppt_h</p:attrName>
                                        </p:attrNameLst>
                                      </p:cBhvr>
                                      <p:tavLst>
                                        <p:tav tm="0">
                                          <p:val>
                                            <p:strVal val="ppt_h"/>
                                          </p:val>
                                        </p:tav>
                                        <p:tav tm="100000">
                                          <p:val>
                                            <p:fltVal val="0"/>
                                          </p:val>
                                        </p:tav>
                                      </p:tavLst>
                                    </p:anim>
                                    <p:animEffect transition="out" filter="fade">
                                      <p:cBhvr>
                                        <p:cTn id="72" dur="500"/>
                                        <p:tgtEl>
                                          <p:spTgt spid="9">
                                            <p:txEl>
                                              <p:pRg st="3" end="3"/>
                                            </p:txEl>
                                          </p:spTgt>
                                        </p:tgtEl>
                                      </p:cBhvr>
                                    </p:animEffect>
                                    <p:set>
                                      <p:cBhvr>
                                        <p:cTn id="73" dur="1" fill="hold">
                                          <p:stCondLst>
                                            <p:cond delay="499"/>
                                          </p:stCondLst>
                                        </p:cTn>
                                        <p:tgtEl>
                                          <p:spTgt spid="9">
                                            <p:txEl>
                                              <p:pRg st="3" end="3"/>
                                            </p:txEl>
                                          </p:spTgt>
                                        </p:tgtEl>
                                        <p:attrNameLst>
                                          <p:attrName>style.visibility</p:attrName>
                                        </p:attrNameLst>
                                      </p:cBhvr>
                                      <p:to>
                                        <p:strVal val="hidden"/>
                                      </p:to>
                                    </p:set>
                                  </p:childTnLst>
                                </p:cTn>
                              </p:par>
                              <p:par>
                                <p:cTn id="74" presetID="53" presetClass="exit" presetSubtype="32" fill="hold" grpId="1" nodeType="withEffect">
                                  <p:stCondLst>
                                    <p:cond delay="0"/>
                                  </p:stCondLst>
                                  <p:iterate type="wd">
                                    <p:tmPct val="0"/>
                                  </p:iterate>
                                  <p:childTnLst>
                                    <p:anim calcmode="lin" valueType="num">
                                      <p:cBhvr>
                                        <p:cTn id="75" dur="500"/>
                                        <p:tgtEl>
                                          <p:spTgt spid="9">
                                            <p:txEl>
                                              <p:pRg st="4" end="4"/>
                                            </p:txEl>
                                          </p:spTgt>
                                        </p:tgtEl>
                                        <p:attrNameLst>
                                          <p:attrName>ppt_w</p:attrName>
                                        </p:attrNameLst>
                                      </p:cBhvr>
                                      <p:tavLst>
                                        <p:tav tm="0">
                                          <p:val>
                                            <p:strVal val="ppt_w"/>
                                          </p:val>
                                        </p:tav>
                                        <p:tav tm="100000">
                                          <p:val>
                                            <p:fltVal val="0"/>
                                          </p:val>
                                        </p:tav>
                                      </p:tavLst>
                                    </p:anim>
                                    <p:anim calcmode="lin" valueType="num">
                                      <p:cBhvr>
                                        <p:cTn id="76" dur="500"/>
                                        <p:tgtEl>
                                          <p:spTgt spid="9">
                                            <p:txEl>
                                              <p:pRg st="4" end="4"/>
                                            </p:txEl>
                                          </p:spTgt>
                                        </p:tgtEl>
                                        <p:attrNameLst>
                                          <p:attrName>ppt_h</p:attrName>
                                        </p:attrNameLst>
                                      </p:cBhvr>
                                      <p:tavLst>
                                        <p:tav tm="0">
                                          <p:val>
                                            <p:strVal val="ppt_h"/>
                                          </p:val>
                                        </p:tav>
                                        <p:tav tm="100000">
                                          <p:val>
                                            <p:fltVal val="0"/>
                                          </p:val>
                                        </p:tav>
                                      </p:tavLst>
                                    </p:anim>
                                    <p:animEffect transition="out" filter="fade">
                                      <p:cBhvr>
                                        <p:cTn id="77" dur="500"/>
                                        <p:tgtEl>
                                          <p:spTgt spid="9">
                                            <p:txEl>
                                              <p:pRg st="4" end="4"/>
                                            </p:txEl>
                                          </p:spTgt>
                                        </p:tgtEl>
                                      </p:cBhvr>
                                    </p:animEffect>
                                    <p:set>
                                      <p:cBhvr>
                                        <p:cTn id="78" dur="1" fill="hold">
                                          <p:stCondLst>
                                            <p:cond delay="499"/>
                                          </p:stCondLst>
                                        </p:cTn>
                                        <p:tgtEl>
                                          <p:spTgt spid="9">
                                            <p:txEl>
                                              <p:pRg st="4" end="4"/>
                                            </p:txEl>
                                          </p:spTgt>
                                        </p:tgtEl>
                                        <p:attrNameLst>
                                          <p:attrName>style.visibility</p:attrName>
                                        </p:attrNameLst>
                                      </p:cBhvr>
                                      <p:to>
                                        <p:strVal val="hidden"/>
                                      </p:to>
                                    </p:set>
                                  </p:childTnLst>
                                </p:cTn>
                              </p:par>
                              <p:par>
                                <p:cTn id="79" presetID="53" presetClass="exit" presetSubtype="32" fill="hold" grpId="1" nodeType="withEffect">
                                  <p:stCondLst>
                                    <p:cond delay="0"/>
                                  </p:stCondLst>
                                  <p:iterate type="wd">
                                    <p:tmPct val="0"/>
                                  </p:iterate>
                                  <p:childTnLst>
                                    <p:anim calcmode="lin" valueType="num">
                                      <p:cBhvr>
                                        <p:cTn id="80" dur="500"/>
                                        <p:tgtEl>
                                          <p:spTgt spid="9">
                                            <p:txEl>
                                              <p:pRg st="5" end="5"/>
                                            </p:txEl>
                                          </p:spTgt>
                                        </p:tgtEl>
                                        <p:attrNameLst>
                                          <p:attrName>ppt_w</p:attrName>
                                        </p:attrNameLst>
                                      </p:cBhvr>
                                      <p:tavLst>
                                        <p:tav tm="0">
                                          <p:val>
                                            <p:strVal val="ppt_w"/>
                                          </p:val>
                                        </p:tav>
                                        <p:tav tm="100000">
                                          <p:val>
                                            <p:fltVal val="0"/>
                                          </p:val>
                                        </p:tav>
                                      </p:tavLst>
                                    </p:anim>
                                    <p:anim calcmode="lin" valueType="num">
                                      <p:cBhvr>
                                        <p:cTn id="81" dur="500"/>
                                        <p:tgtEl>
                                          <p:spTgt spid="9">
                                            <p:txEl>
                                              <p:pRg st="5" end="5"/>
                                            </p:txEl>
                                          </p:spTgt>
                                        </p:tgtEl>
                                        <p:attrNameLst>
                                          <p:attrName>ppt_h</p:attrName>
                                        </p:attrNameLst>
                                      </p:cBhvr>
                                      <p:tavLst>
                                        <p:tav tm="0">
                                          <p:val>
                                            <p:strVal val="ppt_h"/>
                                          </p:val>
                                        </p:tav>
                                        <p:tav tm="100000">
                                          <p:val>
                                            <p:fltVal val="0"/>
                                          </p:val>
                                        </p:tav>
                                      </p:tavLst>
                                    </p:anim>
                                    <p:animEffect transition="out" filter="fade">
                                      <p:cBhvr>
                                        <p:cTn id="82" dur="500"/>
                                        <p:tgtEl>
                                          <p:spTgt spid="9">
                                            <p:txEl>
                                              <p:pRg st="5" end="5"/>
                                            </p:txEl>
                                          </p:spTgt>
                                        </p:tgtEl>
                                      </p:cBhvr>
                                    </p:animEffect>
                                    <p:set>
                                      <p:cBhvr>
                                        <p:cTn id="83" dur="1" fill="hold">
                                          <p:stCondLst>
                                            <p:cond delay="499"/>
                                          </p:stCondLst>
                                        </p:cTn>
                                        <p:tgtEl>
                                          <p:spTgt spid="9">
                                            <p:txEl>
                                              <p:pRg st="5" end="5"/>
                                            </p:txEl>
                                          </p:spTgt>
                                        </p:tgtEl>
                                        <p:attrNameLst>
                                          <p:attrName>style.visibility</p:attrName>
                                        </p:attrNameLst>
                                      </p:cBhvr>
                                      <p:to>
                                        <p:strVal val="hidden"/>
                                      </p:to>
                                    </p:set>
                                  </p:childTnLst>
                                </p:cTn>
                              </p:par>
                              <p:par>
                                <p:cTn id="84" presetID="53" presetClass="exit" presetSubtype="32" fill="hold" grpId="1" nodeType="withEffect">
                                  <p:stCondLst>
                                    <p:cond delay="0"/>
                                  </p:stCondLst>
                                  <p:iterate type="wd">
                                    <p:tmPct val="0"/>
                                  </p:iterate>
                                  <p:childTnLst>
                                    <p:anim calcmode="lin" valueType="num">
                                      <p:cBhvr>
                                        <p:cTn id="85" dur="500"/>
                                        <p:tgtEl>
                                          <p:spTgt spid="9">
                                            <p:txEl>
                                              <p:pRg st="7" end="7"/>
                                            </p:txEl>
                                          </p:spTgt>
                                        </p:tgtEl>
                                        <p:attrNameLst>
                                          <p:attrName>ppt_w</p:attrName>
                                        </p:attrNameLst>
                                      </p:cBhvr>
                                      <p:tavLst>
                                        <p:tav tm="0">
                                          <p:val>
                                            <p:strVal val="ppt_w"/>
                                          </p:val>
                                        </p:tav>
                                        <p:tav tm="100000">
                                          <p:val>
                                            <p:fltVal val="0"/>
                                          </p:val>
                                        </p:tav>
                                      </p:tavLst>
                                    </p:anim>
                                    <p:anim calcmode="lin" valueType="num">
                                      <p:cBhvr>
                                        <p:cTn id="86" dur="500"/>
                                        <p:tgtEl>
                                          <p:spTgt spid="9">
                                            <p:txEl>
                                              <p:pRg st="7" end="7"/>
                                            </p:txEl>
                                          </p:spTgt>
                                        </p:tgtEl>
                                        <p:attrNameLst>
                                          <p:attrName>ppt_h</p:attrName>
                                        </p:attrNameLst>
                                      </p:cBhvr>
                                      <p:tavLst>
                                        <p:tav tm="0">
                                          <p:val>
                                            <p:strVal val="ppt_h"/>
                                          </p:val>
                                        </p:tav>
                                        <p:tav tm="100000">
                                          <p:val>
                                            <p:fltVal val="0"/>
                                          </p:val>
                                        </p:tav>
                                      </p:tavLst>
                                    </p:anim>
                                    <p:animEffect transition="out" filter="fade">
                                      <p:cBhvr>
                                        <p:cTn id="87" dur="500"/>
                                        <p:tgtEl>
                                          <p:spTgt spid="9">
                                            <p:txEl>
                                              <p:pRg st="7" end="7"/>
                                            </p:txEl>
                                          </p:spTgt>
                                        </p:tgtEl>
                                      </p:cBhvr>
                                    </p:animEffect>
                                    <p:set>
                                      <p:cBhvr>
                                        <p:cTn id="88" dur="1" fill="hold">
                                          <p:stCondLst>
                                            <p:cond delay="499"/>
                                          </p:stCondLst>
                                        </p:cTn>
                                        <p:tgtEl>
                                          <p:spTgt spid="9">
                                            <p:txEl>
                                              <p:pRg st="7" end="7"/>
                                            </p:txEl>
                                          </p:spTgt>
                                        </p:tgtEl>
                                        <p:attrNameLst>
                                          <p:attrName>style.visibility</p:attrName>
                                        </p:attrNameLst>
                                      </p:cBhvr>
                                      <p:to>
                                        <p:strVal val="hidden"/>
                                      </p:to>
                                    </p:set>
                                  </p:childTnLst>
                                </p:cTn>
                              </p:par>
                              <p:par>
                                <p:cTn id="89" presetID="53" presetClass="exit" presetSubtype="32" fill="hold" grpId="1" nodeType="withEffect">
                                  <p:stCondLst>
                                    <p:cond delay="0"/>
                                  </p:stCondLst>
                                  <p:iterate type="wd">
                                    <p:tmPct val="0"/>
                                  </p:iterate>
                                  <p:childTnLst>
                                    <p:anim calcmode="lin" valueType="num">
                                      <p:cBhvr>
                                        <p:cTn id="90" dur="500"/>
                                        <p:tgtEl>
                                          <p:spTgt spid="9">
                                            <p:txEl>
                                              <p:pRg st="8" end="8"/>
                                            </p:txEl>
                                          </p:spTgt>
                                        </p:tgtEl>
                                        <p:attrNameLst>
                                          <p:attrName>ppt_w</p:attrName>
                                        </p:attrNameLst>
                                      </p:cBhvr>
                                      <p:tavLst>
                                        <p:tav tm="0">
                                          <p:val>
                                            <p:strVal val="ppt_w"/>
                                          </p:val>
                                        </p:tav>
                                        <p:tav tm="100000">
                                          <p:val>
                                            <p:fltVal val="0"/>
                                          </p:val>
                                        </p:tav>
                                      </p:tavLst>
                                    </p:anim>
                                    <p:anim calcmode="lin" valueType="num">
                                      <p:cBhvr>
                                        <p:cTn id="91" dur="500"/>
                                        <p:tgtEl>
                                          <p:spTgt spid="9">
                                            <p:txEl>
                                              <p:pRg st="8" end="8"/>
                                            </p:txEl>
                                          </p:spTgt>
                                        </p:tgtEl>
                                        <p:attrNameLst>
                                          <p:attrName>ppt_h</p:attrName>
                                        </p:attrNameLst>
                                      </p:cBhvr>
                                      <p:tavLst>
                                        <p:tav tm="0">
                                          <p:val>
                                            <p:strVal val="ppt_h"/>
                                          </p:val>
                                        </p:tav>
                                        <p:tav tm="100000">
                                          <p:val>
                                            <p:fltVal val="0"/>
                                          </p:val>
                                        </p:tav>
                                      </p:tavLst>
                                    </p:anim>
                                    <p:animEffect transition="out" filter="fade">
                                      <p:cBhvr>
                                        <p:cTn id="92" dur="500"/>
                                        <p:tgtEl>
                                          <p:spTgt spid="9">
                                            <p:txEl>
                                              <p:pRg st="8" end="8"/>
                                            </p:txEl>
                                          </p:spTgt>
                                        </p:tgtEl>
                                      </p:cBhvr>
                                    </p:animEffect>
                                    <p:set>
                                      <p:cBhvr>
                                        <p:cTn id="93" dur="1" fill="hold">
                                          <p:stCondLst>
                                            <p:cond delay="499"/>
                                          </p:stCondLst>
                                        </p:cTn>
                                        <p:tgtEl>
                                          <p:spTgt spid="9">
                                            <p:txEl>
                                              <p:pRg st="8" end="8"/>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8" grpId="1" build="allAtOnce"/>
      <p:bldP spid="9" grpId="0" build="allAtOnce"/>
      <p:bldP spid="9" grpId="1" build="allAtOnce"/>
    </p:bldLst>
  </p:timing>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7CDB3014-E378-09EB-58BB-D9F63CC8A74C}"/>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640BF0E2-90D1-B7E1-6EAA-4C2008D7C229}"/>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18C90498-511E-1B4D-1769-D07BE162D860}"/>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28860409-1292-9155-17D9-E41684FB80D3}"/>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88623608-8B26-54D2-916E-473AD6BF7609}"/>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6C91AECB-B51F-3246-36D7-C79AEC5337C7}"/>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94374A1F-65DB-8053-0E39-C10AAAF54236}"/>
              </a:ext>
            </a:extLst>
          </p:cNvPr>
          <p:cNvSpPr/>
          <p:nvPr/>
        </p:nvSpPr>
        <p:spPr>
          <a:xfrm>
            <a:off x="1219473" y="1677082"/>
            <a:ext cx="6705054" cy="4177119"/>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8C553A89-93FF-E7E6-E9A5-044C9219E597}"/>
              </a:ext>
            </a:extLst>
          </p:cNvPr>
          <p:cNvSpPr/>
          <p:nvPr/>
        </p:nvSpPr>
        <p:spPr>
          <a:xfrm>
            <a:off x="1219473" y="904672"/>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EDEA95D-C6B9-37E0-A969-E873964D3BCC}"/>
              </a:ext>
            </a:extLst>
          </p:cNvPr>
          <p:cNvSpPr txBox="1"/>
          <p:nvPr/>
        </p:nvSpPr>
        <p:spPr>
          <a:xfrm>
            <a:off x="1184078" y="100360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How SRR Works</a:t>
            </a:r>
            <a:endParaRPr lang="en-US" sz="2000" b="1" spc="300" dirty="0">
              <a:solidFill>
                <a:schemeClr val="bg1"/>
              </a:solidFill>
              <a:latin typeface="Orbitron Black" pitchFamily="2" charset="0"/>
            </a:endParaRPr>
          </a:p>
        </p:txBody>
      </p:sp>
      <p:sp>
        <p:nvSpPr>
          <p:cNvPr id="9" name="TextBox 8">
            <a:extLst>
              <a:ext uri="{FF2B5EF4-FFF2-40B4-BE49-F238E27FC236}">
                <a16:creationId xmlns:a16="http://schemas.microsoft.com/office/drawing/2014/main" id="{1EB8B1E6-2CF4-A10F-E1E2-72DC8B8A0687}"/>
              </a:ext>
            </a:extLst>
          </p:cNvPr>
          <p:cNvSpPr txBox="1"/>
          <p:nvPr/>
        </p:nvSpPr>
        <p:spPr>
          <a:xfrm>
            <a:off x="1641290" y="2203656"/>
            <a:ext cx="6063021" cy="3139321"/>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Users register a PQC rescue policy</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Policies are stored with Aegis integrity</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Triggers can include:</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Inactivity</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Verified compromise</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Multi-party approval</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Automatic key migration</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Migration executes without custodians</a:t>
            </a:r>
          </a:p>
        </p:txBody>
      </p:sp>
    </p:spTree>
    <p:extLst>
      <p:ext uri="{BB962C8B-B14F-4D97-AF65-F5344CB8AC3E}">
        <p14:creationId xmlns:p14="http://schemas.microsoft.com/office/powerpoint/2010/main" val="28571296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1" fill="hold" grpId="0" nodeType="clickEffect">
                                  <p:stCondLst>
                                    <p:cond delay="0"/>
                                  </p:stCondLst>
                                  <p:iterate type="wd">
                                    <p:tmPct val="10000"/>
                                  </p:iterate>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additive="base">
                                        <p:cTn id="14"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down)">
                                      <p:cBhvr>
                                        <p:cTn id="15" dur="5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grpId="0" nodeType="clickEffect">
                                  <p:stCondLst>
                                    <p:cond delay="0"/>
                                  </p:stCondLst>
                                  <p:iterate type="wd">
                                    <p:tmPct val="10000"/>
                                  </p:iterate>
                                  <p:childTnLst>
                                    <p:set>
                                      <p:cBhvr>
                                        <p:cTn id="19" dur="1" fill="hold">
                                          <p:stCondLst>
                                            <p:cond delay="0"/>
                                          </p:stCondLst>
                                        </p:cTn>
                                        <p:tgtEl>
                                          <p:spTgt spid="9">
                                            <p:txEl>
                                              <p:pRg st="2" end="2"/>
                                            </p:txEl>
                                          </p:spTgt>
                                        </p:tgtEl>
                                        <p:attrNameLst>
                                          <p:attrName>style.visibility</p:attrName>
                                        </p:attrNameLst>
                                      </p:cBhvr>
                                      <p:to>
                                        <p:strVal val="visible"/>
                                      </p:to>
                                    </p:set>
                                    <p:anim calcmode="lin" valueType="num">
                                      <p:cBhvr additive="base">
                                        <p:cTn id="20"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down)">
                                      <p:cBhvr>
                                        <p:cTn id="21" dur="500"/>
                                        <p:tgtEl>
                                          <p:spTgt spid="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iterate type="wd">
                                    <p:tmPct val="10000"/>
                                  </p:iterate>
                                  <p:childTnLst>
                                    <p:set>
                                      <p:cBhvr>
                                        <p:cTn id="25" dur="1" fill="hold">
                                          <p:stCondLst>
                                            <p:cond delay="0"/>
                                          </p:stCondLst>
                                        </p:cTn>
                                        <p:tgtEl>
                                          <p:spTgt spid="9">
                                            <p:txEl>
                                              <p:pRg st="4" end="4"/>
                                            </p:txEl>
                                          </p:spTgt>
                                        </p:tgtEl>
                                        <p:attrNameLst>
                                          <p:attrName>style.visibility</p:attrName>
                                        </p:attrNameLst>
                                      </p:cBhvr>
                                      <p:to>
                                        <p:strVal val="visible"/>
                                      </p:to>
                                    </p:set>
                                    <p:anim calcmode="lin" valueType="num">
                                      <p:cBhvr additive="base">
                                        <p:cTn id="26" dur="500"/>
                                        <p:tgtEl>
                                          <p:spTgt spid="9">
                                            <p:txEl>
                                              <p:pRg st="4" end="4"/>
                                            </p:txEl>
                                          </p:spTgt>
                                        </p:tgtEl>
                                        <p:attrNameLst>
                                          <p:attrName>ppt_y</p:attrName>
                                        </p:attrNameLst>
                                      </p:cBhvr>
                                      <p:tavLst>
                                        <p:tav tm="0">
                                          <p:val>
                                            <p:strVal val="#ppt_y-#ppt_h*1.125000"/>
                                          </p:val>
                                        </p:tav>
                                        <p:tav tm="100000">
                                          <p:val>
                                            <p:strVal val="#ppt_y"/>
                                          </p:val>
                                        </p:tav>
                                      </p:tavLst>
                                    </p:anim>
                                    <p:animEffect transition="in" filter="wipe(down)">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iterate type="wd">
                                    <p:tmPct val="10000"/>
                                  </p:iterate>
                                  <p:childTnLst>
                                    <p:set>
                                      <p:cBhvr>
                                        <p:cTn id="31" dur="1" fill="hold">
                                          <p:stCondLst>
                                            <p:cond delay="0"/>
                                          </p:stCondLst>
                                        </p:cTn>
                                        <p:tgtEl>
                                          <p:spTgt spid="9">
                                            <p:txEl>
                                              <p:pRg st="5" end="5"/>
                                            </p:txEl>
                                          </p:spTgt>
                                        </p:tgtEl>
                                        <p:attrNameLst>
                                          <p:attrName>style.visibility</p:attrName>
                                        </p:attrNameLst>
                                      </p:cBhvr>
                                      <p:to>
                                        <p:strVal val="visible"/>
                                      </p:to>
                                    </p:set>
                                    <p:anim calcmode="lin" valueType="num">
                                      <p:cBhvr additive="base">
                                        <p:cTn id="32" dur="500"/>
                                        <p:tgtEl>
                                          <p:spTgt spid="9">
                                            <p:txEl>
                                              <p:pRg st="5" end="5"/>
                                            </p:txEl>
                                          </p:spTgt>
                                        </p:tgtEl>
                                        <p:attrNameLst>
                                          <p:attrName>ppt_y</p:attrName>
                                        </p:attrNameLst>
                                      </p:cBhvr>
                                      <p:tavLst>
                                        <p:tav tm="0">
                                          <p:val>
                                            <p:strVal val="#ppt_y-#ppt_h*1.125000"/>
                                          </p:val>
                                        </p:tav>
                                        <p:tav tm="100000">
                                          <p:val>
                                            <p:strVal val="#ppt_y"/>
                                          </p:val>
                                        </p:tav>
                                      </p:tavLst>
                                    </p:anim>
                                    <p:animEffect transition="in" filter="wipe(down)">
                                      <p:cBhvr>
                                        <p:cTn id="33" dur="5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grpId="0" nodeType="clickEffect">
                                  <p:stCondLst>
                                    <p:cond delay="0"/>
                                  </p:stCondLst>
                                  <p:iterate type="wd">
                                    <p:tmPct val="10000"/>
                                  </p:iterate>
                                  <p:childTnLst>
                                    <p:set>
                                      <p:cBhvr>
                                        <p:cTn id="37" dur="1" fill="hold">
                                          <p:stCondLst>
                                            <p:cond delay="0"/>
                                          </p:stCondLst>
                                        </p:cTn>
                                        <p:tgtEl>
                                          <p:spTgt spid="9">
                                            <p:txEl>
                                              <p:pRg st="6" end="6"/>
                                            </p:txEl>
                                          </p:spTgt>
                                        </p:tgtEl>
                                        <p:attrNameLst>
                                          <p:attrName>style.visibility</p:attrName>
                                        </p:attrNameLst>
                                      </p:cBhvr>
                                      <p:to>
                                        <p:strVal val="visible"/>
                                      </p:to>
                                    </p:set>
                                    <p:anim calcmode="lin" valueType="num">
                                      <p:cBhvr additive="base">
                                        <p:cTn id="38" dur="500"/>
                                        <p:tgtEl>
                                          <p:spTgt spid="9">
                                            <p:txEl>
                                              <p:pRg st="6" end="6"/>
                                            </p:txEl>
                                          </p:spTgt>
                                        </p:tgtEl>
                                        <p:attrNameLst>
                                          <p:attrName>ppt_y</p:attrName>
                                        </p:attrNameLst>
                                      </p:cBhvr>
                                      <p:tavLst>
                                        <p:tav tm="0">
                                          <p:val>
                                            <p:strVal val="#ppt_y-#ppt_h*1.125000"/>
                                          </p:val>
                                        </p:tav>
                                        <p:tav tm="100000">
                                          <p:val>
                                            <p:strVal val="#ppt_y"/>
                                          </p:val>
                                        </p:tav>
                                      </p:tavLst>
                                    </p:anim>
                                    <p:animEffect transition="in" filter="wipe(down)">
                                      <p:cBhvr>
                                        <p:cTn id="39" dur="500"/>
                                        <p:tgtEl>
                                          <p:spTgt spid="9">
                                            <p:txEl>
                                              <p:pRg st="6" end="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1" fill="hold" grpId="0" nodeType="clickEffect">
                                  <p:stCondLst>
                                    <p:cond delay="0"/>
                                  </p:stCondLst>
                                  <p:iterate type="wd">
                                    <p:tmPct val="10000"/>
                                  </p:iterate>
                                  <p:childTnLst>
                                    <p:set>
                                      <p:cBhvr>
                                        <p:cTn id="43" dur="1" fill="hold">
                                          <p:stCondLst>
                                            <p:cond delay="0"/>
                                          </p:stCondLst>
                                        </p:cTn>
                                        <p:tgtEl>
                                          <p:spTgt spid="9">
                                            <p:txEl>
                                              <p:pRg st="7" end="7"/>
                                            </p:txEl>
                                          </p:spTgt>
                                        </p:tgtEl>
                                        <p:attrNameLst>
                                          <p:attrName>style.visibility</p:attrName>
                                        </p:attrNameLst>
                                      </p:cBhvr>
                                      <p:to>
                                        <p:strVal val="visible"/>
                                      </p:to>
                                    </p:set>
                                    <p:anim calcmode="lin" valueType="num">
                                      <p:cBhvr additive="base">
                                        <p:cTn id="44" dur="500"/>
                                        <p:tgtEl>
                                          <p:spTgt spid="9">
                                            <p:txEl>
                                              <p:pRg st="7" end="7"/>
                                            </p:txEl>
                                          </p:spTgt>
                                        </p:tgtEl>
                                        <p:attrNameLst>
                                          <p:attrName>ppt_y</p:attrName>
                                        </p:attrNameLst>
                                      </p:cBhvr>
                                      <p:tavLst>
                                        <p:tav tm="0">
                                          <p:val>
                                            <p:strVal val="#ppt_y-#ppt_h*1.125000"/>
                                          </p:val>
                                        </p:tav>
                                        <p:tav tm="100000">
                                          <p:val>
                                            <p:strVal val="#ppt_y"/>
                                          </p:val>
                                        </p:tav>
                                      </p:tavLst>
                                    </p:anim>
                                    <p:animEffect transition="in" filter="wipe(down)">
                                      <p:cBhvr>
                                        <p:cTn id="45" dur="500"/>
                                        <p:tgtEl>
                                          <p:spTgt spid="9">
                                            <p:txEl>
                                              <p:pRg st="7" end="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1" fill="hold" grpId="0" nodeType="clickEffect">
                                  <p:stCondLst>
                                    <p:cond delay="0"/>
                                  </p:stCondLst>
                                  <p:iterate type="wd">
                                    <p:tmPct val="10000"/>
                                  </p:iterate>
                                  <p:childTnLst>
                                    <p:set>
                                      <p:cBhvr>
                                        <p:cTn id="49" dur="1" fill="hold">
                                          <p:stCondLst>
                                            <p:cond delay="0"/>
                                          </p:stCondLst>
                                        </p:cTn>
                                        <p:tgtEl>
                                          <p:spTgt spid="9">
                                            <p:txEl>
                                              <p:pRg st="8" end="8"/>
                                            </p:txEl>
                                          </p:spTgt>
                                        </p:tgtEl>
                                        <p:attrNameLst>
                                          <p:attrName>style.visibility</p:attrName>
                                        </p:attrNameLst>
                                      </p:cBhvr>
                                      <p:to>
                                        <p:strVal val="visible"/>
                                      </p:to>
                                    </p:set>
                                    <p:anim calcmode="lin" valueType="num">
                                      <p:cBhvr additive="base">
                                        <p:cTn id="50" dur="500"/>
                                        <p:tgtEl>
                                          <p:spTgt spid="9">
                                            <p:txEl>
                                              <p:pRg st="8" end="8"/>
                                            </p:txEl>
                                          </p:spTgt>
                                        </p:tgtEl>
                                        <p:attrNameLst>
                                          <p:attrName>ppt_y</p:attrName>
                                        </p:attrNameLst>
                                      </p:cBhvr>
                                      <p:tavLst>
                                        <p:tav tm="0">
                                          <p:val>
                                            <p:strVal val="#ppt_y-#ppt_h*1.125000"/>
                                          </p:val>
                                        </p:tav>
                                        <p:tav tm="100000">
                                          <p:val>
                                            <p:strVal val="#ppt_y"/>
                                          </p:val>
                                        </p:tav>
                                      </p:tavLst>
                                    </p:anim>
                                    <p:animEffect transition="in" filter="wipe(down)">
                                      <p:cBhvr>
                                        <p:cTn id="51" dur="500"/>
                                        <p:tgtEl>
                                          <p:spTgt spid="9">
                                            <p:txEl>
                                              <p:pRg st="8" end="8"/>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1" fill="hold" grpId="0" nodeType="clickEffect">
                                  <p:stCondLst>
                                    <p:cond delay="0"/>
                                  </p:stCondLst>
                                  <p:iterate type="wd">
                                    <p:tmPct val="10000"/>
                                  </p:iterate>
                                  <p:childTnLst>
                                    <p:set>
                                      <p:cBhvr>
                                        <p:cTn id="55" dur="1" fill="hold">
                                          <p:stCondLst>
                                            <p:cond delay="0"/>
                                          </p:stCondLst>
                                        </p:cTn>
                                        <p:tgtEl>
                                          <p:spTgt spid="9">
                                            <p:txEl>
                                              <p:pRg st="10" end="10"/>
                                            </p:txEl>
                                          </p:spTgt>
                                        </p:tgtEl>
                                        <p:attrNameLst>
                                          <p:attrName>style.visibility</p:attrName>
                                        </p:attrNameLst>
                                      </p:cBhvr>
                                      <p:to>
                                        <p:strVal val="visible"/>
                                      </p:to>
                                    </p:set>
                                    <p:anim calcmode="lin" valueType="num">
                                      <p:cBhvr additive="base">
                                        <p:cTn id="56" dur="500"/>
                                        <p:tgtEl>
                                          <p:spTgt spid="9">
                                            <p:txEl>
                                              <p:pRg st="10" end="10"/>
                                            </p:txEl>
                                          </p:spTgt>
                                        </p:tgtEl>
                                        <p:attrNameLst>
                                          <p:attrName>ppt_y</p:attrName>
                                        </p:attrNameLst>
                                      </p:cBhvr>
                                      <p:tavLst>
                                        <p:tav tm="0">
                                          <p:val>
                                            <p:strVal val="#ppt_y-#ppt_h*1.125000"/>
                                          </p:val>
                                        </p:tav>
                                        <p:tav tm="100000">
                                          <p:val>
                                            <p:strVal val="#ppt_y"/>
                                          </p:val>
                                        </p:tav>
                                      </p:tavLst>
                                    </p:anim>
                                    <p:animEffect transition="in" filter="wipe(down)">
                                      <p:cBhvr>
                                        <p:cTn id="57" dur="500"/>
                                        <p:tgtEl>
                                          <p:spTgt spid="9">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xit" presetSubtype="32" fill="hold" grpId="1" nodeType="clickEffect">
                                  <p:stCondLst>
                                    <p:cond delay="0"/>
                                  </p:stCondLst>
                                  <p:childTnLst>
                                    <p:anim calcmode="lin" valueType="num">
                                      <p:cBhvr>
                                        <p:cTn id="61" dur="500"/>
                                        <p:tgtEl>
                                          <p:spTgt spid="8">
                                            <p:txEl>
                                              <p:pRg st="0" end="0"/>
                                            </p:txEl>
                                          </p:spTgt>
                                        </p:tgtEl>
                                        <p:attrNameLst>
                                          <p:attrName>ppt_w</p:attrName>
                                        </p:attrNameLst>
                                      </p:cBhvr>
                                      <p:tavLst>
                                        <p:tav tm="0">
                                          <p:val>
                                            <p:strVal val="ppt_w"/>
                                          </p:val>
                                        </p:tav>
                                        <p:tav tm="100000">
                                          <p:val>
                                            <p:fltVal val="0"/>
                                          </p:val>
                                        </p:tav>
                                      </p:tavLst>
                                    </p:anim>
                                    <p:anim calcmode="lin" valueType="num">
                                      <p:cBhvr>
                                        <p:cTn id="62"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63" dur="500"/>
                                        <p:tgtEl>
                                          <p:spTgt spid="8">
                                            <p:txEl>
                                              <p:pRg st="0" end="0"/>
                                            </p:txEl>
                                          </p:spTgt>
                                        </p:tgtEl>
                                      </p:cBhvr>
                                    </p:animEffect>
                                    <p:set>
                                      <p:cBhvr>
                                        <p:cTn id="64" dur="1" fill="hold">
                                          <p:stCondLst>
                                            <p:cond delay="499"/>
                                          </p:stCondLst>
                                        </p:cTn>
                                        <p:tgtEl>
                                          <p:spTgt spid="8">
                                            <p:txEl>
                                              <p:pRg st="0" end="0"/>
                                            </p:txEl>
                                          </p:spTgt>
                                        </p:tgtEl>
                                        <p:attrNameLst>
                                          <p:attrName>style.visibility</p:attrName>
                                        </p:attrNameLst>
                                      </p:cBhvr>
                                      <p:to>
                                        <p:strVal val="hidden"/>
                                      </p:to>
                                    </p:set>
                                  </p:childTnLst>
                                </p:cTn>
                              </p:par>
                              <p:par>
                                <p:cTn id="65" presetID="53" presetClass="exit" presetSubtype="32" fill="hold" grpId="1" nodeType="withEffect">
                                  <p:stCondLst>
                                    <p:cond delay="0"/>
                                  </p:stCondLst>
                                  <p:iterate type="wd">
                                    <p:tmPct val="0"/>
                                  </p:iterate>
                                  <p:childTnLst>
                                    <p:anim calcmode="lin" valueType="num">
                                      <p:cBhvr>
                                        <p:cTn id="66" dur="500"/>
                                        <p:tgtEl>
                                          <p:spTgt spid="9">
                                            <p:txEl>
                                              <p:pRg st="0" end="0"/>
                                            </p:txEl>
                                          </p:spTgt>
                                        </p:tgtEl>
                                        <p:attrNameLst>
                                          <p:attrName>ppt_w</p:attrName>
                                        </p:attrNameLst>
                                      </p:cBhvr>
                                      <p:tavLst>
                                        <p:tav tm="0">
                                          <p:val>
                                            <p:strVal val="ppt_w"/>
                                          </p:val>
                                        </p:tav>
                                        <p:tav tm="100000">
                                          <p:val>
                                            <p:fltVal val="0"/>
                                          </p:val>
                                        </p:tav>
                                      </p:tavLst>
                                    </p:anim>
                                    <p:anim calcmode="lin" valueType="num">
                                      <p:cBhvr>
                                        <p:cTn id="67" dur="500"/>
                                        <p:tgtEl>
                                          <p:spTgt spid="9">
                                            <p:txEl>
                                              <p:pRg st="0" end="0"/>
                                            </p:txEl>
                                          </p:spTgt>
                                        </p:tgtEl>
                                        <p:attrNameLst>
                                          <p:attrName>ppt_h</p:attrName>
                                        </p:attrNameLst>
                                      </p:cBhvr>
                                      <p:tavLst>
                                        <p:tav tm="0">
                                          <p:val>
                                            <p:strVal val="ppt_h"/>
                                          </p:val>
                                        </p:tav>
                                        <p:tav tm="100000">
                                          <p:val>
                                            <p:fltVal val="0"/>
                                          </p:val>
                                        </p:tav>
                                      </p:tavLst>
                                    </p:anim>
                                    <p:animEffect transition="out" filter="fade">
                                      <p:cBhvr>
                                        <p:cTn id="68" dur="500"/>
                                        <p:tgtEl>
                                          <p:spTgt spid="9">
                                            <p:txEl>
                                              <p:pRg st="0" end="0"/>
                                            </p:txEl>
                                          </p:spTgt>
                                        </p:tgtEl>
                                      </p:cBhvr>
                                    </p:animEffect>
                                    <p:set>
                                      <p:cBhvr>
                                        <p:cTn id="69" dur="1" fill="hold">
                                          <p:stCondLst>
                                            <p:cond delay="499"/>
                                          </p:stCondLst>
                                        </p:cTn>
                                        <p:tgtEl>
                                          <p:spTgt spid="9">
                                            <p:txEl>
                                              <p:pRg st="0" end="0"/>
                                            </p:txEl>
                                          </p:spTgt>
                                        </p:tgtEl>
                                        <p:attrNameLst>
                                          <p:attrName>style.visibility</p:attrName>
                                        </p:attrNameLst>
                                      </p:cBhvr>
                                      <p:to>
                                        <p:strVal val="hidden"/>
                                      </p:to>
                                    </p:set>
                                  </p:childTnLst>
                                </p:cTn>
                              </p:par>
                              <p:par>
                                <p:cTn id="70" presetID="53" presetClass="exit" presetSubtype="32" fill="hold" grpId="1" nodeType="withEffect">
                                  <p:stCondLst>
                                    <p:cond delay="0"/>
                                  </p:stCondLst>
                                  <p:iterate type="wd">
                                    <p:tmPct val="0"/>
                                  </p:iterate>
                                  <p:childTnLst>
                                    <p:anim calcmode="lin" valueType="num">
                                      <p:cBhvr>
                                        <p:cTn id="71" dur="500"/>
                                        <p:tgtEl>
                                          <p:spTgt spid="9">
                                            <p:txEl>
                                              <p:pRg st="2" end="2"/>
                                            </p:txEl>
                                          </p:spTgt>
                                        </p:tgtEl>
                                        <p:attrNameLst>
                                          <p:attrName>ppt_w</p:attrName>
                                        </p:attrNameLst>
                                      </p:cBhvr>
                                      <p:tavLst>
                                        <p:tav tm="0">
                                          <p:val>
                                            <p:strVal val="ppt_w"/>
                                          </p:val>
                                        </p:tav>
                                        <p:tav tm="100000">
                                          <p:val>
                                            <p:fltVal val="0"/>
                                          </p:val>
                                        </p:tav>
                                      </p:tavLst>
                                    </p:anim>
                                    <p:anim calcmode="lin" valueType="num">
                                      <p:cBhvr>
                                        <p:cTn id="72" dur="500"/>
                                        <p:tgtEl>
                                          <p:spTgt spid="9">
                                            <p:txEl>
                                              <p:pRg st="2" end="2"/>
                                            </p:txEl>
                                          </p:spTgt>
                                        </p:tgtEl>
                                        <p:attrNameLst>
                                          <p:attrName>ppt_h</p:attrName>
                                        </p:attrNameLst>
                                      </p:cBhvr>
                                      <p:tavLst>
                                        <p:tav tm="0">
                                          <p:val>
                                            <p:strVal val="ppt_h"/>
                                          </p:val>
                                        </p:tav>
                                        <p:tav tm="100000">
                                          <p:val>
                                            <p:fltVal val="0"/>
                                          </p:val>
                                        </p:tav>
                                      </p:tavLst>
                                    </p:anim>
                                    <p:animEffect transition="out" filter="fade">
                                      <p:cBhvr>
                                        <p:cTn id="73" dur="500"/>
                                        <p:tgtEl>
                                          <p:spTgt spid="9">
                                            <p:txEl>
                                              <p:pRg st="2" end="2"/>
                                            </p:txEl>
                                          </p:spTgt>
                                        </p:tgtEl>
                                      </p:cBhvr>
                                    </p:animEffect>
                                    <p:set>
                                      <p:cBhvr>
                                        <p:cTn id="74" dur="1" fill="hold">
                                          <p:stCondLst>
                                            <p:cond delay="499"/>
                                          </p:stCondLst>
                                        </p:cTn>
                                        <p:tgtEl>
                                          <p:spTgt spid="9">
                                            <p:txEl>
                                              <p:pRg st="2" end="2"/>
                                            </p:txEl>
                                          </p:spTgt>
                                        </p:tgtEl>
                                        <p:attrNameLst>
                                          <p:attrName>style.visibility</p:attrName>
                                        </p:attrNameLst>
                                      </p:cBhvr>
                                      <p:to>
                                        <p:strVal val="hidden"/>
                                      </p:to>
                                    </p:set>
                                  </p:childTnLst>
                                </p:cTn>
                              </p:par>
                              <p:par>
                                <p:cTn id="75" presetID="53" presetClass="exit" presetSubtype="32" fill="hold" grpId="1" nodeType="withEffect">
                                  <p:stCondLst>
                                    <p:cond delay="0"/>
                                  </p:stCondLst>
                                  <p:iterate type="wd">
                                    <p:tmPct val="0"/>
                                  </p:iterate>
                                  <p:childTnLst>
                                    <p:anim calcmode="lin" valueType="num">
                                      <p:cBhvr>
                                        <p:cTn id="76" dur="500"/>
                                        <p:tgtEl>
                                          <p:spTgt spid="9">
                                            <p:txEl>
                                              <p:pRg st="4" end="4"/>
                                            </p:txEl>
                                          </p:spTgt>
                                        </p:tgtEl>
                                        <p:attrNameLst>
                                          <p:attrName>ppt_w</p:attrName>
                                        </p:attrNameLst>
                                      </p:cBhvr>
                                      <p:tavLst>
                                        <p:tav tm="0">
                                          <p:val>
                                            <p:strVal val="ppt_w"/>
                                          </p:val>
                                        </p:tav>
                                        <p:tav tm="100000">
                                          <p:val>
                                            <p:fltVal val="0"/>
                                          </p:val>
                                        </p:tav>
                                      </p:tavLst>
                                    </p:anim>
                                    <p:anim calcmode="lin" valueType="num">
                                      <p:cBhvr>
                                        <p:cTn id="77" dur="500"/>
                                        <p:tgtEl>
                                          <p:spTgt spid="9">
                                            <p:txEl>
                                              <p:pRg st="4" end="4"/>
                                            </p:txEl>
                                          </p:spTgt>
                                        </p:tgtEl>
                                        <p:attrNameLst>
                                          <p:attrName>ppt_h</p:attrName>
                                        </p:attrNameLst>
                                      </p:cBhvr>
                                      <p:tavLst>
                                        <p:tav tm="0">
                                          <p:val>
                                            <p:strVal val="ppt_h"/>
                                          </p:val>
                                        </p:tav>
                                        <p:tav tm="100000">
                                          <p:val>
                                            <p:fltVal val="0"/>
                                          </p:val>
                                        </p:tav>
                                      </p:tavLst>
                                    </p:anim>
                                    <p:animEffect transition="out" filter="fade">
                                      <p:cBhvr>
                                        <p:cTn id="78" dur="500"/>
                                        <p:tgtEl>
                                          <p:spTgt spid="9">
                                            <p:txEl>
                                              <p:pRg st="4" end="4"/>
                                            </p:txEl>
                                          </p:spTgt>
                                        </p:tgtEl>
                                      </p:cBhvr>
                                    </p:animEffect>
                                    <p:set>
                                      <p:cBhvr>
                                        <p:cTn id="79" dur="1" fill="hold">
                                          <p:stCondLst>
                                            <p:cond delay="499"/>
                                          </p:stCondLst>
                                        </p:cTn>
                                        <p:tgtEl>
                                          <p:spTgt spid="9">
                                            <p:txEl>
                                              <p:pRg st="4" end="4"/>
                                            </p:txEl>
                                          </p:spTgt>
                                        </p:tgtEl>
                                        <p:attrNameLst>
                                          <p:attrName>style.visibility</p:attrName>
                                        </p:attrNameLst>
                                      </p:cBhvr>
                                      <p:to>
                                        <p:strVal val="hidden"/>
                                      </p:to>
                                    </p:set>
                                  </p:childTnLst>
                                </p:cTn>
                              </p:par>
                              <p:par>
                                <p:cTn id="80" presetID="53" presetClass="exit" presetSubtype="32" fill="hold" grpId="1" nodeType="withEffect">
                                  <p:stCondLst>
                                    <p:cond delay="0"/>
                                  </p:stCondLst>
                                  <p:iterate type="wd">
                                    <p:tmPct val="0"/>
                                  </p:iterate>
                                  <p:childTnLst>
                                    <p:anim calcmode="lin" valueType="num">
                                      <p:cBhvr>
                                        <p:cTn id="81" dur="500"/>
                                        <p:tgtEl>
                                          <p:spTgt spid="9">
                                            <p:txEl>
                                              <p:pRg st="5" end="5"/>
                                            </p:txEl>
                                          </p:spTgt>
                                        </p:tgtEl>
                                        <p:attrNameLst>
                                          <p:attrName>ppt_w</p:attrName>
                                        </p:attrNameLst>
                                      </p:cBhvr>
                                      <p:tavLst>
                                        <p:tav tm="0">
                                          <p:val>
                                            <p:strVal val="ppt_w"/>
                                          </p:val>
                                        </p:tav>
                                        <p:tav tm="100000">
                                          <p:val>
                                            <p:fltVal val="0"/>
                                          </p:val>
                                        </p:tav>
                                      </p:tavLst>
                                    </p:anim>
                                    <p:anim calcmode="lin" valueType="num">
                                      <p:cBhvr>
                                        <p:cTn id="82" dur="500"/>
                                        <p:tgtEl>
                                          <p:spTgt spid="9">
                                            <p:txEl>
                                              <p:pRg st="5" end="5"/>
                                            </p:txEl>
                                          </p:spTgt>
                                        </p:tgtEl>
                                        <p:attrNameLst>
                                          <p:attrName>ppt_h</p:attrName>
                                        </p:attrNameLst>
                                      </p:cBhvr>
                                      <p:tavLst>
                                        <p:tav tm="0">
                                          <p:val>
                                            <p:strVal val="ppt_h"/>
                                          </p:val>
                                        </p:tav>
                                        <p:tav tm="100000">
                                          <p:val>
                                            <p:fltVal val="0"/>
                                          </p:val>
                                        </p:tav>
                                      </p:tavLst>
                                    </p:anim>
                                    <p:animEffect transition="out" filter="fade">
                                      <p:cBhvr>
                                        <p:cTn id="83" dur="500"/>
                                        <p:tgtEl>
                                          <p:spTgt spid="9">
                                            <p:txEl>
                                              <p:pRg st="5" end="5"/>
                                            </p:txEl>
                                          </p:spTgt>
                                        </p:tgtEl>
                                      </p:cBhvr>
                                    </p:animEffect>
                                    <p:set>
                                      <p:cBhvr>
                                        <p:cTn id="84" dur="1" fill="hold">
                                          <p:stCondLst>
                                            <p:cond delay="499"/>
                                          </p:stCondLst>
                                        </p:cTn>
                                        <p:tgtEl>
                                          <p:spTgt spid="9">
                                            <p:txEl>
                                              <p:pRg st="5" end="5"/>
                                            </p:txEl>
                                          </p:spTgt>
                                        </p:tgtEl>
                                        <p:attrNameLst>
                                          <p:attrName>style.visibility</p:attrName>
                                        </p:attrNameLst>
                                      </p:cBhvr>
                                      <p:to>
                                        <p:strVal val="hidden"/>
                                      </p:to>
                                    </p:set>
                                  </p:childTnLst>
                                </p:cTn>
                              </p:par>
                              <p:par>
                                <p:cTn id="85" presetID="53" presetClass="exit" presetSubtype="32" fill="hold" grpId="1" nodeType="withEffect">
                                  <p:stCondLst>
                                    <p:cond delay="0"/>
                                  </p:stCondLst>
                                  <p:iterate type="wd">
                                    <p:tmPct val="0"/>
                                  </p:iterate>
                                  <p:childTnLst>
                                    <p:anim calcmode="lin" valueType="num">
                                      <p:cBhvr>
                                        <p:cTn id="86" dur="500"/>
                                        <p:tgtEl>
                                          <p:spTgt spid="9">
                                            <p:txEl>
                                              <p:pRg st="6" end="6"/>
                                            </p:txEl>
                                          </p:spTgt>
                                        </p:tgtEl>
                                        <p:attrNameLst>
                                          <p:attrName>ppt_w</p:attrName>
                                        </p:attrNameLst>
                                      </p:cBhvr>
                                      <p:tavLst>
                                        <p:tav tm="0">
                                          <p:val>
                                            <p:strVal val="ppt_w"/>
                                          </p:val>
                                        </p:tav>
                                        <p:tav tm="100000">
                                          <p:val>
                                            <p:fltVal val="0"/>
                                          </p:val>
                                        </p:tav>
                                      </p:tavLst>
                                    </p:anim>
                                    <p:anim calcmode="lin" valueType="num">
                                      <p:cBhvr>
                                        <p:cTn id="87" dur="500"/>
                                        <p:tgtEl>
                                          <p:spTgt spid="9">
                                            <p:txEl>
                                              <p:pRg st="6" end="6"/>
                                            </p:txEl>
                                          </p:spTgt>
                                        </p:tgtEl>
                                        <p:attrNameLst>
                                          <p:attrName>ppt_h</p:attrName>
                                        </p:attrNameLst>
                                      </p:cBhvr>
                                      <p:tavLst>
                                        <p:tav tm="0">
                                          <p:val>
                                            <p:strVal val="ppt_h"/>
                                          </p:val>
                                        </p:tav>
                                        <p:tav tm="100000">
                                          <p:val>
                                            <p:fltVal val="0"/>
                                          </p:val>
                                        </p:tav>
                                      </p:tavLst>
                                    </p:anim>
                                    <p:animEffect transition="out" filter="fade">
                                      <p:cBhvr>
                                        <p:cTn id="88" dur="500"/>
                                        <p:tgtEl>
                                          <p:spTgt spid="9">
                                            <p:txEl>
                                              <p:pRg st="6" end="6"/>
                                            </p:txEl>
                                          </p:spTgt>
                                        </p:tgtEl>
                                      </p:cBhvr>
                                    </p:animEffect>
                                    <p:set>
                                      <p:cBhvr>
                                        <p:cTn id="89" dur="1" fill="hold">
                                          <p:stCondLst>
                                            <p:cond delay="499"/>
                                          </p:stCondLst>
                                        </p:cTn>
                                        <p:tgtEl>
                                          <p:spTgt spid="9">
                                            <p:txEl>
                                              <p:pRg st="6" end="6"/>
                                            </p:txEl>
                                          </p:spTgt>
                                        </p:tgtEl>
                                        <p:attrNameLst>
                                          <p:attrName>style.visibility</p:attrName>
                                        </p:attrNameLst>
                                      </p:cBhvr>
                                      <p:to>
                                        <p:strVal val="hidden"/>
                                      </p:to>
                                    </p:set>
                                  </p:childTnLst>
                                </p:cTn>
                              </p:par>
                              <p:par>
                                <p:cTn id="90" presetID="53" presetClass="exit" presetSubtype="32" fill="hold" grpId="1" nodeType="withEffect">
                                  <p:stCondLst>
                                    <p:cond delay="0"/>
                                  </p:stCondLst>
                                  <p:iterate type="wd">
                                    <p:tmPct val="0"/>
                                  </p:iterate>
                                  <p:childTnLst>
                                    <p:anim calcmode="lin" valueType="num">
                                      <p:cBhvr>
                                        <p:cTn id="91" dur="500"/>
                                        <p:tgtEl>
                                          <p:spTgt spid="9">
                                            <p:txEl>
                                              <p:pRg st="7" end="7"/>
                                            </p:txEl>
                                          </p:spTgt>
                                        </p:tgtEl>
                                        <p:attrNameLst>
                                          <p:attrName>ppt_w</p:attrName>
                                        </p:attrNameLst>
                                      </p:cBhvr>
                                      <p:tavLst>
                                        <p:tav tm="0">
                                          <p:val>
                                            <p:strVal val="ppt_w"/>
                                          </p:val>
                                        </p:tav>
                                        <p:tav tm="100000">
                                          <p:val>
                                            <p:fltVal val="0"/>
                                          </p:val>
                                        </p:tav>
                                      </p:tavLst>
                                    </p:anim>
                                    <p:anim calcmode="lin" valueType="num">
                                      <p:cBhvr>
                                        <p:cTn id="92" dur="500"/>
                                        <p:tgtEl>
                                          <p:spTgt spid="9">
                                            <p:txEl>
                                              <p:pRg st="7" end="7"/>
                                            </p:txEl>
                                          </p:spTgt>
                                        </p:tgtEl>
                                        <p:attrNameLst>
                                          <p:attrName>ppt_h</p:attrName>
                                        </p:attrNameLst>
                                      </p:cBhvr>
                                      <p:tavLst>
                                        <p:tav tm="0">
                                          <p:val>
                                            <p:strVal val="ppt_h"/>
                                          </p:val>
                                        </p:tav>
                                        <p:tav tm="100000">
                                          <p:val>
                                            <p:fltVal val="0"/>
                                          </p:val>
                                        </p:tav>
                                      </p:tavLst>
                                    </p:anim>
                                    <p:animEffect transition="out" filter="fade">
                                      <p:cBhvr>
                                        <p:cTn id="93" dur="500"/>
                                        <p:tgtEl>
                                          <p:spTgt spid="9">
                                            <p:txEl>
                                              <p:pRg st="7" end="7"/>
                                            </p:txEl>
                                          </p:spTgt>
                                        </p:tgtEl>
                                      </p:cBhvr>
                                    </p:animEffect>
                                    <p:set>
                                      <p:cBhvr>
                                        <p:cTn id="94" dur="1" fill="hold">
                                          <p:stCondLst>
                                            <p:cond delay="499"/>
                                          </p:stCondLst>
                                        </p:cTn>
                                        <p:tgtEl>
                                          <p:spTgt spid="9">
                                            <p:txEl>
                                              <p:pRg st="7" end="7"/>
                                            </p:txEl>
                                          </p:spTgt>
                                        </p:tgtEl>
                                        <p:attrNameLst>
                                          <p:attrName>style.visibility</p:attrName>
                                        </p:attrNameLst>
                                      </p:cBhvr>
                                      <p:to>
                                        <p:strVal val="hidden"/>
                                      </p:to>
                                    </p:set>
                                  </p:childTnLst>
                                </p:cTn>
                              </p:par>
                              <p:par>
                                <p:cTn id="95" presetID="53" presetClass="exit" presetSubtype="32" fill="hold" grpId="1" nodeType="withEffect">
                                  <p:stCondLst>
                                    <p:cond delay="0"/>
                                  </p:stCondLst>
                                  <p:iterate type="wd">
                                    <p:tmPct val="0"/>
                                  </p:iterate>
                                  <p:childTnLst>
                                    <p:anim calcmode="lin" valueType="num">
                                      <p:cBhvr>
                                        <p:cTn id="96" dur="500"/>
                                        <p:tgtEl>
                                          <p:spTgt spid="9">
                                            <p:txEl>
                                              <p:pRg st="8" end="8"/>
                                            </p:txEl>
                                          </p:spTgt>
                                        </p:tgtEl>
                                        <p:attrNameLst>
                                          <p:attrName>ppt_w</p:attrName>
                                        </p:attrNameLst>
                                      </p:cBhvr>
                                      <p:tavLst>
                                        <p:tav tm="0">
                                          <p:val>
                                            <p:strVal val="ppt_w"/>
                                          </p:val>
                                        </p:tav>
                                        <p:tav tm="100000">
                                          <p:val>
                                            <p:fltVal val="0"/>
                                          </p:val>
                                        </p:tav>
                                      </p:tavLst>
                                    </p:anim>
                                    <p:anim calcmode="lin" valueType="num">
                                      <p:cBhvr>
                                        <p:cTn id="97" dur="500"/>
                                        <p:tgtEl>
                                          <p:spTgt spid="9">
                                            <p:txEl>
                                              <p:pRg st="8" end="8"/>
                                            </p:txEl>
                                          </p:spTgt>
                                        </p:tgtEl>
                                        <p:attrNameLst>
                                          <p:attrName>ppt_h</p:attrName>
                                        </p:attrNameLst>
                                      </p:cBhvr>
                                      <p:tavLst>
                                        <p:tav tm="0">
                                          <p:val>
                                            <p:strVal val="ppt_h"/>
                                          </p:val>
                                        </p:tav>
                                        <p:tav tm="100000">
                                          <p:val>
                                            <p:fltVal val="0"/>
                                          </p:val>
                                        </p:tav>
                                      </p:tavLst>
                                    </p:anim>
                                    <p:animEffect transition="out" filter="fade">
                                      <p:cBhvr>
                                        <p:cTn id="98" dur="500"/>
                                        <p:tgtEl>
                                          <p:spTgt spid="9">
                                            <p:txEl>
                                              <p:pRg st="8" end="8"/>
                                            </p:txEl>
                                          </p:spTgt>
                                        </p:tgtEl>
                                      </p:cBhvr>
                                    </p:animEffect>
                                    <p:set>
                                      <p:cBhvr>
                                        <p:cTn id="99" dur="1" fill="hold">
                                          <p:stCondLst>
                                            <p:cond delay="499"/>
                                          </p:stCondLst>
                                        </p:cTn>
                                        <p:tgtEl>
                                          <p:spTgt spid="9">
                                            <p:txEl>
                                              <p:pRg st="8" end="8"/>
                                            </p:txEl>
                                          </p:spTgt>
                                        </p:tgtEl>
                                        <p:attrNameLst>
                                          <p:attrName>style.visibility</p:attrName>
                                        </p:attrNameLst>
                                      </p:cBhvr>
                                      <p:to>
                                        <p:strVal val="hidden"/>
                                      </p:to>
                                    </p:set>
                                  </p:childTnLst>
                                </p:cTn>
                              </p:par>
                              <p:par>
                                <p:cTn id="100" presetID="53" presetClass="exit" presetSubtype="32" fill="hold" grpId="1" nodeType="withEffect">
                                  <p:stCondLst>
                                    <p:cond delay="0"/>
                                  </p:stCondLst>
                                  <p:iterate type="wd">
                                    <p:tmPct val="0"/>
                                  </p:iterate>
                                  <p:childTnLst>
                                    <p:anim calcmode="lin" valueType="num">
                                      <p:cBhvr>
                                        <p:cTn id="101" dur="500"/>
                                        <p:tgtEl>
                                          <p:spTgt spid="9">
                                            <p:txEl>
                                              <p:pRg st="10" end="10"/>
                                            </p:txEl>
                                          </p:spTgt>
                                        </p:tgtEl>
                                        <p:attrNameLst>
                                          <p:attrName>ppt_w</p:attrName>
                                        </p:attrNameLst>
                                      </p:cBhvr>
                                      <p:tavLst>
                                        <p:tav tm="0">
                                          <p:val>
                                            <p:strVal val="ppt_w"/>
                                          </p:val>
                                        </p:tav>
                                        <p:tav tm="100000">
                                          <p:val>
                                            <p:fltVal val="0"/>
                                          </p:val>
                                        </p:tav>
                                      </p:tavLst>
                                    </p:anim>
                                    <p:anim calcmode="lin" valueType="num">
                                      <p:cBhvr>
                                        <p:cTn id="102" dur="500"/>
                                        <p:tgtEl>
                                          <p:spTgt spid="9">
                                            <p:txEl>
                                              <p:pRg st="10" end="10"/>
                                            </p:txEl>
                                          </p:spTgt>
                                        </p:tgtEl>
                                        <p:attrNameLst>
                                          <p:attrName>ppt_h</p:attrName>
                                        </p:attrNameLst>
                                      </p:cBhvr>
                                      <p:tavLst>
                                        <p:tav tm="0">
                                          <p:val>
                                            <p:strVal val="ppt_h"/>
                                          </p:val>
                                        </p:tav>
                                        <p:tav tm="100000">
                                          <p:val>
                                            <p:fltVal val="0"/>
                                          </p:val>
                                        </p:tav>
                                      </p:tavLst>
                                    </p:anim>
                                    <p:animEffect transition="out" filter="fade">
                                      <p:cBhvr>
                                        <p:cTn id="103" dur="500"/>
                                        <p:tgtEl>
                                          <p:spTgt spid="9">
                                            <p:txEl>
                                              <p:pRg st="10" end="10"/>
                                            </p:txEl>
                                          </p:spTgt>
                                        </p:tgtEl>
                                      </p:cBhvr>
                                    </p:animEffect>
                                    <p:set>
                                      <p:cBhvr>
                                        <p:cTn id="104" dur="1" fill="hold">
                                          <p:stCondLst>
                                            <p:cond delay="499"/>
                                          </p:stCondLst>
                                        </p:cTn>
                                        <p:tgtEl>
                                          <p:spTgt spid="9">
                                            <p:txEl>
                                              <p:pRg st="10" end="1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8" grpId="1" build="allAtOnce"/>
      <p:bldP spid="9" grpId="0" build="allAtOnce"/>
      <p:bldP spid="9" grpId="1" build="allAtOnce"/>
    </p:bldLst>
  </p:timing>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418D81DE-CDA0-B076-EC2E-445F15077E68}"/>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B48B43D7-303F-95FF-0238-E6507034477E}"/>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21F559B4-A44A-023C-F50F-51B86D7EB457}"/>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E74FDED2-653F-7863-A609-3CC37C9C1517}"/>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CC4E005A-EE44-8271-6942-9D80AB2C22F3}"/>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5C10234C-A1C9-C529-6424-76C3EA03561F}"/>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5D0C2772-7128-1FAC-3096-DB8B9EAA4DD0}"/>
              </a:ext>
            </a:extLst>
          </p:cNvPr>
          <p:cNvSpPr/>
          <p:nvPr/>
        </p:nvSpPr>
        <p:spPr>
          <a:xfrm>
            <a:off x="1219473" y="1677082"/>
            <a:ext cx="6705054" cy="4177119"/>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6DBE60F8-F5F2-3B65-41FC-07BA7C362086}"/>
              </a:ext>
            </a:extLst>
          </p:cNvPr>
          <p:cNvSpPr/>
          <p:nvPr/>
        </p:nvSpPr>
        <p:spPr>
          <a:xfrm>
            <a:off x="1219473" y="904672"/>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D1B9631-E9F1-B8A4-82EB-E8DF3221EA8D}"/>
              </a:ext>
            </a:extLst>
          </p:cNvPr>
          <p:cNvSpPr txBox="1"/>
          <p:nvPr/>
        </p:nvSpPr>
        <p:spPr>
          <a:xfrm>
            <a:off x="1184078" y="100360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Why This I=is a Breakthrough</a:t>
            </a:r>
            <a:endParaRPr lang="en-US" sz="2000" b="1" spc="300" dirty="0">
              <a:solidFill>
                <a:schemeClr val="bg1"/>
              </a:solidFill>
              <a:latin typeface="Orbitron Black" pitchFamily="2" charset="0"/>
            </a:endParaRPr>
          </a:p>
        </p:txBody>
      </p:sp>
      <p:sp>
        <p:nvSpPr>
          <p:cNvPr id="9" name="TextBox 8">
            <a:extLst>
              <a:ext uri="{FF2B5EF4-FFF2-40B4-BE49-F238E27FC236}">
                <a16:creationId xmlns:a16="http://schemas.microsoft.com/office/drawing/2014/main" id="{C38C08BA-8FB2-0FE0-1E2A-5D29EFD4FD39}"/>
              </a:ext>
            </a:extLst>
          </p:cNvPr>
          <p:cNvSpPr txBox="1"/>
          <p:nvPr/>
        </p:nvSpPr>
        <p:spPr>
          <a:xfrm>
            <a:off x="1300480" y="2342155"/>
            <a:ext cx="6659437" cy="2862322"/>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SRR allows:</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Enterprise key recovery workflows</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Lost-asset rescue</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Legacy-to-PQC migration</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Instant protection during device compromise</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No custodial control</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No backdoors</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SRR is a safety net the blockchain industry has never had.</a:t>
            </a:r>
          </a:p>
        </p:txBody>
      </p:sp>
    </p:spTree>
    <p:extLst>
      <p:ext uri="{BB962C8B-B14F-4D97-AF65-F5344CB8AC3E}">
        <p14:creationId xmlns:p14="http://schemas.microsoft.com/office/powerpoint/2010/main" val="32688824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1" fill="hold" grpId="0" nodeType="clickEffect">
                                  <p:stCondLst>
                                    <p:cond delay="0"/>
                                  </p:stCondLst>
                                  <p:iterate type="wd">
                                    <p:tmPct val="10000"/>
                                  </p:iterate>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additive="base">
                                        <p:cTn id="14"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down)">
                                      <p:cBhvr>
                                        <p:cTn id="15" dur="5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grpId="0" nodeType="clickEffect">
                                  <p:stCondLst>
                                    <p:cond delay="0"/>
                                  </p:stCondLst>
                                  <p:iterate type="wd">
                                    <p:tmPct val="10000"/>
                                  </p:iterate>
                                  <p:childTnLst>
                                    <p:set>
                                      <p:cBhvr>
                                        <p:cTn id="19" dur="1" fill="hold">
                                          <p:stCondLst>
                                            <p:cond delay="0"/>
                                          </p:stCondLst>
                                        </p:cTn>
                                        <p:tgtEl>
                                          <p:spTgt spid="9">
                                            <p:txEl>
                                              <p:pRg st="2" end="2"/>
                                            </p:txEl>
                                          </p:spTgt>
                                        </p:tgtEl>
                                        <p:attrNameLst>
                                          <p:attrName>style.visibility</p:attrName>
                                        </p:attrNameLst>
                                      </p:cBhvr>
                                      <p:to>
                                        <p:strVal val="visible"/>
                                      </p:to>
                                    </p:set>
                                    <p:anim calcmode="lin" valueType="num">
                                      <p:cBhvr additive="base">
                                        <p:cTn id="20"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down)">
                                      <p:cBhvr>
                                        <p:cTn id="21" dur="500"/>
                                        <p:tgtEl>
                                          <p:spTgt spid="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iterate type="wd">
                                    <p:tmPct val="10000"/>
                                  </p:iterate>
                                  <p:childTnLst>
                                    <p:set>
                                      <p:cBhvr>
                                        <p:cTn id="25" dur="1" fill="hold">
                                          <p:stCondLst>
                                            <p:cond delay="0"/>
                                          </p:stCondLst>
                                        </p:cTn>
                                        <p:tgtEl>
                                          <p:spTgt spid="9">
                                            <p:txEl>
                                              <p:pRg st="3" end="3"/>
                                            </p:txEl>
                                          </p:spTgt>
                                        </p:tgtEl>
                                        <p:attrNameLst>
                                          <p:attrName>style.visibility</p:attrName>
                                        </p:attrNameLst>
                                      </p:cBhvr>
                                      <p:to>
                                        <p:strVal val="visible"/>
                                      </p:to>
                                    </p:set>
                                    <p:anim calcmode="lin" valueType="num">
                                      <p:cBhvr additive="base">
                                        <p:cTn id="26" dur="500"/>
                                        <p:tgtEl>
                                          <p:spTgt spid="9">
                                            <p:txEl>
                                              <p:pRg st="3" end="3"/>
                                            </p:txEl>
                                          </p:spTgt>
                                        </p:tgtEl>
                                        <p:attrNameLst>
                                          <p:attrName>ppt_y</p:attrName>
                                        </p:attrNameLst>
                                      </p:cBhvr>
                                      <p:tavLst>
                                        <p:tav tm="0">
                                          <p:val>
                                            <p:strVal val="#ppt_y-#ppt_h*1.125000"/>
                                          </p:val>
                                        </p:tav>
                                        <p:tav tm="100000">
                                          <p:val>
                                            <p:strVal val="#ppt_y"/>
                                          </p:val>
                                        </p:tav>
                                      </p:tavLst>
                                    </p:anim>
                                    <p:animEffect transition="in" filter="wipe(down)">
                                      <p:cBhvr>
                                        <p:cTn id="27" dur="500"/>
                                        <p:tgtEl>
                                          <p:spTgt spid="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iterate type="wd">
                                    <p:tmPct val="10000"/>
                                  </p:iterate>
                                  <p:childTnLst>
                                    <p:set>
                                      <p:cBhvr>
                                        <p:cTn id="31" dur="1" fill="hold">
                                          <p:stCondLst>
                                            <p:cond delay="0"/>
                                          </p:stCondLst>
                                        </p:cTn>
                                        <p:tgtEl>
                                          <p:spTgt spid="9">
                                            <p:txEl>
                                              <p:pRg st="4" end="4"/>
                                            </p:txEl>
                                          </p:spTgt>
                                        </p:tgtEl>
                                        <p:attrNameLst>
                                          <p:attrName>style.visibility</p:attrName>
                                        </p:attrNameLst>
                                      </p:cBhvr>
                                      <p:to>
                                        <p:strVal val="visible"/>
                                      </p:to>
                                    </p:set>
                                    <p:anim calcmode="lin" valueType="num">
                                      <p:cBhvr additive="base">
                                        <p:cTn id="32" dur="500"/>
                                        <p:tgtEl>
                                          <p:spTgt spid="9">
                                            <p:txEl>
                                              <p:pRg st="4" end="4"/>
                                            </p:txEl>
                                          </p:spTgt>
                                        </p:tgtEl>
                                        <p:attrNameLst>
                                          <p:attrName>ppt_y</p:attrName>
                                        </p:attrNameLst>
                                      </p:cBhvr>
                                      <p:tavLst>
                                        <p:tav tm="0">
                                          <p:val>
                                            <p:strVal val="#ppt_y-#ppt_h*1.125000"/>
                                          </p:val>
                                        </p:tav>
                                        <p:tav tm="100000">
                                          <p:val>
                                            <p:strVal val="#ppt_y"/>
                                          </p:val>
                                        </p:tav>
                                      </p:tavLst>
                                    </p:anim>
                                    <p:animEffect transition="in" filter="wipe(down)">
                                      <p:cBhvr>
                                        <p:cTn id="33" dur="500"/>
                                        <p:tgtEl>
                                          <p:spTgt spid="9">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grpId="0" nodeType="clickEffect">
                                  <p:stCondLst>
                                    <p:cond delay="0"/>
                                  </p:stCondLst>
                                  <p:iterate type="wd">
                                    <p:tmPct val="10000"/>
                                  </p:iterate>
                                  <p:childTnLst>
                                    <p:set>
                                      <p:cBhvr>
                                        <p:cTn id="37" dur="1" fill="hold">
                                          <p:stCondLst>
                                            <p:cond delay="0"/>
                                          </p:stCondLst>
                                        </p:cTn>
                                        <p:tgtEl>
                                          <p:spTgt spid="9">
                                            <p:txEl>
                                              <p:pRg st="5" end="5"/>
                                            </p:txEl>
                                          </p:spTgt>
                                        </p:tgtEl>
                                        <p:attrNameLst>
                                          <p:attrName>style.visibility</p:attrName>
                                        </p:attrNameLst>
                                      </p:cBhvr>
                                      <p:to>
                                        <p:strVal val="visible"/>
                                      </p:to>
                                    </p:set>
                                    <p:anim calcmode="lin" valueType="num">
                                      <p:cBhvr additive="base">
                                        <p:cTn id="38" dur="500"/>
                                        <p:tgtEl>
                                          <p:spTgt spid="9">
                                            <p:txEl>
                                              <p:pRg st="5" end="5"/>
                                            </p:txEl>
                                          </p:spTgt>
                                        </p:tgtEl>
                                        <p:attrNameLst>
                                          <p:attrName>ppt_y</p:attrName>
                                        </p:attrNameLst>
                                      </p:cBhvr>
                                      <p:tavLst>
                                        <p:tav tm="0">
                                          <p:val>
                                            <p:strVal val="#ppt_y-#ppt_h*1.125000"/>
                                          </p:val>
                                        </p:tav>
                                        <p:tav tm="100000">
                                          <p:val>
                                            <p:strVal val="#ppt_y"/>
                                          </p:val>
                                        </p:tav>
                                      </p:tavLst>
                                    </p:anim>
                                    <p:animEffect transition="in" filter="wipe(down)">
                                      <p:cBhvr>
                                        <p:cTn id="39" dur="500"/>
                                        <p:tgtEl>
                                          <p:spTgt spid="9">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1" fill="hold" grpId="0" nodeType="clickEffect">
                                  <p:stCondLst>
                                    <p:cond delay="0"/>
                                  </p:stCondLst>
                                  <p:iterate type="wd">
                                    <p:tmPct val="10000"/>
                                  </p:iterate>
                                  <p:childTnLst>
                                    <p:set>
                                      <p:cBhvr>
                                        <p:cTn id="43" dur="1" fill="hold">
                                          <p:stCondLst>
                                            <p:cond delay="0"/>
                                          </p:stCondLst>
                                        </p:cTn>
                                        <p:tgtEl>
                                          <p:spTgt spid="9">
                                            <p:txEl>
                                              <p:pRg st="6" end="6"/>
                                            </p:txEl>
                                          </p:spTgt>
                                        </p:tgtEl>
                                        <p:attrNameLst>
                                          <p:attrName>style.visibility</p:attrName>
                                        </p:attrNameLst>
                                      </p:cBhvr>
                                      <p:to>
                                        <p:strVal val="visible"/>
                                      </p:to>
                                    </p:set>
                                    <p:anim calcmode="lin" valueType="num">
                                      <p:cBhvr additive="base">
                                        <p:cTn id="44" dur="500"/>
                                        <p:tgtEl>
                                          <p:spTgt spid="9">
                                            <p:txEl>
                                              <p:pRg st="6" end="6"/>
                                            </p:txEl>
                                          </p:spTgt>
                                        </p:tgtEl>
                                        <p:attrNameLst>
                                          <p:attrName>ppt_y</p:attrName>
                                        </p:attrNameLst>
                                      </p:cBhvr>
                                      <p:tavLst>
                                        <p:tav tm="0">
                                          <p:val>
                                            <p:strVal val="#ppt_y-#ppt_h*1.125000"/>
                                          </p:val>
                                        </p:tav>
                                        <p:tav tm="100000">
                                          <p:val>
                                            <p:strVal val="#ppt_y"/>
                                          </p:val>
                                        </p:tav>
                                      </p:tavLst>
                                    </p:anim>
                                    <p:animEffect transition="in" filter="wipe(down)">
                                      <p:cBhvr>
                                        <p:cTn id="45" dur="500"/>
                                        <p:tgtEl>
                                          <p:spTgt spid="9">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1" fill="hold" grpId="0" nodeType="clickEffect">
                                  <p:stCondLst>
                                    <p:cond delay="0"/>
                                  </p:stCondLst>
                                  <p:iterate type="wd">
                                    <p:tmPct val="10000"/>
                                  </p:iterate>
                                  <p:childTnLst>
                                    <p:set>
                                      <p:cBhvr>
                                        <p:cTn id="49" dur="1" fill="hold">
                                          <p:stCondLst>
                                            <p:cond delay="0"/>
                                          </p:stCondLst>
                                        </p:cTn>
                                        <p:tgtEl>
                                          <p:spTgt spid="9">
                                            <p:txEl>
                                              <p:pRg st="7" end="7"/>
                                            </p:txEl>
                                          </p:spTgt>
                                        </p:tgtEl>
                                        <p:attrNameLst>
                                          <p:attrName>style.visibility</p:attrName>
                                        </p:attrNameLst>
                                      </p:cBhvr>
                                      <p:to>
                                        <p:strVal val="visible"/>
                                      </p:to>
                                    </p:set>
                                    <p:anim calcmode="lin" valueType="num">
                                      <p:cBhvr additive="base">
                                        <p:cTn id="50" dur="500"/>
                                        <p:tgtEl>
                                          <p:spTgt spid="9">
                                            <p:txEl>
                                              <p:pRg st="7" end="7"/>
                                            </p:txEl>
                                          </p:spTgt>
                                        </p:tgtEl>
                                        <p:attrNameLst>
                                          <p:attrName>ppt_y</p:attrName>
                                        </p:attrNameLst>
                                      </p:cBhvr>
                                      <p:tavLst>
                                        <p:tav tm="0">
                                          <p:val>
                                            <p:strVal val="#ppt_y-#ppt_h*1.125000"/>
                                          </p:val>
                                        </p:tav>
                                        <p:tav tm="100000">
                                          <p:val>
                                            <p:strVal val="#ppt_y"/>
                                          </p:val>
                                        </p:tav>
                                      </p:tavLst>
                                    </p:anim>
                                    <p:animEffect transition="in" filter="wipe(down)">
                                      <p:cBhvr>
                                        <p:cTn id="51" dur="500"/>
                                        <p:tgtEl>
                                          <p:spTgt spid="9">
                                            <p:txEl>
                                              <p:pRg st="7" end="7"/>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1" fill="hold" grpId="0" nodeType="clickEffect">
                                  <p:stCondLst>
                                    <p:cond delay="0"/>
                                  </p:stCondLst>
                                  <p:iterate type="wd">
                                    <p:tmPct val="10000"/>
                                  </p:iterate>
                                  <p:childTnLst>
                                    <p:set>
                                      <p:cBhvr>
                                        <p:cTn id="55" dur="1" fill="hold">
                                          <p:stCondLst>
                                            <p:cond delay="0"/>
                                          </p:stCondLst>
                                        </p:cTn>
                                        <p:tgtEl>
                                          <p:spTgt spid="9">
                                            <p:txEl>
                                              <p:pRg st="9" end="9"/>
                                            </p:txEl>
                                          </p:spTgt>
                                        </p:tgtEl>
                                        <p:attrNameLst>
                                          <p:attrName>style.visibility</p:attrName>
                                        </p:attrNameLst>
                                      </p:cBhvr>
                                      <p:to>
                                        <p:strVal val="visible"/>
                                      </p:to>
                                    </p:set>
                                    <p:anim calcmode="lin" valueType="num">
                                      <p:cBhvr additive="base">
                                        <p:cTn id="56" dur="500"/>
                                        <p:tgtEl>
                                          <p:spTgt spid="9">
                                            <p:txEl>
                                              <p:pRg st="9" end="9"/>
                                            </p:txEl>
                                          </p:spTgt>
                                        </p:tgtEl>
                                        <p:attrNameLst>
                                          <p:attrName>ppt_y</p:attrName>
                                        </p:attrNameLst>
                                      </p:cBhvr>
                                      <p:tavLst>
                                        <p:tav tm="0">
                                          <p:val>
                                            <p:strVal val="#ppt_y-#ppt_h*1.125000"/>
                                          </p:val>
                                        </p:tav>
                                        <p:tav tm="100000">
                                          <p:val>
                                            <p:strVal val="#ppt_y"/>
                                          </p:val>
                                        </p:tav>
                                      </p:tavLst>
                                    </p:anim>
                                    <p:animEffect transition="in" filter="wipe(down)">
                                      <p:cBhvr>
                                        <p:cTn id="57" dur="500"/>
                                        <p:tgtEl>
                                          <p:spTgt spid="9">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xit" presetSubtype="32" fill="hold" grpId="1" nodeType="clickEffect">
                                  <p:stCondLst>
                                    <p:cond delay="0"/>
                                  </p:stCondLst>
                                  <p:childTnLst>
                                    <p:anim calcmode="lin" valueType="num">
                                      <p:cBhvr>
                                        <p:cTn id="61" dur="500"/>
                                        <p:tgtEl>
                                          <p:spTgt spid="8">
                                            <p:txEl>
                                              <p:pRg st="0" end="0"/>
                                            </p:txEl>
                                          </p:spTgt>
                                        </p:tgtEl>
                                        <p:attrNameLst>
                                          <p:attrName>ppt_w</p:attrName>
                                        </p:attrNameLst>
                                      </p:cBhvr>
                                      <p:tavLst>
                                        <p:tav tm="0">
                                          <p:val>
                                            <p:strVal val="ppt_w"/>
                                          </p:val>
                                        </p:tav>
                                        <p:tav tm="100000">
                                          <p:val>
                                            <p:fltVal val="0"/>
                                          </p:val>
                                        </p:tav>
                                      </p:tavLst>
                                    </p:anim>
                                    <p:anim calcmode="lin" valueType="num">
                                      <p:cBhvr>
                                        <p:cTn id="62"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63" dur="500"/>
                                        <p:tgtEl>
                                          <p:spTgt spid="8">
                                            <p:txEl>
                                              <p:pRg st="0" end="0"/>
                                            </p:txEl>
                                          </p:spTgt>
                                        </p:tgtEl>
                                      </p:cBhvr>
                                    </p:animEffect>
                                    <p:set>
                                      <p:cBhvr>
                                        <p:cTn id="64" dur="1" fill="hold">
                                          <p:stCondLst>
                                            <p:cond delay="499"/>
                                          </p:stCondLst>
                                        </p:cTn>
                                        <p:tgtEl>
                                          <p:spTgt spid="8">
                                            <p:txEl>
                                              <p:pRg st="0" end="0"/>
                                            </p:txEl>
                                          </p:spTgt>
                                        </p:tgtEl>
                                        <p:attrNameLst>
                                          <p:attrName>style.visibility</p:attrName>
                                        </p:attrNameLst>
                                      </p:cBhvr>
                                      <p:to>
                                        <p:strVal val="hidden"/>
                                      </p:to>
                                    </p:set>
                                  </p:childTnLst>
                                </p:cTn>
                              </p:par>
                              <p:par>
                                <p:cTn id="65" presetID="53" presetClass="exit" presetSubtype="32" fill="hold" grpId="1" nodeType="withEffect">
                                  <p:stCondLst>
                                    <p:cond delay="0"/>
                                  </p:stCondLst>
                                  <p:iterate type="wd">
                                    <p:tmPct val="0"/>
                                  </p:iterate>
                                  <p:childTnLst>
                                    <p:anim calcmode="lin" valueType="num">
                                      <p:cBhvr>
                                        <p:cTn id="66" dur="500"/>
                                        <p:tgtEl>
                                          <p:spTgt spid="9">
                                            <p:txEl>
                                              <p:pRg st="0" end="0"/>
                                            </p:txEl>
                                          </p:spTgt>
                                        </p:tgtEl>
                                        <p:attrNameLst>
                                          <p:attrName>ppt_w</p:attrName>
                                        </p:attrNameLst>
                                      </p:cBhvr>
                                      <p:tavLst>
                                        <p:tav tm="0">
                                          <p:val>
                                            <p:strVal val="ppt_w"/>
                                          </p:val>
                                        </p:tav>
                                        <p:tav tm="100000">
                                          <p:val>
                                            <p:fltVal val="0"/>
                                          </p:val>
                                        </p:tav>
                                      </p:tavLst>
                                    </p:anim>
                                    <p:anim calcmode="lin" valueType="num">
                                      <p:cBhvr>
                                        <p:cTn id="67" dur="500"/>
                                        <p:tgtEl>
                                          <p:spTgt spid="9">
                                            <p:txEl>
                                              <p:pRg st="0" end="0"/>
                                            </p:txEl>
                                          </p:spTgt>
                                        </p:tgtEl>
                                        <p:attrNameLst>
                                          <p:attrName>ppt_h</p:attrName>
                                        </p:attrNameLst>
                                      </p:cBhvr>
                                      <p:tavLst>
                                        <p:tav tm="0">
                                          <p:val>
                                            <p:strVal val="ppt_h"/>
                                          </p:val>
                                        </p:tav>
                                        <p:tav tm="100000">
                                          <p:val>
                                            <p:fltVal val="0"/>
                                          </p:val>
                                        </p:tav>
                                      </p:tavLst>
                                    </p:anim>
                                    <p:animEffect transition="out" filter="fade">
                                      <p:cBhvr>
                                        <p:cTn id="68" dur="500"/>
                                        <p:tgtEl>
                                          <p:spTgt spid="9">
                                            <p:txEl>
                                              <p:pRg st="0" end="0"/>
                                            </p:txEl>
                                          </p:spTgt>
                                        </p:tgtEl>
                                      </p:cBhvr>
                                    </p:animEffect>
                                    <p:set>
                                      <p:cBhvr>
                                        <p:cTn id="69" dur="1" fill="hold">
                                          <p:stCondLst>
                                            <p:cond delay="499"/>
                                          </p:stCondLst>
                                        </p:cTn>
                                        <p:tgtEl>
                                          <p:spTgt spid="9">
                                            <p:txEl>
                                              <p:pRg st="0" end="0"/>
                                            </p:txEl>
                                          </p:spTgt>
                                        </p:tgtEl>
                                        <p:attrNameLst>
                                          <p:attrName>style.visibility</p:attrName>
                                        </p:attrNameLst>
                                      </p:cBhvr>
                                      <p:to>
                                        <p:strVal val="hidden"/>
                                      </p:to>
                                    </p:set>
                                  </p:childTnLst>
                                </p:cTn>
                              </p:par>
                              <p:par>
                                <p:cTn id="70" presetID="53" presetClass="exit" presetSubtype="32" fill="hold" grpId="1" nodeType="withEffect">
                                  <p:stCondLst>
                                    <p:cond delay="0"/>
                                  </p:stCondLst>
                                  <p:iterate type="wd">
                                    <p:tmPct val="0"/>
                                  </p:iterate>
                                  <p:childTnLst>
                                    <p:anim calcmode="lin" valueType="num">
                                      <p:cBhvr>
                                        <p:cTn id="71" dur="500"/>
                                        <p:tgtEl>
                                          <p:spTgt spid="9">
                                            <p:txEl>
                                              <p:pRg st="2" end="2"/>
                                            </p:txEl>
                                          </p:spTgt>
                                        </p:tgtEl>
                                        <p:attrNameLst>
                                          <p:attrName>ppt_w</p:attrName>
                                        </p:attrNameLst>
                                      </p:cBhvr>
                                      <p:tavLst>
                                        <p:tav tm="0">
                                          <p:val>
                                            <p:strVal val="ppt_w"/>
                                          </p:val>
                                        </p:tav>
                                        <p:tav tm="100000">
                                          <p:val>
                                            <p:fltVal val="0"/>
                                          </p:val>
                                        </p:tav>
                                      </p:tavLst>
                                    </p:anim>
                                    <p:anim calcmode="lin" valueType="num">
                                      <p:cBhvr>
                                        <p:cTn id="72" dur="500"/>
                                        <p:tgtEl>
                                          <p:spTgt spid="9">
                                            <p:txEl>
                                              <p:pRg st="2" end="2"/>
                                            </p:txEl>
                                          </p:spTgt>
                                        </p:tgtEl>
                                        <p:attrNameLst>
                                          <p:attrName>ppt_h</p:attrName>
                                        </p:attrNameLst>
                                      </p:cBhvr>
                                      <p:tavLst>
                                        <p:tav tm="0">
                                          <p:val>
                                            <p:strVal val="ppt_h"/>
                                          </p:val>
                                        </p:tav>
                                        <p:tav tm="100000">
                                          <p:val>
                                            <p:fltVal val="0"/>
                                          </p:val>
                                        </p:tav>
                                      </p:tavLst>
                                    </p:anim>
                                    <p:animEffect transition="out" filter="fade">
                                      <p:cBhvr>
                                        <p:cTn id="73" dur="500"/>
                                        <p:tgtEl>
                                          <p:spTgt spid="9">
                                            <p:txEl>
                                              <p:pRg st="2" end="2"/>
                                            </p:txEl>
                                          </p:spTgt>
                                        </p:tgtEl>
                                      </p:cBhvr>
                                    </p:animEffect>
                                    <p:set>
                                      <p:cBhvr>
                                        <p:cTn id="74" dur="1" fill="hold">
                                          <p:stCondLst>
                                            <p:cond delay="499"/>
                                          </p:stCondLst>
                                        </p:cTn>
                                        <p:tgtEl>
                                          <p:spTgt spid="9">
                                            <p:txEl>
                                              <p:pRg st="2" end="2"/>
                                            </p:txEl>
                                          </p:spTgt>
                                        </p:tgtEl>
                                        <p:attrNameLst>
                                          <p:attrName>style.visibility</p:attrName>
                                        </p:attrNameLst>
                                      </p:cBhvr>
                                      <p:to>
                                        <p:strVal val="hidden"/>
                                      </p:to>
                                    </p:set>
                                  </p:childTnLst>
                                </p:cTn>
                              </p:par>
                              <p:par>
                                <p:cTn id="75" presetID="53" presetClass="exit" presetSubtype="32" fill="hold" grpId="1" nodeType="withEffect">
                                  <p:stCondLst>
                                    <p:cond delay="0"/>
                                  </p:stCondLst>
                                  <p:iterate type="wd">
                                    <p:tmPct val="0"/>
                                  </p:iterate>
                                  <p:childTnLst>
                                    <p:anim calcmode="lin" valueType="num">
                                      <p:cBhvr>
                                        <p:cTn id="76" dur="500"/>
                                        <p:tgtEl>
                                          <p:spTgt spid="9">
                                            <p:txEl>
                                              <p:pRg st="3" end="3"/>
                                            </p:txEl>
                                          </p:spTgt>
                                        </p:tgtEl>
                                        <p:attrNameLst>
                                          <p:attrName>ppt_w</p:attrName>
                                        </p:attrNameLst>
                                      </p:cBhvr>
                                      <p:tavLst>
                                        <p:tav tm="0">
                                          <p:val>
                                            <p:strVal val="ppt_w"/>
                                          </p:val>
                                        </p:tav>
                                        <p:tav tm="100000">
                                          <p:val>
                                            <p:fltVal val="0"/>
                                          </p:val>
                                        </p:tav>
                                      </p:tavLst>
                                    </p:anim>
                                    <p:anim calcmode="lin" valueType="num">
                                      <p:cBhvr>
                                        <p:cTn id="77" dur="500"/>
                                        <p:tgtEl>
                                          <p:spTgt spid="9">
                                            <p:txEl>
                                              <p:pRg st="3" end="3"/>
                                            </p:txEl>
                                          </p:spTgt>
                                        </p:tgtEl>
                                        <p:attrNameLst>
                                          <p:attrName>ppt_h</p:attrName>
                                        </p:attrNameLst>
                                      </p:cBhvr>
                                      <p:tavLst>
                                        <p:tav tm="0">
                                          <p:val>
                                            <p:strVal val="ppt_h"/>
                                          </p:val>
                                        </p:tav>
                                        <p:tav tm="100000">
                                          <p:val>
                                            <p:fltVal val="0"/>
                                          </p:val>
                                        </p:tav>
                                      </p:tavLst>
                                    </p:anim>
                                    <p:animEffect transition="out" filter="fade">
                                      <p:cBhvr>
                                        <p:cTn id="78" dur="500"/>
                                        <p:tgtEl>
                                          <p:spTgt spid="9">
                                            <p:txEl>
                                              <p:pRg st="3" end="3"/>
                                            </p:txEl>
                                          </p:spTgt>
                                        </p:tgtEl>
                                      </p:cBhvr>
                                    </p:animEffect>
                                    <p:set>
                                      <p:cBhvr>
                                        <p:cTn id="79" dur="1" fill="hold">
                                          <p:stCondLst>
                                            <p:cond delay="499"/>
                                          </p:stCondLst>
                                        </p:cTn>
                                        <p:tgtEl>
                                          <p:spTgt spid="9">
                                            <p:txEl>
                                              <p:pRg st="3" end="3"/>
                                            </p:txEl>
                                          </p:spTgt>
                                        </p:tgtEl>
                                        <p:attrNameLst>
                                          <p:attrName>style.visibility</p:attrName>
                                        </p:attrNameLst>
                                      </p:cBhvr>
                                      <p:to>
                                        <p:strVal val="hidden"/>
                                      </p:to>
                                    </p:set>
                                  </p:childTnLst>
                                </p:cTn>
                              </p:par>
                              <p:par>
                                <p:cTn id="80" presetID="53" presetClass="exit" presetSubtype="32" fill="hold" grpId="1" nodeType="withEffect">
                                  <p:stCondLst>
                                    <p:cond delay="0"/>
                                  </p:stCondLst>
                                  <p:iterate type="wd">
                                    <p:tmPct val="0"/>
                                  </p:iterate>
                                  <p:childTnLst>
                                    <p:anim calcmode="lin" valueType="num">
                                      <p:cBhvr>
                                        <p:cTn id="81" dur="500"/>
                                        <p:tgtEl>
                                          <p:spTgt spid="9">
                                            <p:txEl>
                                              <p:pRg st="4" end="4"/>
                                            </p:txEl>
                                          </p:spTgt>
                                        </p:tgtEl>
                                        <p:attrNameLst>
                                          <p:attrName>ppt_w</p:attrName>
                                        </p:attrNameLst>
                                      </p:cBhvr>
                                      <p:tavLst>
                                        <p:tav tm="0">
                                          <p:val>
                                            <p:strVal val="ppt_w"/>
                                          </p:val>
                                        </p:tav>
                                        <p:tav tm="100000">
                                          <p:val>
                                            <p:fltVal val="0"/>
                                          </p:val>
                                        </p:tav>
                                      </p:tavLst>
                                    </p:anim>
                                    <p:anim calcmode="lin" valueType="num">
                                      <p:cBhvr>
                                        <p:cTn id="82" dur="500"/>
                                        <p:tgtEl>
                                          <p:spTgt spid="9">
                                            <p:txEl>
                                              <p:pRg st="4" end="4"/>
                                            </p:txEl>
                                          </p:spTgt>
                                        </p:tgtEl>
                                        <p:attrNameLst>
                                          <p:attrName>ppt_h</p:attrName>
                                        </p:attrNameLst>
                                      </p:cBhvr>
                                      <p:tavLst>
                                        <p:tav tm="0">
                                          <p:val>
                                            <p:strVal val="ppt_h"/>
                                          </p:val>
                                        </p:tav>
                                        <p:tav tm="100000">
                                          <p:val>
                                            <p:fltVal val="0"/>
                                          </p:val>
                                        </p:tav>
                                      </p:tavLst>
                                    </p:anim>
                                    <p:animEffect transition="out" filter="fade">
                                      <p:cBhvr>
                                        <p:cTn id="83" dur="500"/>
                                        <p:tgtEl>
                                          <p:spTgt spid="9">
                                            <p:txEl>
                                              <p:pRg st="4" end="4"/>
                                            </p:txEl>
                                          </p:spTgt>
                                        </p:tgtEl>
                                      </p:cBhvr>
                                    </p:animEffect>
                                    <p:set>
                                      <p:cBhvr>
                                        <p:cTn id="84" dur="1" fill="hold">
                                          <p:stCondLst>
                                            <p:cond delay="499"/>
                                          </p:stCondLst>
                                        </p:cTn>
                                        <p:tgtEl>
                                          <p:spTgt spid="9">
                                            <p:txEl>
                                              <p:pRg st="4" end="4"/>
                                            </p:txEl>
                                          </p:spTgt>
                                        </p:tgtEl>
                                        <p:attrNameLst>
                                          <p:attrName>style.visibility</p:attrName>
                                        </p:attrNameLst>
                                      </p:cBhvr>
                                      <p:to>
                                        <p:strVal val="hidden"/>
                                      </p:to>
                                    </p:set>
                                  </p:childTnLst>
                                </p:cTn>
                              </p:par>
                              <p:par>
                                <p:cTn id="85" presetID="53" presetClass="exit" presetSubtype="32" fill="hold" grpId="1" nodeType="withEffect">
                                  <p:stCondLst>
                                    <p:cond delay="0"/>
                                  </p:stCondLst>
                                  <p:iterate type="wd">
                                    <p:tmPct val="0"/>
                                  </p:iterate>
                                  <p:childTnLst>
                                    <p:anim calcmode="lin" valueType="num">
                                      <p:cBhvr>
                                        <p:cTn id="86" dur="500"/>
                                        <p:tgtEl>
                                          <p:spTgt spid="9">
                                            <p:txEl>
                                              <p:pRg st="5" end="5"/>
                                            </p:txEl>
                                          </p:spTgt>
                                        </p:tgtEl>
                                        <p:attrNameLst>
                                          <p:attrName>ppt_w</p:attrName>
                                        </p:attrNameLst>
                                      </p:cBhvr>
                                      <p:tavLst>
                                        <p:tav tm="0">
                                          <p:val>
                                            <p:strVal val="ppt_w"/>
                                          </p:val>
                                        </p:tav>
                                        <p:tav tm="100000">
                                          <p:val>
                                            <p:fltVal val="0"/>
                                          </p:val>
                                        </p:tav>
                                      </p:tavLst>
                                    </p:anim>
                                    <p:anim calcmode="lin" valueType="num">
                                      <p:cBhvr>
                                        <p:cTn id="87" dur="500"/>
                                        <p:tgtEl>
                                          <p:spTgt spid="9">
                                            <p:txEl>
                                              <p:pRg st="5" end="5"/>
                                            </p:txEl>
                                          </p:spTgt>
                                        </p:tgtEl>
                                        <p:attrNameLst>
                                          <p:attrName>ppt_h</p:attrName>
                                        </p:attrNameLst>
                                      </p:cBhvr>
                                      <p:tavLst>
                                        <p:tav tm="0">
                                          <p:val>
                                            <p:strVal val="ppt_h"/>
                                          </p:val>
                                        </p:tav>
                                        <p:tav tm="100000">
                                          <p:val>
                                            <p:fltVal val="0"/>
                                          </p:val>
                                        </p:tav>
                                      </p:tavLst>
                                    </p:anim>
                                    <p:animEffect transition="out" filter="fade">
                                      <p:cBhvr>
                                        <p:cTn id="88" dur="500"/>
                                        <p:tgtEl>
                                          <p:spTgt spid="9">
                                            <p:txEl>
                                              <p:pRg st="5" end="5"/>
                                            </p:txEl>
                                          </p:spTgt>
                                        </p:tgtEl>
                                      </p:cBhvr>
                                    </p:animEffect>
                                    <p:set>
                                      <p:cBhvr>
                                        <p:cTn id="89" dur="1" fill="hold">
                                          <p:stCondLst>
                                            <p:cond delay="499"/>
                                          </p:stCondLst>
                                        </p:cTn>
                                        <p:tgtEl>
                                          <p:spTgt spid="9">
                                            <p:txEl>
                                              <p:pRg st="5" end="5"/>
                                            </p:txEl>
                                          </p:spTgt>
                                        </p:tgtEl>
                                        <p:attrNameLst>
                                          <p:attrName>style.visibility</p:attrName>
                                        </p:attrNameLst>
                                      </p:cBhvr>
                                      <p:to>
                                        <p:strVal val="hidden"/>
                                      </p:to>
                                    </p:set>
                                  </p:childTnLst>
                                </p:cTn>
                              </p:par>
                              <p:par>
                                <p:cTn id="90" presetID="53" presetClass="exit" presetSubtype="32" fill="hold" grpId="1" nodeType="withEffect">
                                  <p:stCondLst>
                                    <p:cond delay="0"/>
                                  </p:stCondLst>
                                  <p:iterate type="wd">
                                    <p:tmPct val="0"/>
                                  </p:iterate>
                                  <p:childTnLst>
                                    <p:anim calcmode="lin" valueType="num">
                                      <p:cBhvr>
                                        <p:cTn id="91" dur="500"/>
                                        <p:tgtEl>
                                          <p:spTgt spid="9">
                                            <p:txEl>
                                              <p:pRg st="6" end="6"/>
                                            </p:txEl>
                                          </p:spTgt>
                                        </p:tgtEl>
                                        <p:attrNameLst>
                                          <p:attrName>ppt_w</p:attrName>
                                        </p:attrNameLst>
                                      </p:cBhvr>
                                      <p:tavLst>
                                        <p:tav tm="0">
                                          <p:val>
                                            <p:strVal val="ppt_w"/>
                                          </p:val>
                                        </p:tav>
                                        <p:tav tm="100000">
                                          <p:val>
                                            <p:fltVal val="0"/>
                                          </p:val>
                                        </p:tav>
                                      </p:tavLst>
                                    </p:anim>
                                    <p:anim calcmode="lin" valueType="num">
                                      <p:cBhvr>
                                        <p:cTn id="92" dur="500"/>
                                        <p:tgtEl>
                                          <p:spTgt spid="9">
                                            <p:txEl>
                                              <p:pRg st="6" end="6"/>
                                            </p:txEl>
                                          </p:spTgt>
                                        </p:tgtEl>
                                        <p:attrNameLst>
                                          <p:attrName>ppt_h</p:attrName>
                                        </p:attrNameLst>
                                      </p:cBhvr>
                                      <p:tavLst>
                                        <p:tav tm="0">
                                          <p:val>
                                            <p:strVal val="ppt_h"/>
                                          </p:val>
                                        </p:tav>
                                        <p:tav tm="100000">
                                          <p:val>
                                            <p:fltVal val="0"/>
                                          </p:val>
                                        </p:tav>
                                      </p:tavLst>
                                    </p:anim>
                                    <p:animEffect transition="out" filter="fade">
                                      <p:cBhvr>
                                        <p:cTn id="93" dur="500"/>
                                        <p:tgtEl>
                                          <p:spTgt spid="9">
                                            <p:txEl>
                                              <p:pRg st="6" end="6"/>
                                            </p:txEl>
                                          </p:spTgt>
                                        </p:tgtEl>
                                      </p:cBhvr>
                                    </p:animEffect>
                                    <p:set>
                                      <p:cBhvr>
                                        <p:cTn id="94" dur="1" fill="hold">
                                          <p:stCondLst>
                                            <p:cond delay="499"/>
                                          </p:stCondLst>
                                        </p:cTn>
                                        <p:tgtEl>
                                          <p:spTgt spid="9">
                                            <p:txEl>
                                              <p:pRg st="6" end="6"/>
                                            </p:txEl>
                                          </p:spTgt>
                                        </p:tgtEl>
                                        <p:attrNameLst>
                                          <p:attrName>style.visibility</p:attrName>
                                        </p:attrNameLst>
                                      </p:cBhvr>
                                      <p:to>
                                        <p:strVal val="hidden"/>
                                      </p:to>
                                    </p:set>
                                  </p:childTnLst>
                                </p:cTn>
                              </p:par>
                              <p:par>
                                <p:cTn id="95" presetID="53" presetClass="exit" presetSubtype="32" fill="hold" grpId="1" nodeType="withEffect">
                                  <p:stCondLst>
                                    <p:cond delay="0"/>
                                  </p:stCondLst>
                                  <p:iterate type="wd">
                                    <p:tmPct val="0"/>
                                  </p:iterate>
                                  <p:childTnLst>
                                    <p:anim calcmode="lin" valueType="num">
                                      <p:cBhvr>
                                        <p:cTn id="96" dur="500"/>
                                        <p:tgtEl>
                                          <p:spTgt spid="9">
                                            <p:txEl>
                                              <p:pRg st="7" end="7"/>
                                            </p:txEl>
                                          </p:spTgt>
                                        </p:tgtEl>
                                        <p:attrNameLst>
                                          <p:attrName>ppt_w</p:attrName>
                                        </p:attrNameLst>
                                      </p:cBhvr>
                                      <p:tavLst>
                                        <p:tav tm="0">
                                          <p:val>
                                            <p:strVal val="ppt_w"/>
                                          </p:val>
                                        </p:tav>
                                        <p:tav tm="100000">
                                          <p:val>
                                            <p:fltVal val="0"/>
                                          </p:val>
                                        </p:tav>
                                      </p:tavLst>
                                    </p:anim>
                                    <p:anim calcmode="lin" valueType="num">
                                      <p:cBhvr>
                                        <p:cTn id="97" dur="500"/>
                                        <p:tgtEl>
                                          <p:spTgt spid="9">
                                            <p:txEl>
                                              <p:pRg st="7" end="7"/>
                                            </p:txEl>
                                          </p:spTgt>
                                        </p:tgtEl>
                                        <p:attrNameLst>
                                          <p:attrName>ppt_h</p:attrName>
                                        </p:attrNameLst>
                                      </p:cBhvr>
                                      <p:tavLst>
                                        <p:tav tm="0">
                                          <p:val>
                                            <p:strVal val="ppt_h"/>
                                          </p:val>
                                        </p:tav>
                                        <p:tav tm="100000">
                                          <p:val>
                                            <p:fltVal val="0"/>
                                          </p:val>
                                        </p:tav>
                                      </p:tavLst>
                                    </p:anim>
                                    <p:animEffect transition="out" filter="fade">
                                      <p:cBhvr>
                                        <p:cTn id="98" dur="500"/>
                                        <p:tgtEl>
                                          <p:spTgt spid="9">
                                            <p:txEl>
                                              <p:pRg st="7" end="7"/>
                                            </p:txEl>
                                          </p:spTgt>
                                        </p:tgtEl>
                                      </p:cBhvr>
                                    </p:animEffect>
                                    <p:set>
                                      <p:cBhvr>
                                        <p:cTn id="99" dur="1" fill="hold">
                                          <p:stCondLst>
                                            <p:cond delay="499"/>
                                          </p:stCondLst>
                                        </p:cTn>
                                        <p:tgtEl>
                                          <p:spTgt spid="9">
                                            <p:txEl>
                                              <p:pRg st="7" end="7"/>
                                            </p:txEl>
                                          </p:spTgt>
                                        </p:tgtEl>
                                        <p:attrNameLst>
                                          <p:attrName>style.visibility</p:attrName>
                                        </p:attrNameLst>
                                      </p:cBhvr>
                                      <p:to>
                                        <p:strVal val="hidden"/>
                                      </p:to>
                                    </p:set>
                                  </p:childTnLst>
                                </p:cTn>
                              </p:par>
                              <p:par>
                                <p:cTn id="100" presetID="53" presetClass="exit" presetSubtype="32" fill="hold" grpId="1" nodeType="withEffect">
                                  <p:stCondLst>
                                    <p:cond delay="0"/>
                                  </p:stCondLst>
                                  <p:iterate type="wd">
                                    <p:tmPct val="0"/>
                                  </p:iterate>
                                  <p:childTnLst>
                                    <p:anim calcmode="lin" valueType="num">
                                      <p:cBhvr>
                                        <p:cTn id="101" dur="500"/>
                                        <p:tgtEl>
                                          <p:spTgt spid="9">
                                            <p:txEl>
                                              <p:pRg st="9" end="9"/>
                                            </p:txEl>
                                          </p:spTgt>
                                        </p:tgtEl>
                                        <p:attrNameLst>
                                          <p:attrName>ppt_w</p:attrName>
                                        </p:attrNameLst>
                                      </p:cBhvr>
                                      <p:tavLst>
                                        <p:tav tm="0">
                                          <p:val>
                                            <p:strVal val="ppt_w"/>
                                          </p:val>
                                        </p:tav>
                                        <p:tav tm="100000">
                                          <p:val>
                                            <p:fltVal val="0"/>
                                          </p:val>
                                        </p:tav>
                                      </p:tavLst>
                                    </p:anim>
                                    <p:anim calcmode="lin" valueType="num">
                                      <p:cBhvr>
                                        <p:cTn id="102" dur="500"/>
                                        <p:tgtEl>
                                          <p:spTgt spid="9">
                                            <p:txEl>
                                              <p:pRg st="9" end="9"/>
                                            </p:txEl>
                                          </p:spTgt>
                                        </p:tgtEl>
                                        <p:attrNameLst>
                                          <p:attrName>ppt_h</p:attrName>
                                        </p:attrNameLst>
                                      </p:cBhvr>
                                      <p:tavLst>
                                        <p:tav tm="0">
                                          <p:val>
                                            <p:strVal val="ppt_h"/>
                                          </p:val>
                                        </p:tav>
                                        <p:tav tm="100000">
                                          <p:val>
                                            <p:fltVal val="0"/>
                                          </p:val>
                                        </p:tav>
                                      </p:tavLst>
                                    </p:anim>
                                    <p:animEffect transition="out" filter="fade">
                                      <p:cBhvr>
                                        <p:cTn id="103" dur="500"/>
                                        <p:tgtEl>
                                          <p:spTgt spid="9">
                                            <p:txEl>
                                              <p:pRg st="9" end="9"/>
                                            </p:txEl>
                                          </p:spTgt>
                                        </p:tgtEl>
                                      </p:cBhvr>
                                    </p:animEffect>
                                    <p:set>
                                      <p:cBhvr>
                                        <p:cTn id="104" dur="1" fill="hold">
                                          <p:stCondLst>
                                            <p:cond delay="499"/>
                                          </p:stCondLst>
                                        </p:cTn>
                                        <p:tgtEl>
                                          <p:spTgt spid="9">
                                            <p:txEl>
                                              <p:pRg st="9" end="9"/>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8" grpId="1" build="allAtOnce"/>
      <p:bldP spid="9" grpId="0" build="allAtOnce"/>
      <p:bldP spid="9" grpId="1" build="allAtOnce"/>
    </p:bldLst>
  </p:timing>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24C47C89-4ABC-8DC0-430B-DFF6450ABE5F}"/>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D6C3E43B-17AB-1297-0CDE-95E0D4D10BC0}"/>
              </a:ext>
            </a:extLst>
          </p:cNvPr>
          <p:cNvSpPr/>
          <p:nvPr/>
        </p:nvSpPr>
        <p:spPr>
          <a:xfrm>
            <a:off x="1219473" y="2702014"/>
            <a:ext cx="6705054" cy="1453973"/>
          </a:xfrm>
          <a:prstGeom prst="roundRect">
            <a:avLst/>
          </a:prstGeom>
          <a:solidFill>
            <a:srgbClr val="0060FF">
              <a:alpha val="15000"/>
            </a:srgbClr>
          </a:solidFill>
          <a:ln w="25400">
            <a:gradFill>
              <a:gsLst>
                <a:gs pos="0">
                  <a:srgbClr val="0060FF"/>
                </a:gs>
                <a:gs pos="33000">
                  <a:srgbClr val="00CED1"/>
                </a:gs>
                <a:gs pos="66000">
                  <a:srgbClr val="00FF66"/>
                </a:gs>
                <a:gs pos="100000">
                  <a:srgbClr val="7D00FF"/>
                </a:gs>
              </a:gsLst>
              <a:lin ang="0" scaled="0"/>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80FB2720-C558-1870-1710-33C6D0E10E41}"/>
              </a:ext>
            </a:extLst>
          </p:cNvPr>
          <p:cNvSpPr/>
          <p:nvPr/>
        </p:nvSpPr>
        <p:spPr>
          <a:xfrm>
            <a:off x="274318" y="6191790"/>
            <a:ext cx="8595360" cy="45719"/>
          </a:xfrm>
          <a:prstGeom prst="rect">
            <a:avLst/>
          </a:prstGeom>
          <a:gradFill>
            <a:gsLst>
              <a:gs pos="0">
                <a:srgbClr val="0060FF"/>
              </a:gs>
              <a:gs pos="33000">
                <a:srgbClr val="00CED1"/>
              </a:gs>
              <a:gs pos="66000">
                <a:srgbClr val="00FF66"/>
              </a:gs>
              <a:gs pos="100000">
                <a:srgbClr val="7D00FF"/>
              </a:gs>
            </a:gsLst>
            <a:lin ang="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910B596-DB93-347A-CCBB-0ABD1240BCB3}"/>
              </a:ext>
            </a:extLst>
          </p:cNvPr>
          <p:cNvSpPr/>
          <p:nvPr/>
        </p:nvSpPr>
        <p:spPr>
          <a:xfrm>
            <a:off x="274319" y="497840"/>
            <a:ext cx="8595360" cy="45719"/>
          </a:xfrm>
          <a:prstGeom prst="rect">
            <a:avLst/>
          </a:prstGeom>
          <a:gradFill>
            <a:gsLst>
              <a:gs pos="0">
                <a:srgbClr val="0060FF"/>
              </a:gs>
              <a:gs pos="33000">
                <a:srgbClr val="00CED1"/>
              </a:gs>
              <a:gs pos="66000">
                <a:srgbClr val="00FF66"/>
              </a:gs>
              <a:gs pos="100000">
                <a:srgbClr val="7D00FF"/>
              </a:gs>
            </a:gsLst>
            <a:lin ang="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F4B5DCDD-876A-DE3A-9ADD-C8BE1DB21A70}"/>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AADD9FF6-9CDD-474F-26B8-FD061FD5D860}"/>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375E843B-0A1A-3DF4-A1BE-9BA4D9E58A0D}"/>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5" name="TextBox 4">
            <a:extLst>
              <a:ext uri="{FF2B5EF4-FFF2-40B4-BE49-F238E27FC236}">
                <a16:creationId xmlns:a16="http://schemas.microsoft.com/office/drawing/2014/main" id="{B9211647-E769-DB12-B5CB-A29957479424}"/>
              </a:ext>
            </a:extLst>
          </p:cNvPr>
          <p:cNvSpPr txBox="1"/>
          <p:nvPr/>
        </p:nvSpPr>
        <p:spPr>
          <a:xfrm>
            <a:off x="1219473" y="2789981"/>
            <a:ext cx="6705054" cy="830997"/>
          </a:xfrm>
          <a:prstGeom prst="rect">
            <a:avLst/>
          </a:prstGeom>
          <a:noFill/>
        </p:spPr>
        <p:txBody>
          <a:bodyPr wrap="square" rtlCol="0" anchor="ctr">
            <a:spAutoFit/>
          </a:bodyPr>
          <a:lstStyle/>
          <a:p>
            <a:pPr algn="ctr"/>
            <a:r>
              <a:rPr lang="en-US" sz="2400" b="1" spc="300" dirty="0">
                <a:solidFill>
                  <a:schemeClr val="bg1"/>
                </a:solidFill>
                <a:effectLst>
                  <a:outerShdw blurRad="50800" dist="38100" dir="2700000" algn="tl" rotWithShape="0">
                    <a:prstClr val="black">
                      <a:alpha val="40000"/>
                    </a:prstClr>
                  </a:outerShdw>
                </a:effectLst>
                <a:latin typeface="Orbitron Black" pitchFamily="2" charset="0"/>
              </a:rPr>
              <a:t>Business Applications of Synergy Network</a:t>
            </a:r>
          </a:p>
        </p:txBody>
      </p:sp>
      <p:sp>
        <p:nvSpPr>
          <p:cNvPr id="8" name="TextBox 7">
            <a:extLst>
              <a:ext uri="{FF2B5EF4-FFF2-40B4-BE49-F238E27FC236}">
                <a16:creationId xmlns:a16="http://schemas.microsoft.com/office/drawing/2014/main" id="{93A1197E-83C6-787C-EC64-E1D01AD04974}"/>
              </a:ext>
            </a:extLst>
          </p:cNvPr>
          <p:cNvSpPr txBox="1"/>
          <p:nvPr/>
        </p:nvSpPr>
        <p:spPr>
          <a:xfrm>
            <a:off x="1219471" y="3759745"/>
            <a:ext cx="6705054" cy="276999"/>
          </a:xfrm>
          <a:prstGeom prst="rect">
            <a:avLst/>
          </a:prstGeom>
          <a:noFill/>
        </p:spPr>
        <p:txBody>
          <a:bodyPr wrap="square" rtlCol="0">
            <a:spAutoFit/>
          </a:bodyPr>
          <a:lstStyle/>
          <a:p>
            <a:pPr algn="ctr"/>
            <a:r>
              <a:rPr lang="en-US" sz="1200" b="1" i="1" dirty="0">
                <a:solidFill>
                  <a:schemeClr val="bg1"/>
                </a:solidFill>
                <a:latin typeface="Inter" panose="02000503000000020004" pitchFamily="2" charset="0"/>
                <a:ea typeface="Inter" panose="02000503000000020004" pitchFamily="2" charset="0"/>
              </a:rPr>
              <a:t>Synergy is built for real-world enterprise adoption, not just crypto-native users.</a:t>
            </a:r>
          </a:p>
        </p:txBody>
      </p:sp>
    </p:spTree>
    <p:extLst>
      <p:ext uri="{BB962C8B-B14F-4D97-AF65-F5344CB8AC3E}">
        <p14:creationId xmlns:p14="http://schemas.microsoft.com/office/powerpoint/2010/main" val="32025533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8" presetClass="entr" presetSubtype="32"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diamond(out)">
                                      <p:cBhvr>
                                        <p:cTn id="14"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E14E282E-F771-916C-CCAF-BD672BEDB5EB}"/>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0DD67D6E-81AC-DEA7-4646-136581E50428}"/>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B698CB2F-0919-1C73-2FF8-D252676B9AE1}"/>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81071173-155C-5477-A5D5-E765CA6BB770}"/>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B88C8635-19B0-A7FC-88AF-BDE9532E848D}"/>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5996EFD0-9AA7-C7E4-3231-1C94EFABC6A8}"/>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C0BE216D-5A56-ECA5-C0BD-6DB6D3B9D545}"/>
              </a:ext>
            </a:extLst>
          </p:cNvPr>
          <p:cNvSpPr/>
          <p:nvPr/>
        </p:nvSpPr>
        <p:spPr>
          <a:xfrm>
            <a:off x="1219473" y="1677082"/>
            <a:ext cx="6705054" cy="4177119"/>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3E766ECF-65BA-4399-8879-083F22AFCA7D}"/>
              </a:ext>
            </a:extLst>
          </p:cNvPr>
          <p:cNvSpPr/>
          <p:nvPr/>
        </p:nvSpPr>
        <p:spPr>
          <a:xfrm>
            <a:off x="1219473" y="904672"/>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8AB36A0-8AA7-4E16-2C66-ED35C1117DAF}"/>
              </a:ext>
            </a:extLst>
          </p:cNvPr>
          <p:cNvSpPr txBox="1"/>
          <p:nvPr/>
        </p:nvSpPr>
        <p:spPr>
          <a:xfrm>
            <a:off x="1184078" y="100360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Key Industries Synergy Transforms</a:t>
            </a:r>
            <a:endParaRPr lang="en-US" sz="2000" b="1" spc="300" dirty="0">
              <a:solidFill>
                <a:schemeClr val="bg1"/>
              </a:solidFill>
              <a:latin typeface="Orbitron Black" pitchFamily="2" charset="0"/>
            </a:endParaRPr>
          </a:p>
        </p:txBody>
      </p:sp>
      <p:sp>
        <p:nvSpPr>
          <p:cNvPr id="9" name="TextBox 8">
            <a:extLst>
              <a:ext uri="{FF2B5EF4-FFF2-40B4-BE49-F238E27FC236}">
                <a16:creationId xmlns:a16="http://schemas.microsoft.com/office/drawing/2014/main" id="{EB82654B-2C85-5BD4-4082-8E4B1C098F12}"/>
              </a:ext>
            </a:extLst>
          </p:cNvPr>
          <p:cNvSpPr txBox="1"/>
          <p:nvPr/>
        </p:nvSpPr>
        <p:spPr>
          <a:xfrm>
            <a:off x="1463313" y="2497485"/>
            <a:ext cx="6268447" cy="3831818"/>
          </a:xfrm>
          <a:prstGeom prst="rect">
            <a:avLst/>
          </a:prstGeom>
          <a:noFill/>
        </p:spPr>
        <p:txBody>
          <a:bodyPr wrap="square" numCol="2" rtlCol="0" anchor="ctr">
            <a:spAutoFit/>
          </a:bodyPr>
          <a:lstStyle/>
          <a:p>
            <a:pPr marL="285750" indent="-285750">
              <a:lnSpc>
                <a:spcPct val="150000"/>
              </a:lnSpc>
              <a:buFont typeface="Wingdings" pitchFamily="2" charset="2"/>
              <a:buChar char="v"/>
            </a:pPr>
            <a:r>
              <a:rPr lang="en-US" dirty="0">
                <a:solidFill>
                  <a:schemeClr val="bg1"/>
                </a:solidFill>
                <a:latin typeface="Inter" panose="02000503000000020004" pitchFamily="2" charset="0"/>
                <a:ea typeface="Inter" panose="02000503000000020004" pitchFamily="2" charset="0"/>
              </a:rPr>
              <a:t>FinTech</a:t>
            </a:r>
          </a:p>
          <a:p>
            <a:pPr marL="285750" indent="-285750">
              <a:lnSpc>
                <a:spcPct val="150000"/>
              </a:lnSpc>
              <a:buFont typeface="Wingdings" pitchFamily="2" charset="2"/>
              <a:buChar char="v"/>
            </a:pPr>
            <a:r>
              <a:rPr lang="en-US" dirty="0">
                <a:solidFill>
                  <a:schemeClr val="bg1"/>
                </a:solidFill>
                <a:latin typeface="Inter" panose="02000503000000020004" pitchFamily="2" charset="0"/>
                <a:ea typeface="Inter" panose="02000503000000020004" pitchFamily="2" charset="0"/>
              </a:rPr>
              <a:t>Supply chain</a:t>
            </a:r>
          </a:p>
          <a:p>
            <a:pPr marL="285750" indent="-285750">
              <a:lnSpc>
                <a:spcPct val="150000"/>
              </a:lnSpc>
              <a:buFont typeface="Wingdings" pitchFamily="2" charset="2"/>
              <a:buChar char="v"/>
            </a:pPr>
            <a:r>
              <a:rPr lang="en-US" dirty="0">
                <a:solidFill>
                  <a:schemeClr val="bg1"/>
                </a:solidFill>
                <a:latin typeface="Inter" panose="02000503000000020004" pitchFamily="2" charset="0"/>
                <a:ea typeface="Inter" panose="02000503000000020004" pitchFamily="2" charset="0"/>
              </a:rPr>
              <a:t>Healthcare</a:t>
            </a:r>
          </a:p>
          <a:p>
            <a:pPr marL="285750" indent="-285750">
              <a:lnSpc>
                <a:spcPct val="150000"/>
              </a:lnSpc>
              <a:buFont typeface="Wingdings" pitchFamily="2" charset="2"/>
              <a:buChar char="v"/>
            </a:pPr>
            <a:r>
              <a:rPr lang="en-US" dirty="0">
                <a:solidFill>
                  <a:schemeClr val="bg1"/>
                </a:solidFill>
                <a:latin typeface="Inter" panose="02000503000000020004" pitchFamily="2" charset="0"/>
                <a:ea typeface="Inter" panose="02000503000000020004" pitchFamily="2" charset="0"/>
              </a:rPr>
              <a:t>Government</a:t>
            </a:r>
          </a:p>
          <a:p>
            <a:pPr marL="285750" indent="-285750">
              <a:lnSpc>
                <a:spcPct val="150000"/>
              </a:lnSpc>
              <a:buFont typeface="Wingdings" pitchFamily="2" charset="2"/>
              <a:buChar char="v"/>
            </a:pPr>
            <a:r>
              <a:rPr lang="en-US" dirty="0">
                <a:solidFill>
                  <a:schemeClr val="bg1"/>
                </a:solidFill>
                <a:latin typeface="Inter" panose="02000503000000020004" pitchFamily="2" charset="0"/>
                <a:ea typeface="Inter" panose="02000503000000020004" pitchFamily="2" charset="0"/>
              </a:rPr>
              <a:t>Aerospace</a:t>
            </a:r>
          </a:p>
          <a:p>
            <a:pPr marL="285750" indent="-285750">
              <a:lnSpc>
                <a:spcPct val="150000"/>
              </a:lnSpc>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lnSpc>
                <a:spcPct val="150000"/>
              </a:lnSpc>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lnSpc>
                <a:spcPct val="150000"/>
              </a:lnSpc>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lnSpc>
                <a:spcPct val="150000"/>
              </a:lnSpc>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9525" indent="-9525">
              <a:lnSpc>
                <a:spcPct val="150000"/>
              </a:lnSpc>
              <a:buFont typeface="Wingdings" pitchFamily="2" charset="2"/>
              <a:buChar char="v"/>
            </a:pPr>
            <a:r>
              <a:rPr lang="en-US" dirty="0">
                <a:solidFill>
                  <a:schemeClr val="bg1"/>
                </a:solidFill>
                <a:latin typeface="Inter" panose="02000503000000020004" pitchFamily="2" charset="0"/>
                <a:ea typeface="Inter" panose="02000503000000020004" pitchFamily="2" charset="0"/>
              </a:rPr>
              <a:t>Defense</a:t>
            </a:r>
          </a:p>
          <a:p>
            <a:pPr marL="9525" indent="-9525">
              <a:lnSpc>
                <a:spcPct val="150000"/>
              </a:lnSpc>
              <a:buFont typeface="Wingdings" pitchFamily="2" charset="2"/>
              <a:buChar char="v"/>
            </a:pPr>
            <a:r>
              <a:rPr lang="en-US" dirty="0">
                <a:solidFill>
                  <a:schemeClr val="bg1"/>
                </a:solidFill>
                <a:latin typeface="Inter" panose="02000503000000020004" pitchFamily="2" charset="0"/>
                <a:ea typeface="Inter" panose="02000503000000020004" pitchFamily="2" charset="0"/>
              </a:rPr>
              <a:t>Telecommunications</a:t>
            </a:r>
          </a:p>
          <a:p>
            <a:pPr marL="9525" indent="-9525">
              <a:lnSpc>
                <a:spcPct val="150000"/>
              </a:lnSpc>
              <a:buFont typeface="Wingdings" pitchFamily="2" charset="2"/>
              <a:buChar char="v"/>
            </a:pPr>
            <a:r>
              <a:rPr lang="en-US" dirty="0">
                <a:solidFill>
                  <a:schemeClr val="bg1"/>
                </a:solidFill>
                <a:latin typeface="Inter" panose="02000503000000020004" pitchFamily="2" charset="0"/>
                <a:ea typeface="Inter" panose="02000503000000020004" pitchFamily="2" charset="0"/>
              </a:rPr>
              <a:t>Insurance</a:t>
            </a:r>
          </a:p>
          <a:p>
            <a:pPr marL="9525" indent="-9525">
              <a:lnSpc>
                <a:spcPct val="150000"/>
              </a:lnSpc>
              <a:buFont typeface="Wingdings" pitchFamily="2" charset="2"/>
              <a:buChar char="v"/>
            </a:pPr>
            <a:r>
              <a:rPr lang="en-US" dirty="0">
                <a:solidFill>
                  <a:schemeClr val="bg1"/>
                </a:solidFill>
                <a:latin typeface="Inter" panose="02000503000000020004" pitchFamily="2" charset="0"/>
                <a:ea typeface="Inter" panose="02000503000000020004" pitchFamily="2" charset="0"/>
              </a:rPr>
              <a:t>Energy</a:t>
            </a:r>
          </a:p>
          <a:p>
            <a:pPr marL="9525" indent="-9525">
              <a:lnSpc>
                <a:spcPct val="150000"/>
              </a:lnSpc>
              <a:buFont typeface="Wingdings" pitchFamily="2" charset="2"/>
              <a:buChar char="v"/>
            </a:pPr>
            <a:r>
              <a:rPr lang="en-US" dirty="0">
                <a:solidFill>
                  <a:schemeClr val="bg1"/>
                </a:solidFill>
                <a:latin typeface="Inter" panose="02000503000000020004" pitchFamily="2" charset="0"/>
                <a:ea typeface="Inter" panose="02000503000000020004" pitchFamily="2" charset="0"/>
              </a:rPr>
              <a:t>Banking + Capital Markets</a:t>
            </a:r>
          </a:p>
        </p:txBody>
      </p:sp>
    </p:spTree>
    <p:extLst>
      <p:ext uri="{BB962C8B-B14F-4D97-AF65-F5344CB8AC3E}">
        <p14:creationId xmlns:p14="http://schemas.microsoft.com/office/powerpoint/2010/main" val="1821717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1" fill="hold" grpId="0" nodeType="clickEffect">
                                  <p:stCondLst>
                                    <p:cond delay="0"/>
                                  </p:stCondLst>
                                  <p:iterate type="wd">
                                    <p:tmPct val="10000"/>
                                  </p:iterate>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additive="base">
                                        <p:cTn id="14"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down)">
                                      <p:cBhvr>
                                        <p:cTn id="15" dur="5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grpId="0" nodeType="clickEffect">
                                  <p:stCondLst>
                                    <p:cond delay="0"/>
                                  </p:stCondLst>
                                  <p:iterate type="wd">
                                    <p:tmPct val="10000"/>
                                  </p:iterate>
                                  <p:childTnLst>
                                    <p:set>
                                      <p:cBhvr>
                                        <p:cTn id="19" dur="1" fill="hold">
                                          <p:stCondLst>
                                            <p:cond delay="0"/>
                                          </p:stCondLst>
                                        </p:cTn>
                                        <p:tgtEl>
                                          <p:spTgt spid="9">
                                            <p:txEl>
                                              <p:pRg st="1" end="1"/>
                                            </p:txEl>
                                          </p:spTgt>
                                        </p:tgtEl>
                                        <p:attrNameLst>
                                          <p:attrName>style.visibility</p:attrName>
                                        </p:attrNameLst>
                                      </p:cBhvr>
                                      <p:to>
                                        <p:strVal val="visible"/>
                                      </p:to>
                                    </p:set>
                                    <p:anim calcmode="lin" valueType="num">
                                      <p:cBhvr additive="base">
                                        <p:cTn id="20" dur="500"/>
                                        <p:tgtEl>
                                          <p:spTgt spid="9">
                                            <p:txEl>
                                              <p:pRg st="1" end="1"/>
                                            </p:txEl>
                                          </p:spTgt>
                                        </p:tgtEl>
                                        <p:attrNameLst>
                                          <p:attrName>ppt_y</p:attrName>
                                        </p:attrNameLst>
                                      </p:cBhvr>
                                      <p:tavLst>
                                        <p:tav tm="0">
                                          <p:val>
                                            <p:strVal val="#ppt_y-#ppt_h*1.125000"/>
                                          </p:val>
                                        </p:tav>
                                        <p:tav tm="100000">
                                          <p:val>
                                            <p:strVal val="#ppt_y"/>
                                          </p:val>
                                        </p:tav>
                                      </p:tavLst>
                                    </p:anim>
                                    <p:animEffect transition="in" filter="wipe(down)">
                                      <p:cBhvr>
                                        <p:cTn id="21" dur="500"/>
                                        <p:tgtEl>
                                          <p:spTgt spid="9">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iterate type="wd">
                                    <p:tmPct val="10000"/>
                                  </p:iterate>
                                  <p:childTnLst>
                                    <p:set>
                                      <p:cBhvr>
                                        <p:cTn id="25" dur="1" fill="hold">
                                          <p:stCondLst>
                                            <p:cond delay="0"/>
                                          </p:stCondLst>
                                        </p:cTn>
                                        <p:tgtEl>
                                          <p:spTgt spid="9">
                                            <p:txEl>
                                              <p:pRg st="2" end="2"/>
                                            </p:txEl>
                                          </p:spTgt>
                                        </p:tgtEl>
                                        <p:attrNameLst>
                                          <p:attrName>style.visibility</p:attrName>
                                        </p:attrNameLst>
                                      </p:cBhvr>
                                      <p:to>
                                        <p:strVal val="visible"/>
                                      </p:to>
                                    </p:set>
                                    <p:anim calcmode="lin" valueType="num">
                                      <p:cBhvr additive="base">
                                        <p:cTn id="26"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down)">
                                      <p:cBhvr>
                                        <p:cTn id="27" dur="500"/>
                                        <p:tgtEl>
                                          <p:spTgt spid="9">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iterate type="wd">
                                    <p:tmPct val="10000"/>
                                  </p:iterate>
                                  <p:childTnLst>
                                    <p:set>
                                      <p:cBhvr>
                                        <p:cTn id="31" dur="1" fill="hold">
                                          <p:stCondLst>
                                            <p:cond delay="0"/>
                                          </p:stCondLst>
                                        </p:cTn>
                                        <p:tgtEl>
                                          <p:spTgt spid="9">
                                            <p:txEl>
                                              <p:pRg st="3" end="3"/>
                                            </p:txEl>
                                          </p:spTgt>
                                        </p:tgtEl>
                                        <p:attrNameLst>
                                          <p:attrName>style.visibility</p:attrName>
                                        </p:attrNameLst>
                                      </p:cBhvr>
                                      <p:to>
                                        <p:strVal val="visible"/>
                                      </p:to>
                                    </p:set>
                                    <p:anim calcmode="lin" valueType="num">
                                      <p:cBhvr additive="base">
                                        <p:cTn id="32" dur="500"/>
                                        <p:tgtEl>
                                          <p:spTgt spid="9">
                                            <p:txEl>
                                              <p:pRg st="3" end="3"/>
                                            </p:txEl>
                                          </p:spTgt>
                                        </p:tgtEl>
                                        <p:attrNameLst>
                                          <p:attrName>ppt_y</p:attrName>
                                        </p:attrNameLst>
                                      </p:cBhvr>
                                      <p:tavLst>
                                        <p:tav tm="0">
                                          <p:val>
                                            <p:strVal val="#ppt_y-#ppt_h*1.125000"/>
                                          </p:val>
                                        </p:tav>
                                        <p:tav tm="100000">
                                          <p:val>
                                            <p:strVal val="#ppt_y"/>
                                          </p:val>
                                        </p:tav>
                                      </p:tavLst>
                                    </p:anim>
                                    <p:animEffect transition="in" filter="wipe(down)">
                                      <p:cBhvr>
                                        <p:cTn id="33" dur="500"/>
                                        <p:tgtEl>
                                          <p:spTgt spid="9">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grpId="0" nodeType="clickEffect">
                                  <p:stCondLst>
                                    <p:cond delay="0"/>
                                  </p:stCondLst>
                                  <p:iterate type="wd">
                                    <p:tmPct val="10000"/>
                                  </p:iterate>
                                  <p:childTnLst>
                                    <p:set>
                                      <p:cBhvr>
                                        <p:cTn id="37" dur="1" fill="hold">
                                          <p:stCondLst>
                                            <p:cond delay="0"/>
                                          </p:stCondLst>
                                        </p:cTn>
                                        <p:tgtEl>
                                          <p:spTgt spid="9">
                                            <p:txEl>
                                              <p:pRg st="4" end="4"/>
                                            </p:txEl>
                                          </p:spTgt>
                                        </p:tgtEl>
                                        <p:attrNameLst>
                                          <p:attrName>style.visibility</p:attrName>
                                        </p:attrNameLst>
                                      </p:cBhvr>
                                      <p:to>
                                        <p:strVal val="visible"/>
                                      </p:to>
                                    </p:set>
                                    <p:anim calcmode="lin" valueType="num">
                                      <p:cBhvr additive="base">
                                        <p:cTn id="38" dur="500"/>
                                        <p:tgtEl>
                                          <p:spTgt spid="9">
                                            <p:txEl>
                                              <p:pRg st="4" end="4"/>
                                            </p:txEl>
                                          </p:spTgt>
                                        </p:tgtEl>
                                        <p:attrNameLst>
                                          <p:attrName>ppt_y</p:attrName>
                                        </p:attrNameLst>
                                      </p:cBhvr>
                                      <p:tavLst>
                                        <p:tav tm="0">
                                          <p:val>
                                            <p:strVal val="#ppt_y-#ppt_h*1.125000"/>
                                          </p:val>
                                        </p:tav>
                                        <p:tav tm="100000">
                                          <p:val>
                                            <p:strVal val="#ppt_y"/>
                                          </p:val>
                                        </p:tav>
                                      </p:tavLst>
                                    </p:anim>
                                    <p:animEffect transition="in" filter="wipe(down)">
                                      <p:cBhvr>
                                        <p:cTn id="39" dur="500"/>
                                        <p:tgtEl>
                                          <p:spTgt spid="9">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1" fill="hold" grpId="0" nodeType="clickEffect">
                                  <p:stCondLst>
                                    <p:cond delay="0"/>
                                  </p:stCondLst>
                                  <p:iterate type="wd">
                                    <p:tmPct val="10000"/>
                                  </p:iterate>
                                  <p:childTnLst>
                                    <p:set>
                                      <p:cBhvr>
                                        <p:cTn id="43" dur="1" fill="hold">
                                          <p:stCondLst>
                                            <p:cond delay="0"/>
                                          </p:stCondLst>
                                        </p:cTn>
                                        <p:tgtEl>
                                          <p:spTgt spid="9">
                                            <p:txEl>
                                              <p:pRg st="9" end="9"/>
                                            </p:txEl>
                                          </p:spTgt>
                                        </p:tgtEl>
                                        <p:attrNameLst>
                                          <p:attrName>style.visibility</p:attrName>
                                        </p:attrNameLst>
                                      </p:cBhvr>
                                      <p:to>
                                        <p:strVal val="visible"/>
                                      </p:to>
                                    </p:set>
                                    <p:anim calcmode="lin" valueType="num">
                                      <p:cBhvr additive="base">
                                        <p:cTn id="44" dur="500"/>
                                        <p:tgtEl>
                                          <p:spTgt spid="9">
                                            <p:txEl>
                                              <p:pRg st="9" end="9"/>
                                            </p:txEl>
                                          </p:spTgt>
                                        </p:tgtEl>
                                        <p:attrNameLst>
                                          <p:attrName>ppt_y</p:attrName>
                                        </p:attrNameLst>
                                      </p:cBhvr>
                                      <p:tavLst>
                                        <p:tav tm="0">
                                          <p:val>
                                            <p:strVal val="#ppt_y-#ppt_h*1.125000"/>
                                          </p:val>
                                        </p:tav>
                                        <p:tav tm="100000">
                                          <p:val>
                                            <p:strVal val="#ppt_y"/>
                                          </p:val>
                                        </p:tav>
                                      </p:tavLst>
                                    </p:anim>
                                    <p:animEffect transition="in" filter="wipe(down)">
                                      <p:cBhvr>
                                        <p:cTn id="45" dur="500"/>
                                        <p:tgtEl>
                                          <p:spTgt spid="9">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1" fill="hold" grpId="0" nodeType="clickEffect">
                                  <p:stCondLst>
                                    <p:cond delay="0"/>
                                  </p:stCondLst>
                                  <p:iterate type="wd">
                                    <p:tmPct val="10000"/>
                                  </p:iterate>
                                  <p:childTnLst>
                                    <p:set>
                                      <p:cBhvr>
                                        <p:cTn id="49" dur="1" fill="hold">
                                          <p:stCondLst>
                                            <p:cond delay="0"/>
                                          </p:stCondLst>
                                        </p:cTn>
                                        <p:tgtEl>
                                          <p:spTgt spid="9">
                                            <p:txEl>
                                              <p:pRg st="10" end="10"/>
                                            </p:txEl>
                                          </p:spTgt>
                                        </p:tgtEl>
                                        <p:attrNameLst>
                                          <p:attrName>style.visibility</p:attrName>
                                        </p:attrNameLst>
                                      </p:cBhvr>
                                      <p:to>
                                        <p:strVal val="visible"/>
                                      </p:to>
                                    </p:set>
                                    <p:anim calcmode="lin" valueType="num">
                                      <p:cBhvr additive="base">
                                        <p:cTn id="50" dur="500"/>
                                        <p:tgtEl>
                                          <p:spTgt spid="9">
                                            <p:txEl>
                                              <p:pRg st="10" end="10"/>
                                            </p:txEl>
                                          </p:spTgt>
                                        </p:tgtEl>
                                        <p:attrNameLst>
                                          <p:attrName>ppt_y</p:attrName>
                                        </p:attrNameLst>
                                      </p:cBhvr>
                                      <p:tavLst>
                                        <p:tav tm="0">
                                          <p:val>
                                            <p:strVal val="#ppt_y-#ppt_h*1.125000"/>
                                          </p:val>
                                        </p:tav>
                                        <p:tav tm="100000">
                                          <p:val>
                                            <p:strVal val="#ppt_y"/>
                                          </p:val>
                                        </p:tav>
                                      </p:tavLst>
                                    </p:anim>
                                    <p:animEffect transition="in" filter="wipe(down)">
                                      <p:cBhvr>
                                        <p:cTn id="51" dur="500"/>
                                        <p:tgtEl>
                                          <p:spTgt spid="9">
                                            <p:txEl>
                                              <p:pRg st="10" end="1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1" fill="hold" grpId="0" nodeType="clickEffect">
                                  <p:stCondLst>
                                    <p:cond delay="0"/>
                                  </p:stCondLst>
                                  <p:iterate type="wd">
                                    <p:tmPct val="10000"/>
                                  </p:iterate>
                                  <p:childTnLst>
                                    <p:set>
                                      <p:cBhvr>
                                        <p:cTn id="55" dur="1" fill="hold">
                                          <p:stCondLst>
                                            <p:cond delay="0"/>
                                          </p:stCondLst>
                                        </p:cTn>
                                        <p:tgtEl>
                                          <p:spTgt spid="9">
                                            <p:txEl>
                                              <p:pRg st="11" end="11"/>
                                            </p:txEl>
                                          </p:spTgt>
                                        </p:tgtEl>
                                        <p:attrNameLst>
                                          <p:attrName>style.visibility</p:attrName>
                                        </p:attrNameLst>
                                      </p:cBhvr>
                                      <p:to>
                                        <p:strVal val="visible"/>
                                      </p:to>
                                    </p:set>
                                    <p:anim calcmode="lin" valueType="num">
                                      <p:cBhvr additive="base">
                                        <p:cTn id="56" dur="500"/>
                                        <p:tgtEl>
                                          <p:spTgt spid="9">
                                            <p:txEl>
                                              <p:pRg st="11" end="11"/>
                                            </p:txEl>
                                          </p:spTgt>
                                        </p:tgtEl>
                                        <p:attrNameLst>
                                          <p:attrName>ppt_y</p:attrName>
                                        </p:attrNameLst>
                                      </p:cBhvr>
                                      <p:tavLst>
                                        <p:tav tm="0">
                                          <p:val>
                                            <p:strVal val="#ppt_y-#ppt_h*1.125000"/>
                                          </p:val>
                                        </p:tav>
                                        <p:tav tm="100000">
                                          <p:val>
                                            <p:strVal val="#ppt_y"/>
                                          </p:val>
                                        </p:tav>
                                      </p:tavLst>
                                    </p:anim>
                                    <p:animEffect transition="in" filter="wipe(down)">
                                      <p:cBhvr>
                                        <p:cTn id="57" dur="500"/>
                                        <p:tgtEl>
                                          <p:spTgt spid="9">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1" fill="hold" grpId="0" nodeType="clickEffect">
                                  <p:stCondLst>
                                    <p:cond delay="0"/>
                                  </p:stCondLst>
                                  <p:iterate type="wd">
                                    <p:tmPct val="10000"/>
                                  </p:iterate>
                                  <p:childTnLst>
                                    <p:set>
                                      <p:cBhvr>
                                        <p:cTn id="61" dur="1" fill="hold">
                                          <p:stCondLst>
                                            <p:cond delay="0"/>
                                          </p:stCondLst>
                                        </p:cTn>
                                        <p:tgtEl>
                                          <p:spTgt spid="9">
                                            <p:txEl>
                                              <p:pRg st="12" end="12"/>
                                            </p:txEl>
                                          </p:spTgt>
                                        </p:tgtEl>
                                        <p:attrNameLst>
                                          <p:attrName>style.visibility</p:attrName>
                                        </p:attrNameLst>
                                      </p:cBhvr>
                                      <p:to>
                                        <p:strVal val="visible"/>
                                      </p:to>
                                    </p:set>
                                    <p:anim calcmode="lin" valueType="num">
                                      <p:cBhvr additive="base">
                                        <p:cTn id="62" dur="500"/>
                                        <p:tgtEl>
                                          <p:spTgt spid="9">
                                            <p:txEl>
                                              <p:pRg st="12" end="12"/>
                                            </p:txEl>
                                          </p:spTgt>
                                        </p:tgtEl>
                                        <p:attrNameLst>
                                          <p:attrName>ppt_y</p:attrName>
                                        </p:attrNameLst>
                                      </p:cBhvr>
                                      <p:tavLst>
                                        <p:tav tm="0">
                                          <p:val>
                                            <p:strVal val="#ppt_y-#ppt_h*1.125000"/>
                                          </p:val>
                                        </p:tav>
                                        <p:tav tm="100000">
                                          <p:val>
                                            <p:strVal val="#ppt_y"/>
                                          </p:val>
                                        </p:tav>
                                      </p:tavLst>
                                    </p:anim>
                                    <p:animEffect transition="in" filter="wipe(down)">
                                      <p:cBhvr>
                                        <p:cTn id="63" dur="500"/>
                                        <p:tgtEl>
                                          <p:spTgt spid="9">
                                            <p:txEl>
                                              <p:pRg st="12" end="12"/>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2" presetClass="entr" presetSubtype="1" fill="hold" grpId="0" nodeType="clickEffect">
                                  <p:stCondLst>
                                    <p:cond delay="0"/>
                                  </p:stCondLst>
                                  <p:iterate type="wd">
                                    <p:tmPct val="10000"/>
                                  </p:iterate>
                                  <p:childTnLst>
                                    <p:set>
                                      <p:cBhvr>
                                        <p:cTn id="67" dur="1" fill="hold">
                                          <p:stCondLst>
                                            <p:cond delay="0"/>
                                          </p:stCondLst>
                                        </p:cTn>
                                        <p:tgtEl>
                                          <p:spTgt spid="9">
                                            <p:txEl>
                                              <p:pRg st="13" end="13"/>
                                            </p:txEl>
                                          </p:spTgt>
                                        </p:tgtEl>
                                        <p:attrNameLst>
                                          <p:attrName>style.visibility</p:attrName>
                                        </p:attrNameLst>
                                      </p:cBhvr>
                                      <p:to>
                                        <p:strVal val="visible"/>
                                      </p:to>
                                    </p:set>
                                    <p:anim calcmode="lin" valueType="num">
                                      <p:cBhvr additive="base">
                                        <p:cTn id="68" dur="500"/>
                                        <p:tgtEl>
                                          <p:spTgt spid="9">
                                            <p:txEl>
                                              <p:pRg st="13" end="13"/>
                                            </p:txEl>
                                          </p:spTgt>
                                        </p:tgtEl>
                                        <p:attrNameLst>
                                          <p:attrName>ppt_y</p:attrName>
                                        </p:attrNameLst>
                                      </p:cBhvr>
                                      <p:tavLst>
                                        <p:tav tm="0">
                                          <p:val>
                                            <p:strVal val="#ppt_y-#ppt_h*1.125000"/>
                                          </p:val>
                                        </p:tav>
                                        <p:tav tm="100000">
                                          <p:val>
                                            <p:strVal val="#ppt_y"/>
                                          </p:val>
                                        </p:tav>
                                      </p:tavLst>
                                    </p:anim>
                                    <p:animEffect transition="in" filter="wipe(down)">
                                      <p:cBhvr>
                                        <p:cTn id="69" dur="500"/>
                                        <p:tgtEl>
                                          <p:spTgt spid="9">
                                            <p:txEl>
                                              <p:pRg st="13" end="13"/>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53" presetClass="exit" presetSubtype="32" fill="hold" grpId="1" nodeType="clickEffect">
                                  <p:stCondLst>
                                    <p:cond delay="0"/>
                                  </p:stCondLst>
                                  <p:childTnLst>
                                    <p:anim calcmode="lin" valueType="num">
                                      <p:cBhvr>
                                        <p:cTn id="73" dur="500"/>
                                        <p:tgtEl>
                                          <p:spTgt spid="8">
                                            <p:txEl>
                                              <p:pRg st="0" end="0"/>
                                            </p:txEl>
                                          </p:spTgt>
                                        </p:tgtEl>
                                        <p:attrNameLst>
                                          <p:attrName>ppt_w</p:attrName>
                                        </p:attrNameLst>
                                      </p:cBhvr>
                                      <p:tavLst>
                                        <p:tav tm="0">
                                          <p:val>
                                            <p:strVal val="ppt_w"/>
                                          </p:val>
                                        </p:tav>
                                        <p:tav tm="100000">
                                          <p:val>
                                            <p:fltVal val="0"/>
                                          </p:val>
                                        </p:tav>
                                      </p:tavLst>
                                    </p:anim>
                                    <p:anim calcmode="lin" valueType="num">
                                      <p:cBhvr>
                                        <p:cTn id="74"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75" dur="500"/>
                                        <p:tgtEl>
                                          <p:spTgt spid="8">
                                            <p:txEl>
                                              <p:pRg st="0" end="0"/>
                                            </p:txEl>
                                          </p:spTgt>
                                        </p:tgtEl>
                                      </p:cBhvr>
                                    </p:animEffect>
                                    <p:set>
                                      <p:cBhvr>
                                        <p:cTn id="76" dur="1" fill="hold">
                                          <p:stCondLst>
                                            <p:cond delay="499"/>
                                          </p:stCondLst>
                                        </p:cTn>
                                        <p:tgtEl>
                                          <p:spTgt spid="8">
                                            <p:txEl>
                                              <p:pRg st="0" end="0"/>
                                            </p:txEl>
                                          </p:spTgt>
                                        </p:tgtEl>
                                        <p:attrNameLst>
                                          <p:attrName>style.visibility</p:attrName>
                                        </p:attrNameLst>
                                      </p:cBhvr>
                                      <p:to>
                                        <p:strVal val="hidden"/>
                                      </p:to>
                                    </p:set>
                                  </p:childTnLst>
                                </p:cTn>
                              </p:par>
                              <p:par>
                                <p:cTn id="77" presetID="53" presetClass="exit" presetSubtype="32" fill="hold" grpId="1" nodeType="withEffect">
                                  <p:stCondLst>
                                    <p:cond delay="0"/>
                                  </p:stCondLst>
                                  <p:iterate type="wd">
                                    <p:tmPct val="0"/>
                                  </p:iterate>
                                  <p:childTnLst>
                                    <p:anim calcmode="lin" valueType="num">
                                      <p:cBhvr>
                                        <p:cTn id="78" dur="500"/>
                                        <p:tgtEl>
                                          <p:spTgt spid="9">
                                            <p:txEl>
                                              <p:pRg st="0" end="0"/>
                                            </p:txEl>
                                          </p:spTgt>
                                        </p:tgtEl>
                                        <p:attrNameLst>
                                          <p:attrName>ppt_w</p:attrName>
                                        </p:attrNameLst>
                                      </p:cBhvr>
                                      <p:tavLst>
                                        <p:tav tm="0">
                                          <p:val>
                                            <p:strVal val="ppt_w"/>
                                          </p:val>
                                        </p:tav>
                                        <p:tav tm="100000">
                                          <p:val>
                                            <p:fltVal val="0"/>
                                          </p:val>
                                        </p:tav>
                                      </p:tavLst>
                                    </p:anim>
                                    <p:anim calcmode="lin" valueType="num">
                                      <p:cBhvr>
                                        <p:cTn id="79" dur="500"/>
                                        <p:tgtEl>
                                          <p:spTgt spid="9">
                                            <p:txEl>
                                              <p:pRg st="0" end="0"/>
                                            </p:txEl>
                                          </p:spTgt>
                                        </p:tgtEl>
                                        <p:attrNameLst>
                                          <p:attrName>ppt_h</p:attrName>
                                        </p:attrNameLst>
                                      </p:cBhvr>
                                      <p:tavLst>
                                        <p:tav tm="0">
                                          <p:val>
                                            <p:strVal val="ppt_h"/>
                                          </p:val>
                                        </p:tav>
                                        <p:tav tm="100000">
                                          <p:val>
                                            <p:fltVal val="0"/>
                                          </p:val>
                                        </p:tav>
                                      </p:tavLst>
                                    </p:anim>
                                    <p:animEffect transition="out" filter="fade">
                                      <p:cBhvr>
                                        <p:cTn id="80" dur="500"/>
                                        <p:tgtEl>
                                          <p:spTgt spid="9">
                                            <p:txEl>
                                              <p:pRg st="0" end="0"/>
                                            </p:txEl>
                                          </p:spTgt>
                                        </p:tgtEl>
                                      </p:cBhvr>
                                    </p:animEffect>
                                    <p:set>
                                      <p:cBhvr>
                                        <p:cTn id="81" dur="1" fill="hold">
                                          <p:stCondLst>
                                            <p:cond delay="499"/>
                                          </p:stCondLst>
                                        </p:cTn>
                                        <p:tgtEl>
                                          <p:spTgt spid="9">
                                            <p:txEl>
                                              <p:pRg st="0" end="0"/>
                                            </p:txEl>
                                          </p:spTgt>
                                        </p:tgtEl>
                                        <p:attrNameLst>
                                          <p:attrName>style.visibility</p:attrName>
                                        </p:attrNameLst>
                                      </p:cBhvr>
                                      <p:to>
                                        <p:strVal val="hidden"/>
                                      </p:to>
                                    </p:set>
                                  </p:childTnLst>
                                </p:cTn>
                              </p:par>
                              <p:par>
                                <p:cTn id="82" presetID="53" presetClass="exit" presetSubtype="32" fill="hold" grpId="1" nodeType="withEffect">
                                  <p:stCondLst>
                                    <p:cond delay="0"/>
                                  </p:stCondLst>
                                  <p:iterate type="wd">
                                    <p:tmPct val="0"/>
                                  </p:iterate>
                                  <p:childTnLst>
                                    <p:anim calcmode="lin" valueType="num">
                                      <p:cBhvr>
                                        <p:cTn id="83" dur="500"/>
                                        <p:tgtEl>
                                          <p:spTgt spid="9">
                                            <p:txEl>
                                              <p:pRg st="1" end="1"/>
                                            </p:txEl>
                                          </p:spTgt>
                                        </p:tgtEl>
                                        <p:attrNameLst>
                                          <p:attrName>ppt_w</p:attrName>
                                        </p:attrNameLst>
                                      </p:cBhvr>
                                      <p:tavLst>
                                        <p:tav tm="0">
                                          <p:val>
                                            <p:strVal val="ppt_w"/>
                                          </p:val>
                                        </p:tav>
                                        <p:tav tm="100000">
                                          <p:val>
                                            <p:fltVal val="0"/>
                                          </p:val>
                                        </p:tav>
                                      </p:tavLst>
                                    </p:anim>
                                    <p:anim calcmode="lin" valueType="num">
                                      <p:cBhvr>
                                        <p:cTn id="84" dur="500"/>
                                        <p:tgtEl>
                                          <p:spTgt spid="9">
                                            <p:txEl>
                                              <p:pRg st="1" end="1"/>
                                            </p:txEl>
                                          </p:spTgt>
                                        </p:tgtEl>
                                        <p:attrNameLst>
                                          <p:attrName>ppt_h</p:attrName>
                                        </p:attrNameLst>
                                      </p:cBhvr>
                                      <p:tavLst>
                                        <p:tav tm="0">
                                          <p:val>
                                            <p:strVal val="ppt_h"/>
                                          </p:val>
                                        </p:tav>
                                        <p:tav tm="100000">
                                          <p:val>
                                            <p:fltVal val="0"/>
                                          </p:val>
                                        </p:tav>
                                      </p:tavLst>
                                    </p:anim>
                                    <p:animEffect transition="out" filter="fade">
                                      <p:cBhvr>
                                        <p:cTn id="85" dur="500"/>
                                        <p:tgtEl>
                                          <p:spTgt spid="9">
                                            <p:txEl>
                                              <p:pRg st="1" end="1"/>
                                            </p:txEl>
                                          </p:spTgt>
                                        </p:tgtEl>
                                      </p:cBhvr>
                                    </p:animEffect>
                                    <p:set>
                                      <p:cBhvr>
                                        <p:cTn id="86" dur="1" fill="hold">
                                          <p:stCondLst>
                                            <p:cond delay="499"/>
                                          </p:stCondLst>
                                        </p:cTn>
                                        <p:tgtEl>
                                          <p:spTgt spid="9">
                                            <p:txEl>
                                              <p:pRg st="1" end="1"/>
                                            </p:txEl>
                                          </p:spTgt>
                                        </p:tgtEl>
                                        <p:attrNameLst>
                                          <p:attrName>style.visibility</p:attrName>
                                        </p:attrNameLst>
                                      </p:cBhvr>
                                      <p:to>
                                        <p:strVal val="hidden"/>
                                      </p:to>
                                    </p:set>
                                  </p:childTnLst>
                                </p:cTn>
                              </p:par>
                              <p:par>
                                <p:cTn id="87" presetID="53" presetClass="exit" presetSubtype="32" fill="hold" grpId="1" nodeType="withEffect">
                                  <p:stCondLst>
                                    <p:cond delay="0"/>
                                  </p:stCondLst>
                                  <p:iterate type="wd">
                                    <p:tmPct val="0"/>
                                  </p:iterate>
                                  <p:childTnLst>
                                    <p:anim calcmode="lin" valueType="num">
                                      <p:cBhvr>
                                        <p:cTn id="88" dur="500"/>
                                        <p:tgtEl>
                                          <p:spTgt spid="9">
                                            <p:txEl>
                                              <p:pRg st="2" end="2"/>
                                            </p:txEl>
                                          </p:spTgt>
                                        </p:tgtEl>
                                        <p:attrNameLst>
                                          <p:attrName>ppt_w</p:attrName>
                                        </p:attrNameLst>
                                      </p:cBhvr>
                                      <p:tavLst>
                                        <p:tav tm="0">
                                          <p:val>
                                            <p:strVal val="ppt_w"/>
                                          </p:val>
                                        </p:tav>
                                        <p:tav tm="100000">
                                          <p:val>
                                            <p:fltVal val="0"/>
                                          </p:val>
                                        </p:tav>
                                      </p:tavLst>
                                    </p:anim>
                                    <p:anim calcmode="lin" valueType="num">
                                      <p:cBhvr>
                                        <p:cTn id="89" dur="500"/>
                                        <p:tgtEl>
                                          <p:spTgt spid="9">
                                            <p:txEl>
                                              <p:pRg st="2" end="2"/>
                                            </p:txEl>
                                          </p:spTgt>
                                        </p:tgtEl>
                                        <p:attrNameLst>
                                          <p:attrName>ppt_h</p:attrName>
                                        </p:attrNameLst>
                                      </p:cBhvr>
                                      <p:tavLst>
                                        <p:tav tm="0">
                                          <p:val>
                                            <p:strVal val="ppt_h"/>
                                          </p:val>
                                        </p:tav>
                                        <p:tav tm="100000">
                                          <p:val>
                                            <p:fltVal val="0"/>
                                          </p:val>
                                        </p:tav>
                                      </p:tavLst>
                                    </p:anim>
                                    <p:animEffect transition="out" filter="fade">
                                      <p:cBhvr>
                                        <p:cTn id="90" dur="500"/>
                                        <p:tgtEl>
                                          <p:spTgt spid="9">
                                            <p:txEl>
                                              <p:pRg st="2" end="2"/>
                                            </p:txEl>
                                          </p:spTgt>
                                        </p:tgtEl>
                                      </p:cBhvr>
                                    </p:animEffect>
                                    <p:set>
                                      <p:cBhvr>
                                        <p:cTn id="91" dur="1" fill="hold">
                                          <p:stCondLst>
                                            <p:cond delay="499"/>
                                          </p:stCondLst>
                                        </p:cTn>
                                        <p:tgtEl>
                                          <p:spTgt spid="9">
                                            <p:txEl>
                                              <p:pRg st="2" end="2"/>
                                            </p:txEl>
                                          </p:spTgt>
                                        </p:tgtEl>
                                        <p:attrNameLst>
                                          <p:attrName>style.visibility</p:attrName>
                                        </p:attrNameLst>
                                      </p:cBhvr>
                                      <p:to>
                                        <p:strVal val="hidden"/>
                                      </p:to>
                                    </p:set>
                                  </p:childTnLst>
                                </p:cTn>
                              </p:par>
                              <p:par>
                                <p:cTn id="92" presetID="53" presetClass="exit" presetSubtype="32" fill="hold" grpId="1" nodeType="withEffect">
                                  <p:stCondLst>
                                    <p:cond delay="0"/>
                                  </p:stCondLst>
                                  <p:iterate type="wd">
                                    <p:tmPct val="0"/>
                                  </p:iterate>
                                  <p:childTnLst>
                                    <p:anim calcmode="lin" valueType="num">
                                      <p:cBhvr>
                                        <p:cTn id="93" dur="500"/>
                                        <p:tgtEl>
                                          <p:spTgt spid="9">
                                            <p:txEl>
                                              <p:pRg st="3" end="3"/>
                                            </p:txEl>
                                          </p:spTgt>
                                        </p:tgtEl>
                                        <p:attrNameLst>
                                          <p:attrName>ppt_w</p:attrName>
                                        </p:attrNameLst>
                                      </p:cBhvr>
                                      <p:tavLst>
                                        <p:tav tm="0">
                                          <p:val>
                                            <p:strVal val="ppt_w"/>
                                          </p:val>
                                        </p:tav>
                                        <p:tav tm="100000">
                                          <p:val>
                                            <p:fltVal val="0"/>
                                          </p:val>
                                        </p:tav>
                                      </p:tavLst>
                                    </p:anim>
                                    <p:anim calcmode="lin" valueType="num">
                                      <p:cBhvr>
                                        <p:cTn id="94" dur="500"/>
                                        <p:tgtEl>
                                          <p:spTgt spid="9">
                                            <p:txEl>
                                              <p:pRg st="3" end="3"/>
                                            </p:txEl>
                                          </p:spTgt>
                                        </p:tgtEl>
                                        <p:attrNameLst>
                                          <p:attrName>ppt_h</p:attrName>
                                        </p:attrNameLst>
                                      </p:cBhvr>
                                      <p:tavLst>
                                        <p:tav tm="0">
                                          <p:val>
                                            <p:strVal val="ppt_h"/>
                                          </p:val>
                                        </p:tav>
                                        <p:tav tm="100000">
                                          <p:val>
                                            <p:fltVal val="0"/>
                                          </p:val>
                                        </p:tav>
                                      </p:tavLst>
                                    </p:anim>
                                    <p:animEffect transition="out" filter="fade">
                                      <p:cBhvr>
                                        <p:cTn id="95" dur="500"/>
                                        <p:tgtEl>
                                          <p:spTgt spid="9">
                                            <p:txEl>
                                              <p:pRg st="3" end="3"/>
                                            </p:txEl>
                                          </p:spTgt>
                                        </p:tgtEl>
                                      </p:cBhvr>
                                    </p:animEffect>
                                    <p:set>
                                      <p:cBhvr>
                                        <p:cTn id="96" dur="1" fill="hold">
                                          <p:stCondLst>
                                            <p:cond delay="499"/>
                                          </p:stCondLst>
                                        </p:cTn>
                                        <p:tgtEl>
                                          <p:spTgt spid="9">
                                            <p:txEl>
                                              <p:pRg st="3" end="3"/>
                                            </p:txEl>
                                          </p:spTgt>
                                        </p:tgtEl>
                                        <p:attrNameLst>
                                          <p:attrName>style.visibility</p:attrName>
                                        </p:attrNameLst>
                                      </p:cBhvr>
                                      <p:to>
                                        <p:strVal val="hidden"/>
                                      </p:to>
                                    </p:set>
                                  </p:childTnLst>
                                </p:cTn>
                              </p:par>
                              <p:par>
                                <p:cTn id="97" presetID="53" presetClass="exit" presetSubtype="32" fill="hold" grpId="1" nodeType="withEffect">
                                  <p:stCondLst>
                                    <p:cond delay="0"/>
                                  </p:stCondLst>
                                  <p:iterate type="wd">
                                    <p:tmPct val="0"/>
                                  </p:iterate>
                                  <p:childTnLst>
                                    <p:anim calcmode="lin" valueType="num">
                                      <p:cBhvr>
                                        <p:cTn id="98" dur="500"/>
                                        <p:tgtEl>
                                          <p:spTgt spid="9">
                                            <p:txEl>
                                              <p:pRg st="4" end="4"/>
                                            </p:txEl>
                                          </p:spTgt>
                                        </p:tgtEl>
                                        <p:attrNameLst>
                                          <p:attrName>ppt_w</p:attrName>
                                        </p:attrNameLst>
                                      </p:cBhvr>
                                      <p:tavLst>
                                        <p:tav tm="0">
                                          <p:val>
                                            <p:strVal val="ppt_w"/>
                                          </p:val>
                                        </p:tav>
                                        <p:tav tm="100000">
                                          <p:val>
                                            <p:fltVal val="0"/>
                                          </p:val>
                                        </p:tav>
                                      </p:tavLst>
                                    </p:anim>
                                    <p:anim calcmode="lin" valueType="num">
                                      <p:cBhvr>
                                        <p:cTn id="99" dur="500"/>
                                        <p:tgtEl>
                                          <p:spTgt spid="9">
                                            <p:txEl>
                                              <p:pRg st="4" end="4"/>
                                            </p:txEl>
                                          </p:spTgt>
                                        </p:tgtEl>
                                        <p:attrNameLst>
                                          <p:attrName>ppt_h</p:attrName>
                                        </p:attrNameLst>
                                      </p:cBhvr>
                                      <p:tavLst>
                                        <p:tav tm="0">
                                          <p:val>
                                            <p:strVal val="ppt_h"/>
                                          </p:val>
                                        </p:tav>
                                        <p:tav tm="100000">
                                          <p:val>
                                            <p:fltVal val="0"/>
                                          </p:val>
                                        </p:tav>
                                      </p:tavLst>
                                    </p:anim>
                                    <p:animEffect transition="out" filter="fade">
                                      <p:cBhvr>
                                        <p:cTn id="100" dur="500"/>
                                        <p:tgtEl>
                                          <p:spTgt spid="9">
                                            <p:txEl>
                                              <p:pRg st="4" end="4"/>
                                            </p:txEl>
                                          </p:spTgt>
                                        </p:tgtEl>
                                      </p:cBhvr>
                                    </p:animEffect>
                                    <p:set>
                                      <p:cBhvr>
                                        <p:cTn id="101" dur="1" fill="hold">
                                          <p:stCondLst>
                                            <p:cond delay="499"/>
                                          </p:stCondLst>
                                        </p:cTn>
                                        <p:tgtEl>
                                          <p:spTgt spid="9">
                                            <p:txEl>
                                              <p:pRg st="4" end="4"/>
                                            </p:txEl>
                                          </p:spTgt>
                                        </p:tgtEl>
                                        <p:attrNameLst>
                                          <p:attrName>style.visibility</p:attrName>
                                        </p:attrNameLst>
                                      </p:cBhvr>
                                      <p:to>
                                        <p:strVal val="hidden"/>
                                      </p:to>
                                    </p:set>
                                  </p:childTnLst>
                                </p:cTn>
                              </p:par>
                              <p:par>
                                <p:cTn id="102" presetID="53" presetClass="exit" presetSubtype="32" fill="hold" grpId="1" nodeType="withEffect">
                                  <p:stCondLst>
                                    <p:cond delay="0"/>
                                  </p:stCondLst>
                                  <p:iterate type="wd">
                                    <p:tmPct val="0"/>
                                  </p:iterate>
                                  <p:childTnLst>
                                    <p:anim calcmode="lin" valueType="num">
                                      <p:cBhvr>
                                        <p:cTn id="103" dur="500"/>
                                        <p:tgtEl>
                                          <p:spTgt spid="9">
                                            <p:txEl>
                                              <p:pRg st="9" end="9"/>
                                            </p:txEl>
                                          </p:spTgt>
                                        </p:tgtEl>
                                        <p:attrNameLst>
                                          <p:attrName>ppt_w</p:attrName>
                                        </p:attrNameLst>
                                      </p:cBhvr>
                                      <p:tavLst>
                                        <p:tav tm="0">
                                          <p:val>
                                            <p:strVal val="ppt_w"/>
                                          </p:val>
                                        </p:tav>
                                        <p:tav tm="100000">
                                          <p:val>
                                            <p:fltVal val="0"/>
                                          </p:val>
                                        </p:tav>
                                      </p:tavLst>
                                    </p:anim>
                                    <p:anim calcmode="lin" valueType="num">
                                      <p:cBhvr>
                                        <p:cTn id="104" dur="500"/>
                                        <p:tgtEl>
                                          <p:spTgt spid="9">
                                            <p:txEl>
                                              <p:pRg st="9" end="9"/>
                                            </p:txEl>
                                          </p:spTgt>
                                        </p:tgtEl>
                                        <p:attrNameLst>
                                          <p:attrName>ppt_h</p:attrName>
                                        </p:attrNameLst>
                                      </p:cBhvr>
                                      <p:tavLst>
                                        <p:tav tm="0">
                                          <p:val>
                                            <p:strVal val="ppt_h"/>
                                          </p:val>
                                        </p:tav>
                                        <p:tav tm="100000">
                                          <p:val>
                                            <p:fltVal val="0"/>
                                          </p:val>
                                        </p:tav>
                                      </p:tavLst>
                                    </p:anim>
                                    <p:animEffect transition="out" filter="fade">
                                      <p:cBhvr>
                                        <p:cTn id="105" dur="500"/>
                                        <p:tgtEl>
                                          <p:spTgt spid="9">
                                            <p:txEl>
                                              <p:pRg st="9" end="9"/>
                                            </p:txEl>
                                          </p:spTgt>
                                        </p:tgtEl>
                                      </p:cBhvr>
                                    </p:animEffect>
                                    <p:set>
                                      <p:cBhvr>
                                        <p:cTn id="106" dur="1" fill="hold">
                                          <p:stCondLst>
                                            <p:cond delay="499"/>
                                          </p:stCondLst>
                                        </p:cTn>
                                        <p:tgtEl>
                                          <p:spTgt spid="9">
                                            <p:txEl>
                                              <p:pRg st="9" end="9"/>
                                            </p:txEl>
                                          </p:spTgt>
                                        </p:tgtEl>
                                        <p:attrNameLst>
                                          <p:attrName>style.visibility</p:attrName>
                                        </p:attrNameLst>
                                      </p:cBhvr>
                                      <p:to>
                                        <p:strVal val="hidden"/>
                                      </p:to>
                                    </p:set>
                                  </p:childTnLst>
                                </p:cTn>
                              </p:par>
                              <p:par>
                                <p:cTn id="107" presetID="53" presetClass="exit" presetSubtype="32" fill="hold" grpId="1" nodeType="withEffect">
                                  <p:stCondLst>
                                    <p:cond delay="0"/>
                                  </p:stCondLst>
                                  <p:iterate type="wd">
                                    <p:tmPct val="0"/>
                                  </p:iterate>
                                  <p:childTnLst>
                                    <p:anim calcmode="lin" valueType="num">
                                      <p:cBhvr>
                                        <p:cTn id="108" dur="500"/>
                                        <p:tgtEl>
                                          <p:spTgt spid="9">
                                            <p:txEl>
                                              <p:pRg st="10" end="10"/>
                                            </p:txEl>
                                          </p:spTgt>
                                        </p:tgtEl>
                                        <p:attrNameLst>
                                          <p:attrName>ppt_w</p:attrName>
                                        </p:attrNameLst>
                                      </p:cBhvr>
                                      <p:tavLst>
                                        <p:tav tm="0">
                                          <p:val>
                                            <p:strVal val="ppt_w"/>
                                          </p:val>
                                        </p:tav>
                                        <p:tav tm="100000">
                                          <p:val>
                                            <p:fltVal val="0"/>
                                          </p:val>
                                        </p:tav>
                                      </p:tavLst>
                                    </p:anim>
                                    <p:anim calcmode="lin" valueType="num">
                                      <p:cBhvr>
                                        <p:cTn id="109" dur="500"/>
                                        <p:tgtEl>
                                          <p:spTgt spid="9">
                                            <p:txEl>
                                              <p:pRg st="10" end="10"/>
                                            </p:txEl>
                                          </p:spTgt>
                                        </p:tgtEl>
                                        <p:attrNameLst>
                                          <p:attrName>ppt_h</p:attrName>
                                        </p:attrNameLst>
                                      </p:cBhvr>
                                      <p:tavLst>
                                        <p:tav tm="0">
                                          <p:val>
                                            <p:strVal val="ppt_h"/>
                                          </p:val>
                                        </p:tav>
                                        <p:tav tm="100000">
                                          <p:val>
                                            <p:fltVal val="0"/>
                                          </p:val>
                                        </p:tav>
                                      </p:tavLst>
                                    </p:anim>
                                    <p:animEffect transition="out" filter="fade">
                                      <p:cBhvr>
                                        <p:cTn id="110" dur="500"/>
                                        <p:tgtEl>
                                          <p:spTgt spid="9">
                                            <p:txEl>
                                              <p:pRg st="10" end="10"/>
                                            </p:txEl>
                                          </p:spTgt>
                                        </p:tgtEl>
                                      </p:cBhvr>
                                    </p:animEffect>
                                    <p:set>
                                      <p:cBhvr>
                                        <p:cTn id="111" dur="1" fill="hold">
                                          <p:stCondLst>
                                            <p:cond delay="499"/>
                                          </p:stCondLst>
                                        </p:cTn>
                                        <p:tgtEl>
                                          <p:spTgt spid="9">
                                            <p:txEl>
                                              <p:pRg st="10" end="10"/>
                                            </p:txEl>
                                          </p:spTgt>
                                        </p:tgtEl>
                                        <p:attrNameLst>
                                          <p:attrName>style.visibility</p:attrName>
                                        </p:attrNameLst>
                                      </p:cBhvr>
                                      <p:to>
                                        <p:strVal val="hidden"/>
                                      </p:to>
                                    </p:set>
                                  </p:childTnLst>
                                </p:cTn>
                              </p:par>
                              <p:par>
                                <p:cTn id="112" presetID="53" presetClass="exit" presetSubtype="32" fill="hold" grpId="1" nodeType="withEffect">
                                  <p:stCondLst>
                                    <p:cond delay="0"/>
                                  </p:stCondLst>
                                  <p:iterate type="wd">
                                    <p:tmPct val="0"/>
                                  </p:iterate>
                                  <p:childTnLst>
                                    <p:anim calcmode="lin" valueType="num">
                                      <p:cBhvr>
                                        <p:cTn id="113" dur="500"/>
                                        <p:tgtEl>
                                          <p:spTgt spid="9">
                                            <p:txEl>
                                              <p:pRg st="11" end="11"/>
                                            </p:txEl>
                                          </p:spTgt>
                                        </p:tgtEl>
                                        <p:attrNameLst>
                                          <p:attrName>ppt_w</p:attrName>
                                        </p:attrNameLst>
                                      </p:cBhvr>
                                      <p:tavLst>
                                        <p:tav tm="0">
                                          <p:val>
                                            <p:strVal val="ppt_w"/>
                                          </p:val>
                                        </p:tav>
                                        <p:tav tm="100000">
                                          <p:val>
                                            <p:fltVal val="0"/>
                                          </p:val>
                                        </p:tav>
                                      </p:tavLst>
                                    </p:anim>
                                    <p:anim calcmode="lin" valueType="num">
                                      <p:cBhvr>
                                        <p:cTn id="114" dur="500"/>
                                        <p:tgtEl>
                                          <p:spTgt spid="9">
                                            <p:txEl>
                                              <p:pRg st="11" end="11"/>
                                            </p:txEl>
                                          </p:spTgt>
                                        </p:tgtEl>
                                        <p:attrNameLst>
                                          <p:attrName>ppt_h</p:attrName>
                                        </p:attrNameLst>
                                      </p:cBhvr>
                                      <p:tavLst>
                                        <p:tav tm="0">
                                          <p:val>
                                            <p:strVal val="ppt_h"/>
                                          </p:val>
                                        </p:tav>
                                        <p:tav tm="100000">
                                          <p:val>
                                            <p:fltVal val="0"/>
                                          </p:val>
                                        </p:tav>
                                      </p:tavLst>
                                    </p:anim>
                                    <p:animEffect transition="out" filter="fade">
                                      <p:cBhvr>
                                        <p:cTn id="115" dur="500"/>
                                        <p:tgtEl>
                                          <p:spTgt spid="9">
                                            <p:txEl>
                                              <p:pRg st="11" end="11"/>
                                            </p:txEl>
                                          </p:spTgt>
                                        </p:tgtEl>
                                      </p:cBhvr>
                                    </p:animEffect>
                                    <p:set>
                                      <p:cBhvr>
                                        <p:cTn id="116" dur="1" fill="hold">
                                          <p:stCondLst>
                                            <p:cond delay="499"/>
                                          </p:stCondLst>
                                        </p:cTn>
                                        <p:tgtEl>
                                          <p:spTgt spid="9">
                                            <p:txEl>
                                              <p:pRg st="11" end="11"/>
                                            </p:txEl>
                                          </p:spTgt>
                                        </p:tgtEl>
                                        <p:attrNameLst>
                                          <p:attrName>style.visibility</p:attrName>
                                        </p:attrNameLst>
                                      </p:cBhvr>
                                      <p:to>
                                        <p:strVal val="hidden"/>
                                      </p:to>
                                    </p:set>
                                  </p:childTnLst>
                                </p:cTn>
                              </p:par>
                              <p:par>
                                <p:cTn id="117" presetID="53" presetClass="exit" presetSubtype="32" fill="hold" grpId="1" nodeType="withEffect">
                                  <p:stCondLst>
                                    <p:cond delay="0"/>
                                  </p:stCondLst>
                                  <p:iterate type="wd">
                                    <p:tmPct val="0"/>
                                  </p:iterate>
                                  <p:childTnLst>
                                    <p:anim calcmode="lin" valueType="num">
                                      <p:cBhvr>
                                        <p:cTn id="118" dur="500"/>
                                        <p:tgtEl>
                                          <p:spTgt spid="9">
                                            <p:txEl>
                                              <p:pRg st="12" end="12"/>
                                            </p:txEl>
                                          </p:spTgt>
                                        </p:tgtEl>
                                        <p:attrNameLst>
                                          <p:attrName>ppt_w</p:attrName>
                                        </p:attrNameLst>
                                      </p:cBhvr>
                                      <p:tavLst>
                                        <p:tav tm="0">
                                          <p:val>
                                            <p:strVal val="ppt_w"/>
                                          </p:val>
                                        </p:tav>
                                        <p:tav tm="100000">
                                          <p:val>
                                            <p:fltVal val="0"/>
                                          </p:val>
                                        </p:tav>
                                      </p:tavLst>
                                    </p:anim>
                                    <p:anim calcmode="lin" valueType="num">
                                      <p:cBhvr>
                                        <p:cTn id="119" dur="500"/>
                                        <p:tgtEl>
                                          <p:spTgt spid="9">
                                            <p:txEl>
                                              <p:pRg st="12" end="12"/>
                                            </p:txEl>
                                          </p:spTgt>
                                        </p:tgtEl>
                                        <p:attrNameLst>
                                          <p:attrName>ppt_h</p:attrName>
                                        </p:attrNameLst>
                                      </p:cBhvr>
                                      <p:tavLst>
                                        <p:tav tm="0">
                                          <p:val>
                                            <p:strVal val="ppt_h"/>
                                          </p:val>
                                        </p:tav>
                                        <p:tav tm="100000">
                                          <p:val>
                                            <p:fltVal val="0"/>
                                          </p:val>
                                        </p:tav>
                                      </p:tavLst>
                                    </p:anim>
                                    <p:animEffect transition="out" filter="fade">
                                      <p:cBhvr>
                                        <p:cTn id="120" dur="500"/>
                                        <p:tgtEl>
                                          <p:spTgt spid="9">
                                            <p:txEl>
                                              <p:pRg st="12" end="12"/>
                                            </p:txEl>
                                          </p:spTgt>
                                        </p:tgtEl>
                                      </p:cBhvr>
                                    </p:animEffect>
                                    <p:set>
                                      <p:cBhvr>
                                        <p:cTn id="121" dur="1" fill="hold">
                                          <p:stCondLst>
                                            <p:cond delay="499"/>
                                          </p:stCondLst>
                                        </p:cTn>
                                        <p:tgtEl>
                                          <p:spTgt spid="9">
                                            <p:txEl>
                                              <p:pRg st="12" end="12"/>
                                            </p:txEl>
                                          </p:spTgt>
                                        </p:tgtEl>
                                        <p:attrNameLst>
                                          <p:attrName>style.visibility</p:attrName>
                                        </p:attrNameLst>
                                      </p:cBhvr>
                                      <p:to>
                                        <p:strVal val="hidden"/>
                                      </p:to>
                                    </p:set>
                                  </p:childTnLst>
                                </p:cTn>
                              </p:par>
                              <p:par>
                                <p:cTn id="122" presetID="53" presetClass="exit" presetSubtype="32" fill="hold" grpId="1" nodeType="withEffect">
                                  <p:stCondLst>
                                    <p:cond delay="0"/>
                                  </p:stCondLst>
                                  <p:iterate type="wd">
                                    <p:tmPct val="0"/>
                                  </p:iterate>
                                  <p:childTnLst>
                                    <p:anim calcmode="lin" valueType="num">
                                      <p:cBhvr>
                                        <p:cTn id="123" dur="500"/>
                                        <p:tgtEl>
                                          <p:spTgt spid="9">
                                            <p:txEl>
                                              <p:pRg st="13" end="13"/>
                                            </p:txEl>
                                          </p:spTgt>
                                        </p:tgtEl>
                                        <p:attrNameLst>
                                          <p:attrName>ppt_w</p:attrName>
                                        </p:attrNameLst>
                                      </p:cBhvr>
                                      <p:tavLst>
                                        <p:tav tm="0">
                                          <p:val>
                                            <p:strVal val="ppt_w"/>
                                          </p:val>
                                        </p:tav>
                                        <p:tav tm="100000">
                                          <p:val>
                                            <p:fltVal val="0"/>
                                          </p:val>
                                        </p:tav>
                                      </p:tavLst>
                                    </p:anim>
                                    <p:anim calcmode="lin" valueType="num">
                                      <p:cBhvr>
                                        <p:cTn id="124" dur="500"/>
                                        <p:tgtEl>
                                          <p:spTgt spid="9">
                                            <p:txEl>
                                              <p:pRg st="13" end="13"/>
                                            </p:txEl>
                                          </p:spTgt>
                                        </p:tgtEl>
                                        <p:attrNameLst>
                                          <p:attrName>ppt_h</p:attrName>
                                        </p:attrNameLst>
                                      </p:cBhvr>
                                      <p:tavLst>
                                        <p:tav tm="0">
                                          <p:val>
                                            <p:strVal val="ppt_h"/>
                                          </p:val>
                                        </p:tav>
                                        <p:tav tm="100000">
                                          <p:val>
                                            <p:fltVal val="0"/>
                                          </p:val>
                                        </p:tav>
                                      </p:tavLst>
                                    </p:anim>
                                    <p:animEffect transition="out" filter="fade">
                                      <p:cBhvr>
                                        <p:cTn id="125" dur="500"/>
                                        <p:tgtEl>
                                          <p:spTgt spid="9">
                                            <p:txEl>
                                              <p:pRg st="13" end="13"/>
                                            </p:txEl>
                                          </p:spTgt>
                                        </p:tgtEl>
                                      </p:cBhvr>
                                    </p:animEffect>
                                    <p:set>
                                      <p:cBhvr>
                                        <p:cTn id="126" dur="1" fill="hold">
                                          <p:stCondLst>
                                            <p:cond delay="499"/>
                                          </p:stCondLst>
                                        </p:cTn>
                                        <p:tgtEl>
                                          <p:spTgt spid="9">
                                            <p:txEl>
                                              <p:pRg st="13" end="1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8" grpId="1" build="allAtOnce"/>
      <p:bldP spid="9" grpId="0" build="allAtOnce"/>
      <p:bldP spid="9" grpId="1" build="allAtOnce"/>
    </p:bldLst>
  </p:timing>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BE8F3183-3D4E-A17A-B322-4D47930C3239}"/>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B8C3BDA0-E2B1-C99B-20CB-5E5AF24F860C}"/>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D4F0841F-143C-0FCC-2CD7-F17DAA644EDE}"/>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59D9CA59-0960-C44D-9FD5-60DB26ED8D0E}"/>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87848238-6356-3CA0-8ECD-D52A8E76F415}"/>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D010EFB9-7EE1-7031-57C5-2E91F9E9ED6F}"/>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6AD3BF7B-5CB1-3656-C8BE-C9A2F0E5D74E}"/>
              </a:ext>
            </a:extLst>
          </p:cNvPr>
          <p:cNvSpPr/>
          <p:nvPr/>
        </p:nvSpPr>
        <p:spPr>
          <a:xfrm>
            <a:off x="1219473" y="1677082"/>
            <a:ext cx="6705054" cy="4177119"/>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E1B3F683-C7E5-E3A7-5054-6AAC761F70C1}"/>
              </a:ext>
            </a:extLst>
          </p:cNvPr>
          <p:cNvSpPr/>
          <p:nvPr/>
        </p:nvSpPr>
        <p:spPr>
          <a:xfrm>
            <a:off x="1219473" y="904672"/>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31123C6-7BDF-99EF-1B31-612C77E6510C}"/>
              </a:ext>
            </a:extLst>
          </p:cNvPr>
          <p:cNvSpPr txBox="1"/>
          <p:nvPr/>
        </p:nvSpPr>
        <p:spPr>
          <a:xfrm>
            <a:off x="1184078" y="100360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Example Enterprise Use Case: Finance</a:t>
            </a:r>
            <a:endParaRPr lang="en-US" sz="2000" b="1" spc="300" dirty="0">
              <a:solidFill>
                <a:schemeClr val="bg1"/>
              </a:solidFill>
              <a:latin typeface="Orbitron Black" pitchFamily="2" charset="0"/>
            </a:endParaRPr>
          </a:p>
        </p:txBody>
      </p:sp>
      <p:sp>
        <p:nvSpPr>
          <p:cNvPr id="9" name="TextBox 8">
            <a:extLst>
              <a:ext uri="{FF2B5EF4-FFF2-40B4-BE49-F238E27FC236}">
                <a16:creationId xmlns:a16="http://schemas.microsoft.com/office/drawing/2014/main" id="{104B8BFB-4137-BA7A-1661-6448D9F81921}"/>
              </a:ext>
            </a:extLst>
          </p:cNvPr>
          <p:cNvSpPr txBox="1"/>
          <p:nvPr/>
        </p:nvSpPr>
        <p:spPr>
          <a:xfrm>
            <a:off x="1641290" y="2203657"/>
            <a:ext cx="6063021" cy="3139321"/>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Synergy powers:</a:t>
            </a:r>
          </a:p>
          <a:p>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Cross-chain settlements</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Multi-ledger accounting</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Real-time regulatory reporting</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Quantum-secure custody</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Secure CBDC interoperability</a:t>
            </a:r>
          </a:p>
        </p:txBody>
      </p:sp>
    </p:spTree>
    <p:extLst>
      <p:ext uri="{BB962C8B-B14F-4D97-AF65-F5344CB8AC3E}">
        <p14:creationId xmlns:p14="http://schemas.microsoft.com/office/powerpoint/2010/main" val="4019412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1" fill="hold" grpId="0" nodeType="clickEffect">
                                  <p:stCondLst>
                                    <p:cond delay="0"/>
                                  </p:stCondLst>
                                  <p:iterate type="wd">
                                    <p:tmPct val="10000"/>
                                  </p:iterate>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additive="base">
                                        <p:cTn id="14"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down)">
                                      <p:cBhvr>
                                        <p:cTn id="15" dur="5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grpId="0" nodeType="clickEffect">
                                  <p:stCondLst>
                                    <p:cond delay="0"/>
                                  </p:stCondLst>
                                  <p:iterate type="wd">
                                    <p:tmPct val="10000"/>
                                  </p:iterate>
                                  <p:childTnLst>
                                    <p:set>
                                      <p:cBhvr>
                                        <p:cTn id="19" dur="1" fill="hold">
                                          <p:stCondLst>
                                            <p:cond delay="0"/>
                                          </p:stCondLst>
                                        </p:cTn>
                                        <p:tgtEl>
                                          <p:spTgt spid="9">
                                            <p:txEl>
                                              <p:pRg st="2" end="2"/>
                                            </p:txEl>
                                          </p:spTgt>
                                        </p:tgtEl>
                                        <p:attrNameLst>
                                          <p:attrName>style.visibility</p:attrName>
                                        </p:attrNameLst>
                                      </p:cBhvr>
                                      <p:to>
                                        <p:strVal val="visible"/>
                                      </p:to>
                                    </p:set>
                                    <p:anim calcmode="lin" valueType="num">
                                      <p:cBhvr additive="base">
                                        <p:cTn id="20"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down)">
                                      <p:cBhvr>
                                        <p:cTn id="21" dur="500"/>
                                        <p:tgtEl>
                                          <p:spTgt spid="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iterate type="wd">
                                    <p:tmPct val="10000"/>
                                  </p:iterate>
                                  <p:childTnLst>
                                    <p:set>
                                      <p:cBhvr>
                                        <p:cTn id="25" dur="1" fill="hold">
                                          <p:stCondLst>
                                            <p:cond delay="0"/>
                                          </p:stCondLst>
                                        </p:cTn>
                                        <p:tgtEl>
                                          <p:spTgt spid="9">
                                            <p:txEl>
                                              <p:pRg st="4" end="4"/>
                                            </p:txEl>
                                          </p:spTgt>
                                        </p:tgtEl>
                                        <p:attrNameLst>
                                          <p:attrName>style.visibility</p:attrName>
                                        </p:attrNameLst>
                                      </p:cBhvr>
                                      <p:to>
                                        <p:strVal val="visible"/>
                                      </p:to>
                                    </p:set>
                                    <p:anim calcmode="lin" valueType="num">
                                      <p:cBhvr additive="base">
                                        <p:cTn id="26" dur="500"/>
                                        <p:tgtEl>
                                          <p:spTgt spid="9">
                                            <p:txEl>
                                              <p:pRg st="4" end="4"/>
                                            </p:txEl>
                                          </p:spTgt>
                                        </p:tgtEl>
                                        <p:attrNameLst>
                                          <p:attrName>ppt_y</p:attrName>
                                        </p:attrNameLst>
                                      </p:cBhvr>
                                      <p:tavLst>
                                        <p:tav tm="0">
                                          <p:val>
                                            <p:strVal val="#ppt_y-#ppt_h*1.125000"/>
                                          </p:val>
                                        </p:tav>
                                        <p:tav tm="100000">
                                          <p:val>
                                            <p:strVal val="#ppt_y"/>
                                          </p:val>
                                        </p:tav>
                                      </p:tavLst>
                                    </p:anim>
                                    <p:animEffect transition="in" filter="wipe(down)">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iterate type="wd">
                                    <p:tmPct val="10000"/>
                                  </p:iterate>
                                  <p:childTnLst>
                                    <p:set>
                                      <p:cBhvr>
                                        <p:cTn id="31" dur="1" fill="hold">
                                          <p:stCondLst>
                                            <p:cond delay="0"/>
                                          </p:stCondLst>
                                        </p:cTn>
                                        <p:tgtEl>
                                          <p:spTgt spid="9">
                                            <p:txEl>
                                              <p:pRg st="6" end="6"/>
                                            </p:txEl>
                                          </p:spTgt>
                                        </p:tgtEl>
                                        <p:attrNameLst>
                                          <p:attrName>style.visibility</p:attrName>
                                        </p:attrNameLst>
                                      </p:cBhvr>
                                      <p:to>
                                        <p:strVal val="visible"/>
                                      </p:to>
                                    </p:set>
                                    <p:anim calcmode="lin" valueType="num">
                                      <p:cBhvr additive="base">
                                        <p:cTn id="32" dur="500"/>
                                        <p:tgtEl>
                                          <p:spTgt spid="9">
                                            <p:txEl>
                                              <p:pRg st="6" end="6"/>
                                            </p:txEl>
                                          </p:spTgt>
                                        </p:tgtEl>
                                        <p:attrNameLst>
                                          <p:attrName>ppt_y</p:attrName>
                                        </p:attrNameLst>
                                      </p:cBhvr>
                                      <p:tavLst>
                                        <p:tav tm="0">
                                          <p:val>
                                            <p:strVal val="#ppt_y-#ppt_h*1.125000"/>
                                          </p:val>
                                        </p:tav>
                                        <p:tav tm="100000">
                                          <p:val>
                                            <p:strVal val="#ppt_y"/>
                                          </p:val>
                                        </p:tav>
                                      </p:tavLst>
                                    </p:anim>
                                    <p:animEffect transition="in" filter="wipe(down)">
                                      <p:cBhvr>
                                        <p:cTn id="33" dur="500"/>
                                        <p:tgtEl>
                                          <p:spTgt spid="9">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grpId="0" nodeType="clickEffect">
                                  <p:stCondLst>
                                    <p:cond delay="0"/>
                                  </p:stCondLst>
                                  <p:iterate type="wd">
                                    <p:tmPct val="10000"/>
                                  </p:iterate>
                                  <p:childTnLst>
                                    <p:set>
                                      <p:cBhvr>
                                        <p:cTn id="37" dur="1" fill="hold">
                                          <p:stCondLst>
                                            <p:cond delay="0"/>
                                          </p:stCondLst>
                                        </p:cTn>
                                        <p:tgtEl>
                                          <p:spTgt spid="9">
                                            <p:txEl>
                                              <p:pRg st="8" end="8"/>
                                            </p:txEl>
                                          </p:spTgt>
                                        </p:tgtEl>
                                        <p:attrNameLst>
                                          <p:attrName>style.visibility</p:attrName>
                                        </p:attrNameLst>
                                      </p:cBhvr>
                                      <p:to>
                                        <p:strVal val="visible"/>
                                      </p:to>
                                    </p:set>
                                    <p:anim calcmode="lin" valueType="num">
                                      <p:cBhvr additive="base">
                                        <p:cTn id="38" dur="500"/>
                                        <p:tgtEl>
                                          <p:spTgt spid="9">
                                            <p:txEl>
                                              <p:pRg st="8" end="8"/>
                                            </p:txEl>
                                          </p:spTgt>
                                        </p:tgtEl>
                                        <p:attrNameLst>
                                          <p:attrName>ppt_y</p:attrName>
                                        </p:attrNameLst>
                                      </p:cBhvr>
                                      <p:tavLst>
                                        <p:tav tm="0">
                                          <p:val>
                                            <p:strVal val="#ppt_y-#ppt_h*1.125000"/>
                                          </p:val>
                                        </p:tav>
                                        <p:tav tm="100000">
                                          <p:val>
                                            <p:strVal val="#ppt_y"/>
                                          </p:val>
                                        </p:tav>
                                      </p:tavLst>
                                    </p:anim>
                                    <p:animEffect transition="in" filter="wipe(down)">
                                      <p:cBhvr>
                                        <p:cTn id="39" dur="500"/>
                                        <p:tgtEl>
                                          <p:spTgt spid="9">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1" fill="hold" grpId="0" nodeType="clickEffect">
                                  <p:stCondLst>
                                    <p:cond delay="0"/>
                                  </p:stCondLst>
                                  <p:iterate type="wd">
                                    <p:tmPct val="10000"/>
                                  </p:iterate>
                                  <p:childTnLst>
                                    <p:set>
                                      <p:cBhvr>
                                        <p:cTn id="43" dur="1" fill="hold">
                                          <p:stCondLst>
                                            <p:cond delay="0"/>
                                          </p:stCondLst>
                                        </p:cTn>
                                        <p:tgtEl>
                                          <p:spTgt spid="9">
                                            <p:txEl>
                                              <p:pRg st="10" end="10"/>
                                            </p:txEl>
                                          </p:spTgt>
                                        </p:tgtEl>
                                        <p:attrNameLst>
                                          <p:attrName>style.visibility</p:attrName>
                                        </p:attrNameLst>
                                      </p:cBhvr>
                                      <p:to>
                                        <p:strVal val="visible"/>
                                      </p:to>
                                    </p:set>
                                    <p:anim calcmode="lin" valueType="num">
                                      <p:cBhvr additive="base">
                                        <p:cTn id="44" dur="500"/>
                                        <p:tgtEl>
                                          <p:spTgt spid="9">
                                            <p:txEl>
                                              <p:pRg st="10" end="10"/>
                                            </p:txEl>
                                          </p:spTgt>
                                        </p:tgtEl>
                                        <p:attrNameLst>
                                          <p:attrName>ppt_y</p:attrName>
                                        </p:attrNameLst>
                                      </p:cBhvr>
                                      <p:tavLst>
                                        <p:tav tm="0">
                                          <p:val>
                                            <p:strVal val="#ppt_y-#ppt_h*1.125000"/>
                                          </p:val>
                                        </p:tav>
                                        <p:tav tm="100000">
                                          <p:val>
                                            <p:strVal val="#ppt_y"/>
                                          </p:val>
                                        </p:tav>
                                      </p:tavLst>
                                    </p:anim>
                                    <p:animEffect transition="in" filter="wipe(down)">
                                      <p:cBhvr>
                                        <p:cTn id="45" dur="500"/>
                                        <p:tgtEl>
                                          <p:spTgt spid="9">
                                            <p:txEl>
                                              <p:pRg st="10" end="1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xit" presetSubtype="32" fill="hold" grpId="1" nodeType="clickEffect">
                                  <p:stCondLst>
                                    <p:cond delay="0"/>
                                  </p:stCondLst>
                                  <p:childTnLst>
                                    <p:anim calcmode="lin" valueType="num">
                                      <p:cBhvr>
                                        <p:cTn id="49" dur="500"/>
                                        <p:tgtEl>
                                          <p:spTgt spid="8">
                                            <p:txEl>
                                              <p:pRg st="0" end="0"/>
                                            </p:txEl>
                                          </p:spTgt>
                                        </p:tgtEl>
                                        <p:attrNameLst>
                                          <p:attrName>ppt_w</p:attrName>
                                        </p:attrNameLst>
                                      </p:cBhvr>
                                      <p:tavLst>
                                        <p:tav tm="0">
                                          <p:val>
                                            <p:strVal val="ppt_w"/>
                                          </p:val>
                                        </p:tav>
                                        <p:tav tm="100000">
                                          <p:val>
                                            <p:fltVal val="0"/>
                                          </p:val>
                                        </p:tav>
                                      </p:tavLst>
                                    </p:anim>
                                    <p:anim calcmode="lin" valueType="num">
                                      <p:cBhvr>
                                        <p:cTn id="50"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51" dur="500"/>
                                        <p:tgtEl>
                                          <p:spTgt spid="8">
                                            <p:txEl>
                                              <p:pRg st="0" end="0"/>
                                            </p:txEl>
                                          </p:spTgt>
                                        </p:tgtEl>
                                      </p:cBhvr>
                                    </p:animEffect>
                                    <p:set>
                                      <p:cBhvr>
                                        <p:cTn id="52" dur="1" fill="hold">
                                          <p:stCondLst>
                                            <p:cond delay="499"/>
                                          </p:stCondLst>
                                        </p:cTn>
                                        <p:tgtEl>
                                          <p:spTgt spid="8">
                                            <p:txEl>
                                              <p:pRg st="0" end="0"/>
                                            </p:txEl>
                                          </p:spTgt>
                                        </p:tgtEl>
                                        <p:attrNameLst>
                                          <p:attrName>style.visibility</p:attrName>
                                        </p:attrNameLst>
                                      </p:cBhvr>
                                      <p:to>
                                        <p:strVal val="hidden"/>
                                      </p:to>
                                    </p:set>
                                  </p:childTnLst>
                                </p:cTn>
                              </p:par>
                              <p:par>
                                <p:cTn id="53" presetID="53" presetClass="exit" presetSubtype="32" fill="hold" grpId="1" nodeType="withEffect">
                                  <p:stCondLst>
                                    <p:cond delay="0"/>
                                  </p:stCondLst>
                                  <p:iterate type="wd">
                                    <p:tmPct val="0"/>
                                  </p:iterate>
                                  <p:childTnLst>
                                    <p:anim calcmode="lin" valueType="num">
                                      <p:cBhvr>
                                        <p:cTn id="54" dur="500"/>
                                        <p:tgtEl>
                                          <p:spTgt spid="9">
                                            <p:txEl>
                                              <p:pRg st="0" end="0"/>
                                            </p:txEl>
                                          </p:spTgt>
                                        </p:tgtEl>
                                        <p:attrNameLst>
                                          <p:attrName>ppt_w</p:attrName>
                                        </p:attrNameLst>
                                      </p:cBhvr>
                                      <p:tavLst>
                                        <p:tav tm="0">
                                          <p:val>
                                            <p:strVal val="ppt_w"/>
                                          </p:val>
                                        </p:tav>
                                        <p:tav tm="100000">
                                          <p:val>
                                            <p:fltVal val="0"/>
                                          </p:val>
                                        </p:tav>
                                      </p:tavLst>
                                    </p:anim>
                                    <p:anim calcmode="lin" valueType="num">
                                      <p:cBhvr>
                                        <p:cTn id="55" dur="500"/>
                                        <p:tgtEl>
                                          <p:spTgt spid="9">
                                            <p:txEl>
                                              <p:pRg st="0" end="0"/>
                                            </p:txEl>
                                          </p:spTgt>
                                        </p:tgtEl>
                                        <p:attrNameLst>
                                          <p:attrName>ppt_h</p:attrName>
                                        </p:attrNameLst>
                                      </p:cBhvr>
                                      <p:tavLst>
                                        <p:tav tm="0">
                                          <p:val>
                                            <p:strVal val="ppt_h"/>
                                          </p:val>
                                        </p:tav>
                                        <p:tav tm="100000">
                                          <p:val>
                                            <p:fltVal val="0"/>
                                          </p:val>
                                        </p:tav>
                                      </p:tavLst>
                                    </p:anim>
                                    <p:animEffect transition="out" filter="fade">
                                      <p:cBhvr>
                                        <p:cTn id="56" dur="500"/>
                                        <p:tgtEl>
                                          <p:spTgt spid="9">
                                            <p:txEl>
                                              <p:pRg st="0" end="0"/>
                                            </p:txEl>
                                          </p:spTgt>
                                        </p:tgtEl>
                                      </p:cBhvr>
                                    </p:animEffect>
                                    <p:set>
                                      <p:cBhvr>
                                        <p:cTn id="57" dur="1" fill="hold">
                                          <p:stCondLst>
                                            <p:cond delay="499"/>
                                          </p:stCondLst>
                                        </p:cTn>
                                        <p:tgtEl>
                                          <p:spTgt spid="9">
                                            <p:txEl>
                                              <p:pRg st="0" end="0"/>
                                            </p:txEl>
                                          </p:spTgt>
                                        </p:tgtEl>
                                        <p:attrNameLst>
                                          <p:attrName>style.visibility</p:attrName>
                                        </p:attrNameLst>
                                      </p:cBhvr>
                                      <p:to>
                                        <p:strVal val="hidden"/>
                                      </p:to>
                                    </p:set>
                                  </p:childTnLst>
                                </p:cTn>
                              </p:par>
                              <p:par>
                                <p:cTn id="58" presetID="53" presetClass="exit" presetSubtype="32" fill="hold" grpId="1" nodeType="withEffect">
                                  <p:stCondLst>
                                    <p:cond delay="0"/>
                                  </p:stCondLst>
                                  <p:iterate type="wd">
                                    <p:tmPct val="0"/>
                                  </p:iterate>
                                  <p:childTnLst>
                                    <p:anim calcmode="lin" valueType="num">
                                      <p:cBhvr>
                                        <p:cTn id="59" dur="500"/>
                                        <p:tgtEl>
                                          <p:spTgt spid="9">
                                            <p:txEl>
                                              <p:pRg st="2" end="2"/>
                                            </p:txEl>
                                          </p:spTgt>
                                        </p:tgtEl>
                                        <p:attrNameLst>
                                          <p:attrName>ppt_w</p:attrName>
                                        </p:attrNameLst>
                                      </p:cBhvr>
                                      <p:tavLst>
                                        <p:tav tm="0">
                                          <p:val>
                                            <p:strVal val="ppt_w"/>
                                          </p:val>
                                        </p:tav>
                                        <p:tav tm="100000">
                                          <p:val>
                                            <p:fltVal val="0"/>
                                          </p:val>
                                        </p:tav>
                                      </p:tavLst>
                                    </p:anim>
                                    <p:anim calcmode="lin" valueType="num">
                                      <p:cBhvr>
                                        <p:cTn id="60" dur="500"/>
                                        <p:tgtEl>
                                          <p:spTgt spid="9">
                                            <p:txEl>
                                              <p:pRg st="2" end="2"/>
                                            </p:txEl>
                                          </p:spTgt>
                                        </p:tgtEl>
                                        <p:attrNameLst>
                                          <p:attrName>ppt_h</p:attrName>
                                        </p:attrNameLst>
                                      </p:cBhvr>
                                      <p:tavLst>
                                        <p:tav tm="0">
                                          <p:val>
                                            <p:strVal val="ppt_h"/>
                                          </p:val>
                                        </p:tav>
                                        <p:tav tm="100000">
                                          <p:val>
                                            <p:fltVal val="0"/>
                                          </p:val>
                                        </p:tav>
                                      </p:tavLst>
                                    </p:anim>
                                    <p:animEffect transition="out" filter="fade">
                                      <p:cBhvr>
                                        <p:cTn id="61" dur="500"/>
                                        <p:tgtEl>
                                          <p:spTgt spid="9">
                                            <p:txEl>
                                              <p:pRg st="2" end="2"/>
                                            </p:txEl>
                                          </p:spTgt>
                                        </p:tgtEl>
                                      </p:cBhvr>
                                    </p:animEffect>
                                    <p:set>
                                      <p:cBhvr>
                                        <p:cTn id="62" dur="1" fill="hold">
                                          <p:stCondLst>
                                            <p:cond delay="499"/>
                                          </p:stCondLst>
                                        </p:cTn>
                                        <p:tgtEl>
                                          <p:spTgt spid="9">
                                            <p:txEl>
                                              <p:pRg st="2" end="2"/>
                                            </p:txEl>
                                          </p:spTgt>
                                        </p:tgtEl>
                                        <p:attrNameLst>
                                          <p:attrName>style.visibility</p:attrName>
                                        </p:attrNameLst>
                                      </p:cBhvr>
                                      <p:to>
                                        <p:strVal val="hidden"/>
                                      </p:to>
                                    </p:set>
                                  </p:childTnLst>
                                </p:cTn>
                              </p:par>
                              <p:par>
                                <p:cTn id="63" presetID="53" presetClass="exit" presetSubtype="32" fill="hold" grpId="1" nodeType="withEffect">
                                  <p:stCondLst>
                                    <p:cond delay="0"/>
                                  </p:stCondLst>
                                  <p:iterate type="wd">
                                    <p:tmPct val="0"/>
                                  </p:iterate>
                                  <p:childTnLst>
                                    <p:anim calcmode="lin" valueType="num">
                                      <p:cBhvr>
                                        <p:cTn id="64" dur="500"/>
                                        <p:tgtEl>
                                          <p:spTgt spid="9">
                                            <p:txEl>
                                              <p:pRg st="4" end="4"/>
                                            </p:txEl>
                                          </p:spTgt>
                                        </p:tgtEl>
                                        <p:attrNameLst>
                                          <p:attrName>ppt_w</p:attrName>
                                        </p:attrNameLst>
                                      </p:cBhvr>
                                      <p:tavLst>
                                        <p:tav tm="0">
                                          <p:val>
                                            <p:strVal val="ppt_w"/>
                                          </p:val>
                                        </p:tav>
                                        <p:tav tm="100000">
                                          <p:val>
                                            <p:fltVal val="0"/>
                                          </p:val>
                                        </p:tav>
                                      </p:tavLst>
                                    </p:anim>
                                    <p:anim calcmode="lin" valueType="num">
                                      <p:cBhvr>
                                        <p:cTn id="65" dur="500"/>
                                        <p:tgtEl>
                                          <p:spTgt spid="9">
                                            <p:txEl>
                                              <p:pRg st="4" end="4"/>
                                            </p:txEl>
                                          </p:spTgt>
                                        </p:tgtEl>
                                        <p:attrNameLst>
                                          <p:attrName>ppt_h</p:attrName>
                                        </p:attrNameLst>
                                      </p:cBhvr>
                                      <p:tavLst>
                                        <p:tav tm="0">
                                          <p:val>
                                            <p:strVal val="ppt_h"/>
                                          </p:val>
                                        </p:tav>
                                        <p:tav tm="100000">
                                          <p:val>
                                            <p:fltVal val="0"/>
                                          </p:val>
                                        </p:tav>
                                      </p:tavLst>
                                    </p:anim>
                                    <p:animEffect transition="out" filter="fade">
                                      <p:cBhvr>
                                        <p:cTn id="66" dur="500"/>
                                        <p:tgtEl>
                                          <p:spTgt spid="9">
                                            <p:txEl>
                                              <p:pRg st="4" end="4"/>
                                            </p:txEl>
                                          </p:spTgt>
                                        </p:tgtEl>
                                      </p:cBhvr>
                                    </p:animEffect>
                                    <p:set>
                                      <p:cBhvr>
                                        <p:cTn id="67" dur="1" fill="hold">
                                          <p:stCondLst>
                                            <p:cond delay="499"/>
                                          </p:stCondLst>
                                        </p:cTn>
                                        <p:tgtEl>
                                          <p:spTgt spid="9">
                                            <p:txEl>
                                              <p:pRg st="4" end="4"/>
                                            </p:txEl>
                                          </p:spTgt>
                                        </p:tgtEl>
                                        <p:attrNameLst>
                                          <p:attrName>style.visibility</p:attrName>
                                        </p:attrNameLst>
                                      </p:cBhvr>
                                      <p:to>
                                        <p:strVal val="hidden"/>
                                      </p:to>
                                    </p:set>
                                  </p:childTnLst>
                                </p:cTn>
                              </p:par>
                              <p:par>
                                <p:cTn id="68" presetID="53" presetClass="exit" presetSubtype="32" fill="hold" grpId="1" nodeType="withEffect">
                                  <p:stCondLst>
                                    <p:cond delay="0"/>
                                  </p:stCondLst>
                                  <p:iterate type="wd">
                                    <p:tmPct val="0"/>
                                  </p:iterate>
                                  <p:childTnLst>
                                    <p:anim calcmode="lin" valueType="num">
                                      <p:cBhvr>
                                        <p:cTn id="69" dur="500"/>
                                        <p:tgtEl>
                                          <p:spTgt spid="9">
                                            <p:txEl>
                                              <p:pRg st="6" end="6"/>
                                            </p:txEl>
                                          </p:spTgt>
                                        </p:tgtEl>
                                        <p:attrNameLst>
                                          <p:attrName>ppt_w</p:attrName>
                                        </p:attrNameLst>
                                      </p:cBhvr>
                                      <p:tavLst>
                                        <p:tav tm="0">
                                          <p:val>
                                            <p:strVal val="ppt_w"/>
                                          </p:val>
                                        </p:tav>
                                        <p:tav tm="100000">
                                          <p:val>
                                            <p:fltVal val="0"/>
                                          </p:val>
                                        </p:tav>
                                      </p:tavLst>
                                    </p:anim>
                                    <p:anim calcmode="lin" valueType="num">
                                      <p:cBhvr>
                                        <p:cTn id="70" dur="500"/>
                                        <p:tgtEl>
                                          <p:spTgt spid="9">
                                            <p:txEl>
                                              <p:pRg st="6" end="6"/>
                                            </p:txEl>
                                          </p:spTgt>
                                        </p:tgtEl>
                                        <p:attrNameLst>
                                          <p:attrName>ppt_h</p:attrName>
                                        </p:attrNameLst>
                                      </p:cBhvr>
                                      <p:tavLst>
                                        <p:tav tm="0">
                                          <p:val>
                                            <p:strVal val="ppt_h"/>
                                          </p:val>
                                        </p:tav>
                                        <p:tav tm="100000">
                                          <p:val>
                                            <p:fltVal val="0"/>
                                          </p:val>
                                        </p:tav>
                                      </p:tavLst>
                                    </p:anim>
                                    <p:animEffect transition="out" filter="fade">
                                      <p:cBhvr>
                                        <p:cTn id="71" dur="500"/>
                                        <p:tgtEl>
                                          <p:spTgt spid="9">
                                            <p:txEl>
                                              <p:pRg st="6" end="6"/>
                                            </p:txEl>
                                          </p:spTgt>
                                        </p:tgtEl>
                                      </p:cBhvr>
                                    </p:animEffect>
                                    <p:set>
                                      <p:cBhvr>
                                        <p:cTn id="72" dur="1" fill="hold">
                                          <p:stCondLst>
                                            <p:cond delay="499"/>
                                          </p:stCondLst>
                                        </p:cTn>
                                        <p:tgtEl>
                                          <p:spTgt spid="9">
                                            <p:txEl>
                                              <p:pRg st="6" end="6"/>
                                            </p:txEl>
                                          </p:spTgt>
                                        </p:tgtEl>
                                        <p:attrNameLst>
                                          <p:attrName>style.visibility</p:attrName>
                                        </p:attrNameLst>
                                      </p:cBhvr>
                                      <p:to>
                                        <p:strVal val="hidden"/>
                                      </p:to>
                                    </p:set>
                                  </p:childTnLst>
                                </p:cTn>
                              </p:par>
                              <p:par>
                                <p:cTn id="73" presetID="53" presetClass="exit" presetSubtype="32" fill="hold" grpId="1" nodeType="withEffect">
                                  <p:stCondLst>
                                    <p:cond delay="0"/>
                                  </p:stCondLst>
                                  <p:iterate type="wd">
                                    <p:tmPct val="0"/>
                                  </p:iterate>
                                  <p:childTnLst>
                                    <p:anim calcmode="lin" valueType="num">
                                      <p:cBhvr>
                                        <p:cTn id="74" dur="500"/>
                                        <p:tgtEl>
                                          <p:spTgt spid="9">
                                            <p:txEl>
                                              <p:pRg st="8" end="8"/>
                                            </p:txEl>
                                          </p:spTgt>
                                        </p:tgtEl>
                                        <p:attrNameLst>
                                          <p:attrName>ppt_w</p:attrName>
                                        </p:attrNameLst>
                                      </p:cBhvr>
                                      <p:tavLst>
                                        <p:tav tm="0">
                                          <p:val>
                                            <p:strVal val="ppt_w"/>
                                          </p:val>
                                        </p:tav>
                                        <p:tav tm="100000">
                                          <p:val>
                                            <p:fltVal val="0"/>
                                          </p:val>
                                        </p:tav>
                                      </p:tavLst>
                                    </p:anim>
                                    <p:anim calcmode="lin" valueType="num">
                                      <p:cBhvr>
                                        <p:cTn id="75" dur="500"/>
                                        <p:tgtEl>
                                          <p:spTgt spid="9">
                                            <p:txEl>
                                              <p:pRg st="8" end="8"/>
                                            </p:txEl>
                                          </p:spTgt>
                                        </p:tgtEl>
                                        <p:attrNameLst>
                                          <p:attrName>ppt_h</p:attrName>
                                        </p:attrNameLst>
                                      </p:cBhvr>
                                      <p:tavLst>
                                        <p:tav tm="0">
                                          <p:val>
                                            <p:strVal val="ppt_h"/>
                                          </p:val>
                                        </p:tav>
                                        <p:tav tm="100000">
                                          <p:val>
                                            <p:fltVal val="0"/>
                                          </p:val>
                                        </p:tav>
                                      </p:tavLst>
                                    </p:anim>
                                    <p:animEffect transition="out" filter="fade">
                                      <p:cBhvr>
                                        <p:cTn id="76" dur="500"/>
                                        <p:tgtEl>
                                          <p:spTgt spid="9">
                                            <p:txEl>
                                              <p:pRg st="8" end="8"/>
                                            </p:txEl>
                                          </p:spTgt>
                                        </p:tgtEl>
                                      </p:cBhvr>
                                    </p:animEffect>
                                    <p:set>
                                      <p:cBhvr>
                                        <p:cTn id="77" dur="1" fill="hold">
                                          <p:stCondLst>
                                            <p:cond delay="499"/>
                                          </p:stCondLst>
                                        </p:cTn>
                                        <p:tgtEl>
                                          <p:spTgt spid="9">
                                            <p:txEl>
                                              <p:pRg st="8" end="8"/>
                                            </p:txEl>
                                          </p:spTgt>
                                        </p:tgtEl>
                                        <p:attrNameLst>
                                          <p:attrName>style.visibility</p:attrName>
                                        </p:attrNameLst>
                                      </p:cBhvr>
                                      <p:to>
                                        <p:strVal val="hidden"/>
                                      </p:to>
                                    </p:set>
                                  </p:childTnLst>
                                </p:cTn>
                              </p:par>
                              <p:par>
                                <p:cTn id="78" presetID="53" presetClass="exit" presetSubtype="32" fill="hold" grpId="1" nodeType="withEffect">
                                  <p:stCondLst>
                                    <p:cond delay="0"/>
                                  </p:stCondLst>
                                  <p:iterate type="wd">
                                    <p:tmPct val="0"/>
                                  </p:iterate>
                                  <p:childTnLst>
                                    <p:anim calcmode="lin" valueType="num">
                                      <p:cBhvr>
                                        <p:cTn id="79" dur="500"/>
                                        <p:tgtEl>
                                          <p:spTgt spid="9">
                                            <p:txEl>
                                              <p:pRg st="10" end="10"/>
                                            </p:txEl>
                                          </p:spTgt>
                                        </p:tgtEl>
                                        <p:attrNameLst>
                                          <p:attrName>ppt_w</p:attrName>
                                        </p:attrNameLst>
                                      </p:cBhvr>
                                      <p:tavLst>
                                        <p:tav tm="0">
                                          <p:val>
                                            <p:strVal val="ppt_w"/>
                                          </p:val>
                                        </p:tav>
                                        <p:tav tm="100000">
                                          <p:val>
                                            <p:fltVal val="0"/>
                                          </p:val>
                                        </p:tav>
                                      </p:tavLst>
                                    </p:anim>
                                    <p:anim calcmode="lin" valueType="num">
                                      <p:cBhvr>
                                        <p:cTn id="80" dur="500"/>
                                        <p:tgtEl>
                                          <p:spTgt spid="9">
                                            <p:txEl>
                                              <p:pRg st="10" end="10"/>
                                            </p:txEl>
                                          </p:spTgt>
                                        </p:tgtEl>
                                        <p:attrNameLst>
                                          <p:attrName>ppt_h</p:attrName>
                                        </p:attrNameLst>
                                      </p:cBhvr>
                                      <p:tavLst>
                                        <p:tav tm="0">
                                          <p:val>
                                            <p:strVal val="ppt_h"/>
                                          </p:val>
                                        </p:tav>
                                        <p:tav tm="100000">
                                          <p:val>
                                            <p:fltVal val="0"/>
                                          </p:val>
                                        </p:tav>
                                      </p:tavLst>
                                    </p:anim>
                                    <p:animEffect transition="out" filter="fade">
                                      <p:cBhvr>
                                        <p:cTn id="81" dur="500"/>
                                        <p:tgtEl>
                                          <p:spTgt spid="9">
                                            <p:txEl>
                                              <p:pRg st="10" end="10"/>
                                            </p:txEl>
                                          </p:spTgt>
                                        </p:tgtEl>
                                      </p:cBhvr>
                                    </p:animEffect>
                                    <p:set>
                                      <p:cBhvr>
                                        <p:cTn id="82" dur="1" fill="hold">
                                          <p:stCondLst>
                                            <p:cond delay="499"/>
                                          </p:stCondLst>
                                        </p:cTn>
                                        <p:tgtEl>
                                          <p:spTgt spid="9">
                                            <p:txEl>
                                              <p:pRg st="10" end="1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8" grpId="1" build="allAtOnce"/>
      <p:bldP spid="9" grpId="0" uiExpand="1" build="allAtOnce"/>
      <p:bldP spid="9" grpId="1" uiExpand="1" build="allAtOnce"/>
    </p:bldLst>
  </p:timing>
</p:sld>
</file>

<file path=ppt/slides/slide42.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0705137E-C72C-3E5F-C925-2449BC722144}"/>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0664F953-2F95-0105-1BC5-8B845B47018D}"/>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A739403B-9D11-3C22-1292-FD528B4FED48}"/>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CBC62801-8CD5-CD21-9726-DF6FA0F13AB1}"/>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0630B8D7-7F2C-E683-0895-DB8A3DF4E924}"/>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AB80FAEC-D2E9-659E-64E1-39D512DD7BF1}"/>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3B615BEE-9B45-70FF-533D-673AE1D9EBD9}"/>
              </a:ext>
            </a:extLst>
          </p:cNvPr>
          <p:cNvSpPr/>
          <p:nvPr/>
        </p:nvSpPr>
        <p:spPr>
          <a:xfrm>
            <a:off x="1219473" y="1677082"/>
            <a:ext cx="6705054" cy="4177119"/>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8F607A96-8B3A-9087-9004-3E8C6505D375}"/>
              </a:ext>
            </a:extLst>
          </p:cNvPr>
          <p:cNvSpPr/>
          <p:nvPr/>
        </p:nvSpPr>
        <p:spPr>
          <a:xfrm>
            <a:off x="1219473" y="904672"/>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78AC5D2-B14A-4FE6-161D-999E5B3050B7}"/>
              </a:ext>
            </a:extLst>
          </p:cNvPr>
          <p:cNvSpPr txBox="1"/>
          <p:nvPr/>
        </p:nvSpPr>
        <p:spPr>
          <a:xfrm>
            <a:off x="1184078" y="100360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Example Enterprise Use Case: Supply Chain</a:t>
            </a:r>
            <a:endParaRPr lang="en-US" sz="2000" b="1" spc="300" dirty="0">
              <a:solidFill>
                <a:schemeClr val="bg1"/>
              </a:solidFill>
              <a:latin typeface="Orbitron Black" pitchFamily="2" charset="0"/>
            </a:endParaRPr>
          </a:p>
        </p:txBody>
      </p:sp>
      <p:sp>
        <p:nvSpPr>
          <p:cNvPr id="9" name="TextBox 8">
            <a:extLst>
              <a:ext uri="{FF2B5EF4-FFF2-40B4-BE49-F238E27FC236}">
                <a16:creationId xmlns:a16="http://schemas.microsoft.com/office/drawing/2014/main" id="{51C1CC49-87AF-2A35-B907-1172C2560277}"/>
              </a:ext>
            </a:extLst>
          </p:cNvPr>
          <p:cNvSpPr txBox="1"/>
          <p:nvPr/>
        </p:nvSpPr>
        <p:spPr>
          <a:xfrm>
            <a:off x="1641290" y="2480656"/>
            <a:ext cx="6063021" cy="2585323"/>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Synergy enables:</a:t>
            </a:r>
          </a:p>
          <a:p>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Authenticity verification</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Cross-network logistics</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Interoperable tracking across multiple chains</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Instant settlement of invoices and shipments</a:t>
            </a:r>
          </a:p>
        </p:txBody>
      </p:sp>
    </p:spTree>
    <p:extLst>
      <p:ext uri="{BB962C8B-B14F-4D97-AF65-F5344CB8AC3E}">
        <p14:creationId xmlns:p14="http://schemas.microsoft.com/office/powerpoint/2010/main" val="11124576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1" fill="hold" grpId="0" nodeType="clickEffect">
                                  <p:stCondLst>
                                    <p:cond delay="0"/>
                                  </p:stCondLst>
                                  <p:iterate type="wd">
                                    <p:tmPct val="10000"/>
                                  </p:iterate>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additive="base">
                                        <p:cTn id="14"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down)">
                                      <p:cBhvr>
                                        <p:cTn id="15" dur="5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grpId="0" nodeType="clickEffect">
                                  <p:stCondLst>
                                    <p:cond delay="0"/>
                                  </p:stCondLst>
                                  <p:iterate type="wd">
                                    <p:tmPct val="10000"/>
                                  </p:iterate>
                                  <p:childTnLst>
                                    <p:set>
                                      <p:cBhvr>
                                        <p:cTn id="19" dur="1" fill="hold">
                                          <p:stCondLst>
                                            <p:cond delay="0"/>
                                          </p:stCondLst>
                                        </p:cTn>
                                        <p:tgtEl>
                                          <p:spTgt spid="9">
                                            <p:txEl>
                                              <p:pRg st="2" end="2"/>
                                            </p:txEl>
                                          </p:spTgt>
                                        </p:tgtEl>
                                        <p:attrNameLst>
                                          <p:attrName>style.visibility</p:attrName>
                                        </p:attrNameLst>
                                      </p:cBhvr>
                                      <p:to>
                                        <p:strVal val="visible"/>
                                      </p:to>
                                    </p:set>
                                    <p:anim calcmode="lin" valueType="num">
                                      <p:cBhvr additive="base">
                                        <p:cTn id="20"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down)">
                                      <p:cBhvr>
                                        <p:cTn id="21" dur="500"/>
                                        <p:tgtEl>
                                          <p:spTgt spid="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iterate type="wd">
                                    <p:tmPct val="10000"/>
                                  </p:iterate>
                                  <p:childTnLst>
                                    <p:set>
                                      <p:cBhvr>
                                        <p:cTn id="25" dur="1" fill="hold">
                                          <p:stCondLst>
                                            <p:cond delay="0"/>
                                          </p:stCondLst>
                                        </p:cTn>
                                        <p:tgtEl>
                                          <p:spTgt spid="9">
                                            <p:txEl>
                                              <p:pRg st="4" end="4"/>
                                            </p:txEl>
                                          </p:spTgt>
                                        </p:tgtEl>
                                        <p:attrNameLst>
                                          <p:attrName>style.visibility</p:attrName>
                                        </p:attrNameLst>
                                      </p:cBhvr>
                                      <p:to>
                                        <p:strVal val="visible"/>
                                      </p:to>
                                    </p:set>
                                    <p:anim calcmode="lin" valueType="num">
                                      <p:cBhvr additive="base">
                                        <p:cTn id="26" dur="500"/>
                                        <p:tgtEl>
                                          <p:spTgt spid="9">
                                            <p:txEl>
                                              <p:pRg st="4" end="4"/>
                                            </p:txEl>
                                          </p:spTgt>
                                        </p:tgtEl>
                                        <p:attrNameLst>
                                          <p:attrName>ppt_y</p:attrName>
                                        </p:attrNameLst>
                                      </p:cBhvr>
                                      <p:tavLst>
                                        <p:tav tm="0">
                                          <p:val>
                                            <p:strVal val="#ppt_y-#ppt_h*1.125000"/>
                                          </p:val>
                                        </p:tav>
                                        <p:tav tm="100000">
                                          <p:val>
                                            <p:strVal val="#ppt_y"/>
                                          </p:val>
                                        </p:tav>
                                      </p:tavLst>
                                    </p:anim>
                                    <p:animEffect transition="in" filter="wipe(down)">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iterate type="wd">
                                    <p:tmPct val="10000"/>
                                  </p:iterate>
                                  <p:childTnLst>
                                    <p:set>
                                      <p:cBhvr>
                                        <p:cTn id="31" dur="1" fill="hold">
                                          <p:stCondLst>
                                            <p:cond delay="0"/>
                                          </p:stCondLst>
                                        </p:cTn>
                                        <p:tgtEl>
                                          <p:spTgt spid="9">
                                            <p:txEl>
                                              <p:pRg st="6" end="6"/>
                                            </p:txEl>
                                          </p:spTgt>
                                        </p:tgtEl>
                                        <p:attrNameLst>
                                          <p:attrName>style.visibility</p:attrName>
                                        </p:attrNameLst>
                                      </p:cBhvr>
                                      <p:to>
                                        <p:strVal val="visible"/>
                                      </p:to>
                                    </p:set>
                                    <p:anim calcmode="lin" valueType="num">
                                      <p:cBhvr additive="base">
                                        <p:cTn id="32" dur="500"/>
                                        <p:tgtEl>
                                          <p:spTgt spid="9">
                                            <p:txEl>
                                              <p:pRg st="6" end="6"/>
                                            </p:txEl>
                                          </p:spTgt>
                                        </p:tgtEl>
                                        <p:attrNameLst>
                                          <p:attrName>ppt_y</p:attrName>
                                        </p:attrNameLst>
                                      </p:cBhvr>
                                      <p:tavLst>
                                        <p:tav tm="0">
                                          <p:val>
                                            <p:strVal val="#ppt_y-#ppt_h*1.125000"/>
                                          </p:val>
                                        </p:tav>
                                        <p:tav tm="100000">
                                          <p:val>
                                            <p:strVal val="#ppt_y"/>
                                          </p:val>
                                        </p:tav>
                                      </p:tavLst>
                                    </p:anim>
                                    <p:animEffect transition="in" filter="wipe(down)">
                                      <p:cBhvr>
                                        <p:cTn id="33" dur="500"/>
                                        <p:tgtEl>
                                          <p:spTgt spid="9">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grpId="0" nodeType="clickEffect">
                                  <p:stCondLst>
                                    <p:cond delay="0"/>
                                  </p:stCondLst>
                                  <p:iterate type="wd">
                                    <p:tmPct val="10000"/>
                                  </p:iterate>
                                  <p:childTnLst>
                                    <p:set>
                                      <p:cBhvr>
                                        <p:cTn id="37" dur="1" fill="hold">
                                          <p:stCondLst>
                                            <p:cond delay="0"/>
                                          </p:stCondLst>
                                        </p:cTn>
                                        <p:tgtEl>
                                          <p:spTgt spid="9">
                                            <p:txEl>
                                              <p:pRg st="8" end="8"/>
                                            </p:txEl>
                                          </p:spTgt>
                                        </p:tgtEl>
                                        <p:attrNameLst>
                                          <p:attrName>style.visibility</p:attrName>
                                        </p:attrNameLst>
                                      </p:cBhvr>
                                      <p:to>
                                        <p:strVal val="visible"/>
                                      </p:to>
                                    </p:set>
                                    <p:anim calcmode="lin" valueType="num">
                                      <p:cBhvr additive="base">
                                        <p:cTn id="38" dur="500"/>
                                        <p:tgtEl>
                                          <p:spTgt spid="9">
                                            <p:txEl>
                                              <p:pRg st="8" end="8"/>
                                            </p:txEl>
                                          </p:spTgt>
                                        </p:tgtEl>
                                        <p:attrNameLst>
                                          <p:attrName>ppt_y</p:attrName>
                                        </p:attrNameLst>
                                      </p:cBhvr>
                                      <p:tavLst>
                                        <p:tav tm="0">
                                          <p:val>
                                            <p:strVal val="#ppt_y-#ppt_h*1.125000"/>
                                          </p:val>
                                        </p:tav>
                                        <p:tav tm="100000">
                                          <p:val>
                                            <p:strVal val="#ppt_y"/>
                                          </p:val>
                                        </p:tav>
                                      </p:tavLst>
                                    </p:anim>
                                    <p:animEffect transition="in" filter="wipe(down)">
                                      <p:cBhvr>
                                        <p:cTn id="39" dur="500"/>
                                        <p:tgtEl>
                                          <p:spTgt spid="9">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xit" presetSubtype="32" fill="hold" grpId="1" nodeType="clickEffect">
                                  <p:stCondLst>
                                    <p:cond delay="0"/>
                                  </p:stCondLst>
                                  <p:childTnLst>
                                    <p:anim calcmode="lin" valueType="num">
                                      <p:cBhvr>
                                        <p:cTn id="43" dur="500"/>
                                        <p:tgtEl>
                                          <p:spTgt spid="8">
                                            <p:txEl>
                                              <p:pRg st="0" end="0"/>
                                            </p:txEl>
                                          </p:spTgt>
                                        </p:tgtEl>
                                        <p:attrNameLst>
                                          <p:attrName>ppt_w</p:attrName>
                                        </p:attrNameLst>
                                      </p:cBhvr>
                                      <p:tavLst>
                                        <p:tav tm="0">
                                          <p:val>
                                            <p:strVal val="ppt_w"/>
                                          </p:val>
                                        </p:tav>
                                        <p:tav tm="100000">
                                          <p:val>
                                            <p:fltVal val="0"/>
                                          </p:val>
                                        </p:tav>
                                      </p:tavLst>
                                    </p:anim>
                                    <p:anim calcmode="lin" valueType="num">
                                      <p:cBhvr>
                                        <p:cTn id="44"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45" dur="500"/>
                                        <p:tgtEl>
                                          <p:spTgt spid="8">
                                            <p:txEl>
                                              <p:pRg st="0" end="0"/>
                                            </p:txEl>
                                          </p:spTgt>
                                        </p:tgtEl>
                                      </p:cBhvr>
                                    </p:animEffect>
                                    <p:set>
                                      <p:cBhvr>
                                        <p:cTn id="46" dur="1" fill="hold">
                                          <p:stCondLst>
                                            <p:cond delay="499"/>
                                          </p:stCondLst>
                                        </p:cTn>
                                        <p:tgtEl>
                                          <p:spTgt spid="8">
                                            <p:txEl>
                                              <p:pRg st="0" end="0"/>
                                            </p:txEl>
                                          </p:spTgt>
                                        </p:tgtEl>
                                        <p:attrNameLst>
                                          <p:attrName>style.visibility</p:attrName>
                                        </p:attrNameLst>
                                      </p:cBhvr>
                                      <p:to>
                                        <p:strVal val="hidden"/>
                                      </p:to>
                                    </p:set>
                                  </p:childTnLst>
                                </p:cTn>
                              </p:par>
                              <p:par>
                                <p:cTn id="47" presetID="53" presetClass="exit" presetSubtype="32" fill="hold" grpId="1" nodeType="withEffect">
                                  <p:stCondLst>
                                    <p:cond delay="0"/>
                                  </p:stCondLst>
                                  <p:iterate type="wd">
                                    <p:tmPct val="0"/>
                                  </p:iterate>
                                  <p:childTnLst>
                                    <p:anim calcmode="lin" valueType="num">
                                      <p:cBhvr>
                                        <p:cTn id="48" dur="500"/>
                                        <p:tgtEl>
                                          <p:spTgt spid="9">
                                            <p:txEl>
                                              <p:pRg st="0" end="0"/>
                                            </p:txEl>
                                          </p:spTgt>
                                        </p:tgtEl>
                                        <p:attrNameLst>
                                          <p:attrName>ppt_w</p:attrName>
                                        </p:attrNameLst>
                                      </p:cBhvr>
                                      <p:tavLst>
                                        <p:tav tm="0">
                                          <p:val>
                                            <p:strVal val="ppt_w"/>
                                          </p:val>
                                        </p:tav>
                                        <p:tav tm="100000">
                                          <p:val>
                                            <p:fltVal val="0"/>
                                          </p:val>
                                        </p:tav>
                                      </p:tavLst>
                                    </p:anim>
                                    <p:anim calcmode="lin" valueType="num">
                                      <p:cBhvr>
                                        <p:cTn id="49" dur="500"/>
                                        <p:tgtEl>
                                          <p:spTgt spid="9">
                                            <p:txEl>
                                              <p:pRg st="0" end="0"/>
                                            </p:txEl>
                                          </p:spTgt>
                                        </p:tgtEl>
                                        <p:attrNameLst>
                                          <p:attrName>ppt_h</p:attrName>
                                        </p:attrNameLst>
                                      </p:cBhvr>
                                      <p:tavLst>
                                        <p:tav tm="0">
                                          <p:val>
                                            <p:strVal val="ppt_h"/>
                                          </p:val>
                                        </p:tav>
                                        <p:tav tm="100000">
                                          <p:val>
                                            <p:fltVal val="0"/>
                                          </p:val>
                                        </p:tav>
                                      </p:tavLst>
                                    </p:anim>
                                    <p:animEffect transition="out" filter="fade">
                                      <p:cBhvr>
                                        <p:cTn id="50" dur="500"/>
                                        <p:tgtEl>
                                          <p:spTgt spid="9">
                                            <p:txEl>
                                              <p:pRg st="0" end="0"/>
                                            </p:txEl>
                                          </p:spTgt>
                                        </p:tgtEl>
                                      </p:cBhvr>
                                    </p:animEffect>
                                    <p:set>
                                      <p:cBhvr>
                                        <p:cTn id="51" dur="1" fill="hold">
                                          <p:stCondLst>
                                            <p:cond delay="499"/>
                                          </p:stCondLst>
                                        </p:cTn>
                                        <p:tgtEl>
                                          <p:spTgt spid="9">
                                            <p:txEl>
                                              <p:pRg st="0" end="0"/>
                                            </p:txEl>
                                          </p:spTgt>
                                        </p:tgtEl>
                                        <p:attrNameLst>
                                          <p:attrName>style.visibility</p:attrName>
                                        </p:attrNameLst>
                                      </p:cBhvr>
                                      <p:to>
                                        <p:strVal val="hidden"/>
                                      </p:to>
                                    </p:set>
                                  </p:childTnLst>
                                </p:cTn>
                              </p:par>
                              <p:par>
                                <p:cTn id="52" presetID="53" presetClass="exit" presetSubtype="32" fill="hold" grpId="1" nodeType="withEffect">
                                  <p:stCondLst>
                                    <p:cond delay="0"/>
                                  </p:stCondLst>
                                  <p:iterate type="wd">
                                    <p:tmPct val="0"/>
                                  </p:iterate>
                                  <p:childTnLst>
                                    <p:anim calcmode="lin" valueType="num">
                                      <p:cBhvr>
                                        <p:cTn id="53" dur="500"/>
                                        <p:tgtEl>
                                          <p:spTgt spid="9">
                                            <p:txEl>
                                              <p:pRg st="2" end="2"/>
                                            </p:txEl>
                                          </p:spTgt>
                                        </p:tgtEl>
                                        <p:attrNameLst>
                                          <p:attrName>ppt_w</p:attrName>
                                        </p:attrNameLst>
                                      </p:cBhvr>
                                      <p:tavLst>
                                        <p:tav tm="0">
                                          <p:val>
                                            <p:strVal val="ppt_w"/>
                                          </p:val>
                                        </p:tav>
                                        <p:tav tm="100000">
                                          <p:val>
                                            <p:fltVal val="0"/>
                                          </p:val>
                                        </p:tav>
                                      </p:tavLst>
                                    </p:anim>
                                    <p:anim calcmode="lin" valueType="num">
                                      <p:cBhvr>
                                        <p:cTn id="54" dur="500"/>
                                        <p:tgtEl>
                                          <p:spTgt spid="9">
                                            <p:txEl>
                                              <p:pRg st="2" end="2"/>
                                            </p:txEl>
                                          </p:spTgt>
                                        </p:tgtEl>
                                        <p:attrNameLst>
                                          <p:attrName>ppt_h</p:attrName>
                                        </p:attrNameLst>
                                      </p:cBhvr>
                                      <p:tavLst>
                                        <p:tav tm="0">
                                          <p:val>
                                            <p:strVal val="ppt_h"/>
                                          </p:val>
                                        </p:tav>
                                        <p:tav tm="100000">
                                          <p:val>
                                            <p:fltVal val="0"/>
                                          </p:val>
                                        </p:tav>
                                      </p:tavLst>
                                    </p:anim>
                                    <p:animEffect transition="out" filter="fade">
                                      <p:cBhvr>
                                        <p:cTn id="55" dur="500"/>
                                        <p:tgtEl>
                                          <p:spTgt spid="9">
                                            <p:txEl>
                                              <p:pRg st="2" end="2"/>
                                            </p:txEl>
                                          </p:spTgt>
                                        </p:tgtEl>
                                      </p:cBhvr>
                                    </p:animEffect>
                                    <p:set>
                                      <p:cBhvr>
                                        <p:cTn id="56" dur="1" fill="hold">
                                          <p:stCondLst>
                                            <p:cond delay="499"/>
                                          </p:stCondLst>
                                        </p:cTn>
                                        <p:tgtEl>
                                          <p:spTgt spid="9">
                                            <p:txEl>
                                              <p:pRg st="2" end="2"/>
                                            </p:txEl>
                                          </p:spTgt>
                                        </p:tgtEl>
                                        <p:attrNameLst>
                                          <p:attrName>style.visibility</p:attrName>
                                        </p:attrNameLst>
                                      </p:cBhvr>
                                      <p:to>
                                        <p:strVal val="hidden"/>
                                      </p:to>
                                    </p:set>
                                  </p:childTnLst>
                                </p:cTn>
                              </p:par>
                              <p:par>
                                <p:cTn id="57" presetID="53" presetClass="exit" presetSubtype="32" fill="hold" grpId="1" nodeType="withEffect">
                                  <p:stCondLst>
                                    <p:cond delay="0"/>
                                  </p:stCondLst>
                                  <p:iterate type="wd">
                                    <p:tmPct val="0"/>
                                  </p:iterate>
                                  <p:childTnLst>
                                    <p:anim calcmode="lin" valueType="num">
                                      <p:cBhvr>
                                        <p:cTn id="58" dur="500"/>
                                        <p:tgtEl>
                                          <p:spTgt spid="9">
                                            <p:txEl>
                                              <p:pRg st="4" end="4"/>
                                            </p:txEl>
                                          </p:spTgt>
                                        </p:tgtEl>
                                        <p:attrNameLst>
                                          <p:attrName>ppt_w</p:attrName>
                                        </p:attrNameLst>
                                      </p:cBhvr>
                                      <p:tavLst>
                                        <p:tav tm="0">
                                          <p:val>
                                            <p:strVal val="ppt_w"/>
                                          </p:val>
                                        </p:tav>
                                        <p:tav tm="100000">
                                          <p:val>
                                            <p:fltVal val="0"/>
                                          </p:val>
                                        </p:tav>
                                      </p:tavLst>
                                    </p:anim>
                                    <p:anim calcmode="lin" valueType="num">
                                      <p:cBhvr>
                                        <p:cTn id="59" dur="500"/>
                                        <p:tgtEl>
                                          <p:spTgt spid="9">
                                            <p:txEl>
                                              <p:pRg st="4" end="4"/>
                                            </p:txEl>
                                          </p:spTgt>
                                        </p:tgtEl>
                                        <p:attrNameLst>
                                          <p:attrName>ppt_h</p:attrName>
                                        </p:attrNameLst>
                                      </p:cBhvr>
                                      <p:tavLst>
                                        <p:tav tm="0">
                                          <p:val>
                                            <p:strVal val="ppt_h"/>
                                          </p:val>
                                        </p:tav>
                                        <p:tav tm="100000">
                                          <p:val>
                                            <p:fltVal val="0"/>
                                          </p:val>
                                        </p:tav>
                                      </p:tavLst>
                                    </p:anim>
                                    <p:animEffect transition="out" filter="fade">
                                      <p:cBhvr>
                                        <p:cTn id="60" dur="500"/>
                                        <p:tgtEl>
                                          <p:spTgt spid="9">
                                            <p:txEl>
                                              <p:pRg st="4" end="4"/>
                                            </p:txEl>
                                          </p:spTgt>
                                        </p:tgtEl>
                                      </p:cBhvr>
                                    </p:animEffect>
                                    <p:set>
                                      <p:cBhvr>
                                        <p:cTn id="61" dur="1" fill="hold">
                                          <p:stCondLst>
                                            <p:cond delay="499"/>
                                          </p:stCondLst>
                                        </p:cTn>
                                        <p:tgtEl>
                                          <p:spTgt spid="9">
                                            <p:txEl>
                                              <p:pRg st="4" end="4"/>
                                            </p:txEl>
                                          </p:spTgt>
                                        </p:tgtEl>
                                        <p:attrNameLst>
                                          <p:attrName>style.visibility</p:attrName>
                                        </p:attrNameLst>
                                      </p:cBhvr>
                                      <p:to>
                                        <p:strVal val="hidden"/>
                                      </p:to>
                                    </p:set>
                                  </p:childTnLst>
                                </p:cTn>
                              </p:par>
                              <p:par>
                                <p:cTn id="62" presetID="53" presetClass="exit" presetSubtype="32" fill="hold" grpId="1" nodeType="withEffect">
                                  <p:stCondLst>
                                    <p:cond delay="0"/>
                                  </p:stCondLst>
                                  <p:iterate type="wd">
                                    <p:tmPct val="0"/>
                                  </p:iterate>
                                  <p:childTnLst>
                                    <p:anim calcmode="lin" valueType="num">
                                      <p:cBhvr>
                                        <p:cTn id="63" dur="500"/>
                                        <p:tgtEl>
                                          <p:spTgt spid="9">
                                            <p:txEl>
                                              <p:pRg st="6" end="6"/>
                                            </p:txEl>
                                          </p:spTgt>
                                        </p:tgtEl>
                                        <p:attrNameLst>
                                          <p:attrName>ppt_w</p:attrName>
                                        </p:attrNameLst>
                                      </p:cBhvr>
                                      <p:tavLst>
                                        <p:tav tm="0">
                                          <p:val>
                                            <p:strVal val="ppt_w"/>
                                          </p:val>
                                        </p:tav>
                                        <p:tav tm="100000">
                                          <p:val>
                                            <p:fltVal val="0"/>
                                          </p:val>
                                        </p:tav>
                                      </p:tavLst>
                                    </p:anim>
                                    <p:anim calcmode="lin" valueType="num">
                                      <p:cBhvr>
                                        <p:cTn id="64" dur="500"/>
                                        <p:tgtEl>
                                          <p:spTgt spid="9">
                                            <p:txEl>
                                              <p:pRg st="6" end="6"/>
                                            </p:txEl>
                                          </p:spTgt>
                                        </p:tgtEl>
                                        <p:attrNameLst>
                                          <p:attrName>ppt_h</p:attrName>
                                        </p:attrNameLst>
                                      </p:cBhvr>
                                      <p:tavLst>
                                        <p:tav tm="0">
                                          <p:val>
                                            <p:strVal val="ppt_h"/>
                                          </p:val>
                                        </p:tav>
                                        <p:tav tm="100000">
                                          <p:val>
                                            <p:fltVal val="0"/>
                                          </p:val>
                                        </p:tav>
                                      </p:tavLst>
                                    </p:anim>
                                    <p:animEffect transition="out" filter="fade">
                                      <p:cBhvr>
                                        <p:cTn id="65" dur="500"/>
                                        <p:tgtEl>
                                          <p:spTgt spid="9">
                                            <p:txEl>
                                              <p:pRg st="6" end="6"/>
                                            </p:txEl>
                                          </p:spTgt>
                                        </p:tgtEl>
                                      </p:cBhvr>
                                    </p:animEffect>
                                    <p:set>
                                      <p:cBhvr>
                                        <p:cTn id="66" dur="1" fill="hold">
                                          <p:stCondLst>
                                            <p:cond delay="499"/>
                                          </p:stCondLst>
                                        </p:cTn>
                                        <p:tgtEl>
                                          <p:spTgt spid="9">
                                            <p:txEl>
                                              <p:pRg st="6" end="6"/>
                                            </p:txEl>
                                          </p:spTgt>
                                        </p:tgtEl>
                                        <p:attrNameLst>
                                          <p:attrName>style.visibility</p:attrName>
                                        </p:attrNameLst>
                                      </p:cBhvr>
                                      <p:to>
                                        <p:strVal val="hidden"/>
                                      </p:to>
                                    </p:set>
                                  </p:childTnLst>
                                </p:cTn>
                              </p:par>
                              <p:par>
                                <p:cTn id="67" presetID="53" presetClass="exit" presetSubtype="32" fill="hold" grpId="1" nodeType="withEffect">
                                  <p:stCondLst>
                                    <p:cond delay="0"/>
                                  </p:stCondLst>
                                  <p:iterate type="wd">
                                    <p:tmPct val="0"/>
                                  </p:iterate>
                                  <p:childTnLst>
                                    <p:anim calcmode="lin" valueType="num">
                                      <p:cBhvr>
                                        <p:cTn id="68" dur="500"/>
                                        <p:tgtEl>
                                          <p:spTgt spid="9">
                                            <p:txEl>
                                              <p:pRg st="8" end="8"/>
                                            </p:txEl>
                                          </p:spTgt>
                                        </p:tgtEl>
                                        <p:attrNameLst>
                                          <p:attrName>ppt_w</p:attrName>
                                        </p:attrNameLst>
                                      </p:cBhvr>
                                      <p:tavLst>
                                        <p:tav tm="0">
                                          <p:val>
                                            <p:strVal val="ppt_w"/>
                                          </p:val>
                                        </p:tav>
                                        <p:tav tm="100000">
                                          <p:val>
                                            <p:fltVal val="0"/>
                                          </p:val>
                                        </p:tav>
                                      </p:tavLst>
                                    </p:anim>
                                    <p:anim calcmode="lin" valueType="num">
                                      <p:cBhvr>
                                        <p:cTn id="69" dur="500"/>
                                        <p:tgtEl>
                                          <p:spTgt spid="9">
                                            <p:txEl>
                                              <p:pRg st="8" end="8"/>
                                            </p:txEl>
                                          </p:spTgt>
                                        </p:tgtEl>
                                        <p:attrNameLst>
                                          <p:attrName>ppt_h</p:attrName>
                                        </p:attrNameLst>
                                      </p:cBhvr>
                                      <p:tavLst>
                                        <p:tav tm="0">
                                          <p:val>
                                            <p:strVal val="ppt_h"/>
                                          </p:val>
                                        </p:tav>
                                        <p:tav tm="100000">
                                          <p:val>
                                            <p:fltVal val="0"/>
                                          </p:val>
                                        </p:tav>
                                      </p:tavLst>
                                    </p:anim>
                                    <p:animEffect transition="out" filter="fade">
                                      <p:cBhvr>
                                        <p:cTn id="70" dur="500"/>
                                        <p:tgtEl>
                                          <p:spTgt spid="9">
                                            <p:txEl>
                                              <p:pRg st="8" end="8"/>
                                            </p:txEl>
                                          </p:spTgt>
                                        </p:tgtEl>
                                      </p:cBhvr>
                                    </p:animEffect>
                                    <p:set>
                                      <p:cBhvr>
                                        <p:cTn id="71" dur="1" fill="hold">
                                          <p:stCondLst>
                                            <p:cond delay="499"/>
                                          </p:stCondLst>
                                        </p:cTn>
                                        <p:tgtEl>
                                          <p:spTgt spid="9">
                                            <p:txEl>
                                              <p:pRg st="8" end="8"/>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8" grpId="1" build="allAtOnce"/>
      <p:bldP spid="9" grpId="0" build="allAtOnce"/>
      <p:bldP spid="9" grpId="1" build="allAtOnce"/>
    </p:bldLst>
  </p:timing>
</p:sld>
</file>

<file path=ppt/slides/slide43.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55D66E01-EB97-4528-9DE4-056D6E5C10DD}"/>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D35F9C51-B12E-DEE9-E3FB-C6DC6E0EF9AB}"/>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740A3CD0-EDD2-6729-7160-640939E5D45E}"/>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3D94E6CB-3517-96D5-82C5-09630C20463E}"/>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B073EEC7-05DA-4247-37AB-764054BC3AF7}"/>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75D7363E-6FC0-6CE2-B51D-E749E2FB51ED}"/>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37B5F77A-39C1-F548-319B-BF3C161FE681}"/>
              </a:ext>
            </a:extLst>
          </p:cNvPr>
          <p:cNvSpPr/>
          <p:nvPr/>
        </p:nvSpPr>
        <p:spPr>
          <a:xfrm>
            <a:off x="1219473" y="1677082"/>
            <a:ext cx="6705054" cy="4177119"/>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910D24AD-DF7A-DB26-963C-ECF5A3AE3A69}"/>
              </a:ext>
            </a:extLst>
          </p:cNvPr>
          <p:cNvSpPr/>
          <p:nvPr/>
        </p:nvSpPr>
        <p:spPr>
          <a:xfrm>
            <a:off x="1219473" y="904672"/>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DFCFB27-F20A-B0CC-8169-0DB5B50BECB7}"/>
              </a:ext>
            </a:extLst>
          </p:cNvPr>
          <p:cNvSpPr txBox="1"/>
          <p:nvPr/>
        </p:nvSpPr>
        <p:spPr>
          <a:xfrm>
            <a:off x="1184078" y="100360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Example Enterprise Use Case: Healthcare</a:t>
            </a:r>
            <a:endParaRPr lang="en-US" sz="2000" b="1" spc="300" dirty="0">
              <a:solidFill>
                <a:schemeClr val="bg1"/>
              </a:solidFill>
              <a:latin typeface="Orbitron Black" pitchFamily="2" charset="0"/>
            </a:endParaRPr>
          </a:p>
        </p:txBody>
      </p:sp>
      <p:sp>
        <p:nvSpPr>
          <p:cNvPr id="9" name="TextBox 8">
            <a:extLst>
              <a:ext uri="{FF2B5EF4-FFF2-40B4-BE49-F238E27FC236}">
                <a16:creationId xmlns:a16="http://schemas.microsoft.com/office/drawing/2014/main" id="{71E98D98-D6A2-D67E-CFBB-D407A1E040B7}"/>
              </a:ext>
            </a:extLst>
          </p:cNvPr>
          <p:cNvSpPr txBox="1"/>
          <p:nvPr/>
        </p:nvSpPr>
        <p:spPr>
          <a:xfrm>
            <a:off x="1641290" y="2757655"/>
            <a:ext cx="6063021" cy="2031325"/>
          </a:xfrm>
          <a:prstGeom prst="rect">
            <a:avLst/>
          </a:prstGeom>
          <a:noFill/>
        </p:spPr>
        <p:txBody>
          <a:bodyPr wrap="square" rtlCol="0" anchor="ctr">
            <a:spAutoFit/>
          </a:bodyPr>
          <a:lstStyle/>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Encrypted patient identity (UMA)</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Cross-provider interoperability</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Secure medical IoT devices</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Quantum-safe long-term data protection</a:t>
            </a:r>
          </a:p>
        </p:txBody>
      </p:sp>
    </p:spTree>
    <p:extLst>
      <p:ext uri="{BB962C8B-B14F-4D97-AF65-F5344CB8AC3E}">
        <p14:creationId xmlns:p14="http://schemas.microsoft.com/office/powerpoint/2010/main" val="40109758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1" fill="hold" grpId="0" nodeType="clickEffect">
                                  <p:stCondLst>
                                    <p:cond delay="0"/>
                                  </p:stCondLst>
                                  <p:iterate type="wd">
                                    <p:tmPct val="10000"/>
                                  </p:iterate>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additive="base">
                                        <p:cTn id="14"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down)">
                                      <p:cBhvr>
                                        <p:cTn id="15" dur="5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grpId="0" nodeType="clickEffect">
                                  <p:stCondLst>
                                    <p:cond delay="0"/>
                                  </p:stCondLst>
                                  <p:iterate type="wd">
                                    <p:tmPct val="10000"/>
                                  </p:iterate>
                                  <p:childTnLst>
                                    <p:set>
                                      <p:cBhvr>
                                        <p:cTn id="19" dur="1" fill="hold">
                                          <p:stCondLst>
                                            <p:cond delay="0"/>
                                          </p:stCondLst>
                                        </p:cTn>
                                        <p:tgtEl>
                                          <p:spTgt spid="9">
                                            <p:txEl>
                                              <p:pRg st="2" end="2"/>
                                            </p:txEl>
                                          </p:spTgt>
                                        </p:tgtEl>
                                        <p:attrNameLst>
                                          <p:attrName>style.visibility</p:attrName>
                                        </p:attrNameLst>
                                      </p:cBhvr>
                                      <p:to>
                                        <p:strVal val="visible"/>
                                      </p:to>
                                    </p:set>
                                    <p:anim calcmode="lin" valueType="num">
                                      <p:cBhvr additive="base">
                                        <p:cTn id="20"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down)">
                                      <p:cBhvr>
                                        <p:cTn id="21" dur="500"/>
                                        <p:tgtEl>
                                          <p:spTgt spid="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iterate type="wd">
                                    <p:tmPct val="10000"/>
                                  </p:iterate>
                                  <p:childTnLst>
                                    <p:set>
                                      <p:cBhvr>
                                        <p:cTn id="25" dur="1" fill="hold">
                                          <p:stCondLst>
                                            <p:cond delay="0"/>
                                          </p:stCondLst>
                                        </p:cTn>
                                        <p:tgtEl>
                                          <p:spTgt spid="9">
                                            <p:txEl>
                                              <p:pRg st="4" end="4"/>
                                            </p:txEl>
                                          </p:spTgt>
                                        </p:tgtEl>
                                        <p:attrNameLst>
                                          <p:attrName>style.visibility</p:attrName>
                                        </p:attrNameLst>
                                      </p:cBhvr>
                                      <p:to>
                                        <p:strVal val="visible"/>
                                      </p:to>
                                    </p:set>
                                    <p:anim calcmode="lin" valueType="num">
                                      <p:cBhvr additive="base">
                                        <p:cTn id="26" dur="500"/>
                                        <p:tgtEl>
                                          <p:spTgt spid="9">
                                            <p:txEl>
                                              <p:pRg st="4" end="4"/>
                                            </p:txEl>
                                          </p:spTgt>
                                        </p:tgtEl>
                                        <p:attrNameLst>
                                          <p:attrName>ppt_y</p:attrName>
                                        </p:attrNameLst>
                                      </p:cBhvr>
                                      <p:tavLst>
                                        <p:tav tm="0">
                                          <p:val>
                                            <p:strVal val="#ppt_y-#ppt_h*1.125000"/>
                                          </p:val>
                                        </p:tav>
                                        <p:tav tm="100000">
                                          <p:val>
                                            <p:strVal val="#ppt_y"/>
                                          </p:val>
                                        </p:tav>
                                      </p:tavLst>
                                    </p:anim>
                                    <p:animEffect transition="in" filter="wipe(down)">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iterate type="wd">
                                    <p:tmPct val="10000"/>
                                  </p:iterate>
                                  <p:childTnLst>
                                    <p:set>
                                      <p:cBhvr>
                                        <p:cTn id="31" dur="1" fill="hold">
                                          <p:stCondLst>
                                            <p:cond delay="0"/>
                                          </p:stCondLst>
                                        </p:cTn>
                                        <p:tgtEl>
                                          <p:spTgt spid="9">
                                            <p:txEl>
                                              <p:pRg st="6" end="6"/>
                                            </p:txEl>
                                          </p:spTgt>
                                        </p:tgtEl>
                                        <p:attrNameLst>
                                          <p:attrName>style.visibility</p:attrName>
                                        </p:attrNameLst>
                                      </p:cBhvr>
                                      <p:to>
                                        <p:strVal val="visible"/>
                                      </p:to>
                                    </p:set>
                                    <p:anim calcmode="lin" valueType="num">
                                      <p:cBhvr additive="base">
                                        <p:cTn id="32" dur="500"/>
                                        <p:tgtEl>
                                          <p:spTgt spid="9">
                                            <p:txEl>
                                              <p:pRg st="6" end="6"/>
                                            </p:txEl>
                                          </p:spTgt>
                                        </p:tgtEl>
                                        <p:attrNameLst>
                                          <p:attrName>ppt_y</p:attrName>
                                        </p:attrNameLst>
                                      </p:cBhvr>
                                      <p:tavLst>
                                        <p:tav tm="0">
                                          <p:val>
                                            <p:strVal val="#ppt_y-#ppt_h*1.125000"/>
                                          </p:val>
                                        </p:tav>
                                        <p:tav tm="100000">
                                          <p:val>
                                            <p:strVal val="#ppt_y"/>
                                          </p:val>
                                        </p:tav>
                                      </p:tavLst>
                                    </p:anim>
                                    <p:animEffect transition="in" filter="wipe(down)">
                                      <p:cBhvr>
                                        <p:cTn id="33" dur="500"/>
                                        <p:tgtEl>
                                          <p:spTgt spid="9">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xit" presetSubtype="32" fill="hold" grpId="1" nodeType="clickEffect">
                                  <p:stCondLst>
                                    <p:cond delay="0"/>
                                  </p:stCondLst>
                                  <p:childTnLst>
                                    <p:anim calcmode="lin" valueType="num">
                                      <p:cBhvr>
                                        <p:cTn id="37" dur="500"/>
                                        <p:tgtEl>
                                          <p:spTgt spid="8">
                                            <p:txEl>
                                              <p:pRg st="0" end="0"/>
                                            </p:txEl>
                                          </p:spTgt>
                                        </p:tgtEl>
                                        <p:attrNameLst>
                                          <p:attrName>ppt_w</p:attrName>
                                        </p:attrNameLst>
                                      </p:cBhvr>
                                      <p:tavLst>
                                        <p:tav tm="0">
                                          <p:val>
                                            <p:strVal val="ppt_w"/>
                                          </p:val>
                                        </p:tav>
                                        <p:tav tm="100000">
                                          <p:val>
                                            <p:fltVal val="0"/>
                                          </p:val>
                                        </p:tav>
                                      </p:tavLst>
                                    </p:anim>
                                    <p:anim calcmode="lin" valueType="num">
                                      <p:cBhvr>
                                        <p:cTn id="38"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39" dur="500"/>
                                        <p:tgtEl>
                                          <p:spTgt spid="8">
                                            <p:txEl>
                                              <p:pRg st="0" end="0"/>
                                            </p:txEl>
                                          </p:spTgt>
                                        </p:tgtEl>
                                      </p:cBhvr>
                                    </p:animEffect>
                                    <p:set>
                                      <p:cBhvr>
                                        <p:cTn id="40" dur="1" fill="hold">
                                          <p:stCondLst>
                                            <p:cond delay="499"/>
                                          </p:stCondLst>
                                        </p:cTn>
                                        <p:tgtEl>
                                          <p:spTgt spid="8">
                                            <p:txEl>
                                              <p:pRg st="0" end="0"/>
                                            </p:txEl>
                                          </p:spTgt>
                                        </p:tgtEl>
                                        <p:attrNameLst>
                                          <p:attrName>style.visibility</p:attrName>
                                        </p:attrNameLst>
                                      </p:cBhvr>
                                      <p:to>
                                        <p:strVal val="hidden"/>
                                      </p:to>
                                    </p:set>
                                  </p:childTnLst>
                                </p:cTn>
                              </p:par>
                              <p:par>
                                <p:cTn id="41" presetID="53" presetClass="exit" presetSubtype="32" fill="hold" grpId="1" nodeType="withEffect">
                                  <p:stCondLst>
                                    <p:cond delay="0"/>
                                  </p:stCondLst>
                                  <p:iterate type="wd">
                                    <p:tmPct val="0"/>
                                  </p:iterate>
                                  <p:childTnLst>
                                    <p:anim calcmode="lin" valueType="num">
                                      <p:cBhvr>
                                        <p:cTn id="42" dur="500"/>
                                        <p:tgtEl>
                                          <p:spTgt spid="9">
                                            <p:txEl>
                                              <p:pRg st="0" end="0"/>
                                            </p:txEl>
                                          </p:spTgt>
                                        </p:tgtEl>
                                        <p:attrNameLst>
                                          <p:attrName>ppt_w</p:attrName>
                                        </p:attrNameLst>
                                      </p:cBhvr>
                                      <p:tavLst>
                                        <p:tav tm="0">
                                          <p:val>
                                            <p:strVal val="ppt_w"/>
                                          </p:val>
                                        </p:tav>
                                        <p:tav tm="100000">
                                          <p:val>
                                            <p:fltVal val="0"/>
                                          </p:val>
                                        </p:tav>
                                      </p:tavLst>
                                    </p:anim>
                                    <p:anim calcmode="lin" valueType="num">
                                      <p:cBhvr>
                                        <p:cTn id="43" dur="500"/>
                                        <p:tgtEl>
                                          <p:spTgt spid="9">
                                            <p:txEl>
                                              <p:pRg st="0" end="0"/>
                                            </p:txEl>
                                          </p:spTgt>
                                        </p:tgtEl>
                                        <p:attrNameLst>
                                          <p:attrName>ppt_h</p:attrName>
                                        </p:attrNameLst>
                                      </p:cBhvr>
                                      <p:tavLst>
                                        <p:tav tm="0">
                                          <p:val>
                                            <p:strVal val="ppt_h"/>
                                          </p:val>
                                        </p:tav>
                                        <p:tav tm="100000">
                                          <p:val>
                                            <p:fltVal val="0"/>
                                          </p:val>
                                        </p:tav>
                                      </p:tavLst>
                                    </p:anim>
                                    <p:animEffect transition="out" filter="fade">
                                      <p:cBhvr>
                                        <p:cTn id="44" dur="500"/>
                                        <p:tgtEl>
                                          <p:spTgt spid="9">
                                            <p:txEl>
                                              <p:pRg st="0" end="0"/>
                                            </p:txEl>
                                          </p:spTgt>
                                        </p:tgtEl>
                                      </p:cBhvr>
                                    </p:animEffect>
                                    <p:set>
                                      <p:cBhvr>
                                        <p:cTn id="45" dur="1" fill="hold">
                                          <p:stCondLst>
                                            <p:cond delay="499"/>
                                          </p:stCondLst>
                                        </p:cTn>
                                        <p:tgtEl>
                                          <p:spTgt spid="9">
                                            <p:txEl>
                                              <p:pRg st="0" end="0"/>
                                            </p:txEl>
                                          </p:spTgt>
                                        </p:tgtEl>
                                        <p:attrNameLst>
                                          <p:attrName>style.visibility</p:attrName>
                                        </p:attrNameLst>
                                      </p:cBhvr>
                                      <p:to>
                                        <p:strVal val="hidden"/>
                                      </p:to>
                                    </p:set>
                                  </p:childTnLst>
                                </p:cTn>
                              </p:par>
                              <p:par>
                                <p:cTn id="46" presetID="53" presetClass="exit" presetSubtype="32" fill="hold" grpId="1" nodeType="withEffect">
                                  <p:stCondLst>
                                    <p:cond delay="0"/>
                                  </p:stCondLst>
                                  <p:iterate type="wd">
                                    <p:tmPct val="0"/>
                                  </p:iterate>
                                  <p:childTnLst>
                                    <p:anim calcmode="lin" valueType="num">
                                      <p:cBhvr>
                                        <p:cTn id="47" dur="500"/>
                                        <p:tgtEl>
                                          <p:spTgt spid="9">
                                            <p:txEl>
                                              <p:pRg st="2" end="2"/>
                                            </p:txEl>
                                          </p:spTgt>
                                        </p:tgtEl>
                                        <p:attrNameLst>
                                          <p:attrName>ppt_w</p:attrName>
                                        </p:attrNameLst>
                                      </p:cBhvr>
                                      <p:tavLst>
                                        <p:tav tm="0">
                                          <p:val>
                                            <p:strVal val="ppt_w"/>
                                          </p:val>
                                        </p:tav>
                                        <p:tav tm="100000">
                                          <p:val>
                                            <p:fltVal val="0"/>
                                          </p:val>
                                        </p:tav>
                                      </p:tavLst>
                                    </p:anim>
                                    <p:anim calcmode="lin" valueType="num">
                                      <p:cBhvr>
                                        <p:cTn id="48" dur="500"/>
                                        <p:tgtEl>
                                          <p:spTgt spid="9">
                                            <p:txEl>
                                              <p:pRg st="2" end="2"/>
                                            </p:txEl>
                                          </p:spTgt>
                                        </p:tgtEl>
                                        <p:attrNameLst>
                                          <p:attrName>ppt_h</p:attrName>
                                        </p:attrNameLst>
                                      </p:cBhvr>
                                      <p:tavLst>
                                        <p:tav tm="0">
                                          <p:val>
                                            <p:strVal val="ppt_h"/>
                                          </p:val>
                                        </p:tav>
                                        <p:tav tm="100000">
                                          <p:val>
                                            <p:fltVal val="0"/>
                                          </p:val>
                                        </p:tav>
                                      </p:tavLst>
                                    </p:anim>
                                    <p:animEffect transition="out" filter="fade">
                                      <p:cBhvr>
                                        <p:cTn id="49" dur="500"/>
                                        <p:tgtEl>
                                          <p:spTgt spid="9">
                                            <p:txEl>
                                              <p:pRg st="2" end="2"/>
                                            </p:txEl>
                                          </p:spTgt>
                                        </p:tgtEl>
                                      </p:cBhvr>
                                    </p:animEffect>
                                    <p:set>
                                      <p:cBhvr>
                                        <p:cTn id="50" dur="1" fill="hold">
                                          <p:stCondLst>
                                            <p:cond delay="499"/>
                                          </p:stCondLst>
                                        </p:cTn>
                                        <p:tgtEl>
                                          <p:spTgt spid="9">
                                            <p:txEl>
                                              <p:pRg st="2" end="2"/>
                                            </p:txEl>
                                          </p:spTgt>
                                        </p:tgtEl>
                                        <p:attrNameLst>
                                          <p:attrName>style.visibility</p:attrName>
                                        </p:attrNameLst>
                                      </p:cBhvr>
                                      <p:to>
                                        <p:strVal val="hidden"/>
                                      </p:to>
                                    </p:set>
                                  </p:childTnLst>
                                </p:cTn>
                              </p:par>
                              <p:par>
                                <p:cTn id="51" presetID="53" presetClass="exit" presetSubtype="32" fill="hold" grpId="1" nodeType="withEffect">
                                  <p:stCondLst>
                                    <p:cond delay="0"/>
                                  </p:stCondLst>
                                  <p:iterate type="wd">
                                    <p:tmPct val="0"/>
                                  </p:iterate>
                                  <p:childTnLst>
                                    <p:anim calcmode="lin" valueType="num">
                                      <p:cBhvr>
                                        <p:cTn id="52" dur="500"/>
                                        <p:tgtEl>
                                          <p:spTgt spid="9">
                                            <p:txEl>
                                              <p:pRg st="4" end="4"/>
                                            </p:txEl>
                                          </p:spTgt>
                                        </p:tgtEl>
                                        <p:attrNameLst>
                                          <p:attrName>ppt_w</p:attrName>
                                        </p:attrNameLst>
                                      </p:cBhvr>
                                      <p:tavLst>
                                        <p:tav tm="0">
                                          <p:val>
                                            <p:strVal val="ppt_w"/>
                                          </p:val>
                                        </p:tav>
                                        <p:tav tm="100000">
                                          <p:val>
                                            <p:fltVal val="0"/>
                                          </p:val>
                                        </p:tav>
                                      </p:tavLst>
                                    </p:anim>
                                    <p:anim calcmode="lin" valueType="num">
                                      <p:cBhvr>
                                        <p:cTn id="53" dur="500"/>
                                        <p:tgtEl>
                                          <p:spTgt spid="9">
                                            <p:txEl>
                                              <p:pRg st="4" end="4"/>
                                            </p:txEl>
                                          </p:spTgt>
                                        </p:tgtEl>
                                        <p:attrNameLst>
                                          <p:attrName>ppt_h</p:attrName>
                                        </p:attrNameLst>
                                      </p:cBhvr>
                                      <p:tavLst>
                                        <p:tav tm="0">
                                          <p:val>
                                            <p:strVal val="ppt_h"/>
                                          </p:val>
                                        </p:tav>
                                        <p:tav tm="100000">
                                          <p:val>
                                            <p:fltVal val="0"/>
                                          </p:val>
                                        </p:tav>
                                      </p:tavLst>
                                    </p:anim>
                                    <p:animEffect transition="out" filter="fade">
                                      <p:cBhvr>
                                        <p:cTn id="54" dur="500"/>
                                        <p:tgtEl>
                                          <p:spTgt spid="9">
                                            <p:txEl>
                                              <p:pRg st="4" end="4"/>
                                            </p:txEl>
                                          </p:spTgt>
                                        </p:tgtEl>
                                      </p:cBhvr>
                                    </p:animEffect>
                                    <p:set>
                                      <p:cBhvr>
                                        <p:cTn id="55" dur="1" fill="hold">
                                          <p:stCondLst>
                                            <p:cond delay="499"/>
                                          </p:stCondLst>
                                        </p:cTn>
                                        <p:tgtEl>
                                          <p:spTgt spid="9">
                                            <p:txEl>
                                              <p:pRg st="4" end="4"/>
                                            </p:txEl>
                                          </p:spTgt>
                                        </p:tgtEl>
                                        <p:attrNameLst>
                                          <p:attrName>style.visibility</p:attrName>
                                        </p:attrNameLst>
                                      </p:cBhvr>
                                      <p:to>
                                        <p:strVal val="hidden"/>
                                      </p:to>
                                    </p:set>
                                  </p:childTnLst>
                                </p:cTn>
                              </p:par>
                              <p:par>
                                <p:cTn id="56" presetID="53" presetClass="exit" presetSubtype="32" fill="hold" grpId="1" nodeType="withEffect">
                                  <p:stCondLst>
                                    <p:cond delay="0"/>
                                  </p:stCondLst>
                                  <p:iterate type="wd">
                                    <p:tmPct val="0"/>
                                  </p:iterate>
                                  <p:childTnLst>
                                    <p:anim calcmode="lin" valueType="num">
                                      <p:cBhvr>
                                        <p:cTn id="57" dur="500"/>
                                        <p:tgtEl>
                                          <p:spTgt spid="9">
                                            <p:txEl>
                                              <p:pRg st="6" end="6"/>
                                            </p:txEl>
                                          </p:spTgt>
                                        </p:tgtEl>
                                        <p:attrNameLst>
                                          <p:attrName>ppt_w</p:attrName>
                                        </p:attrNameLst>
                                      </p:cBhvr>
                                      <p:tavLst>
                                        <p:tav tm="0">
                                          <p:val>
                                            <p:strVal val="ppt_w"/>
                                          </p:val>
                                        </p:tav>
                                        <p:tav tm="100000">
                                          <p:val>
                                            <p:fltVal val="0"/>
                                          </p:val>
                                        </p:tav>
                                      </p:tavLst>
                                    </p:anim>
                                    <p:anim calcmode="lin" valueType="num">
                                      <p:cBhvr>
                                        <p:cTn id="58" dur="500"/>
                                        <p:tgtEl>
                                          <p:spTgt spid="9">
                                            <p:txEl>
                                              <p:pRg st="6" end="6"/>
                                            </p:txEl>
                                          </p:spTgt>
                                        </p:tgtEl>
                                        <p:attrNameLst>
                                          <p:attrName>ppt_h</p:attrName>
                                        </p:attrNameLst>
                                      </p:cBhvr>
                                      <p:tavLst>
                                        <p:tav tm="0">
                                          <p:val>
                                            <p:strVal val="ppt_h"/>
                                          </p:val>
                                        </p:tav>
                                        <p:tav tm="100000">
                                          <p:val>
                                            <p:fltVal val="0"/>
                                          </p:val>
                                        </p:tav>
                                      </p:tavLst>
                                    </p:anim>
                                    <p:animEffect transition="out" filter="fade">
                                      <p:cBhvr>
                                        <p:cTn id="59" dur="500"/>
                                        <p:tgtEl>
                                          <p:spTgt spid="9">
                                            <p:txEl>
                                              <p:pRg st="6" end="6"/>
                                            </p:txEl>
                                          </p:spTgt>
                                        </p:tgtEl>
                                      </p:cBhvr>
                                    </p:animEffect>
                                    <p:set>
                                      <p:cBhvr>
                                        <p:cTn id="60" dur="1" fill="hold">
                                          <p:stCondLst>
                                            <p:cond delay="499"/>
                                          </p:stCondLst>
                                        </p:cTn>
                                        <p:tgtEl>
                                          <p:spTgt spid="9">
                                            <p:txEl>
                                              <p:pRg st="6" end="6"/>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8" grpId="1" build="allAtOnce"/>
      <p:bldP spid="9" grpId="0" build="allAtOnce"/>
      <p:bldP spid="9" grpId="1" build="allAtOnce"/>
    </p:bldLst>
  </p:timing>
</p:sld>
</file>

<file path=ppt/slides/slide44.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B294F3D8-7044-A6E2-0558-60943C23A055}"/>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9C8FE109-A834-2A7D-BD5E-00396E70E491}"/>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646923DD-CB5E-9D32-9307-706D2AA0FA9B}"/>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5CFCFD77-7523-6535-25D9-34E9127F2588}"/>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65537EA2-8399-34FC-3B94-D1D8DED0287E}"/>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1DFCFCFA-15D9-ABFB-F40E-7E52109569BC}"/>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11B1FF09-31B3-C11C-EDE8-7986C6321341}"/>
              </a:ext>
            </a:extLst>
          </p:cNvPr>
          <p:cNvSpPr/>
          <p:nvPr/>
        </p:nvSpPr>
        <p:spPr>
          <a:xfrm>
            <a:off x="1219473" y="1677082"/>
            <a:ext cx="6705054" cy="4177119"/>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599D5D8-2EDE-92DD-0009-55CC3EDDB33D}"/>
              </a:ext>
            </a:extLst>
          </p:cNvPr>
          <p:cNvSpPr/>
          <p:nvPr/>
        </p:nvSpPr>
        <p:spPr>
          <a:xfrm>
            <a:off x="1219473" y="904672"/>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342A926-7CD5-A2DF-C13C-091708292D7E}"/>
              </a:ext>
            </a:extLst>
          </p:cNvPr>
          <p:cNvSpPr txBox="1"/>
          <p:nvPr/>
        </p:nvSpPr>
        <p:spPr>
          <a:xfrm>
            <a:off x="1184078" y="100360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Example Enterprise Use Case: Government</a:t>
            </a:r>
            <a:endParaRPr lang="en-US" sz="2000" b="1" spc="300" dirty="0">
              <a:solidFill>
                <a:schemeClr val="bg1"/>
              </a:solidFill>
              <a:latin typeface="Orbitron Black" pitchFamily="2" charset="0"/>
            </a:endParaRPr>
          </a:p>
        </p:txBody>
      </p:sp>
      <p:sp>
        <p:nvSpPr>
          <p:cNvPr id="9" name="TextBox 8">
            <a:extLst>
              <a:ext uri="{FF2B5EF4-FFF2-40B4-BE49-F238E27FC236}">
                <a16:creationId xmlns:a16="http://schemas.microsoft.com/office/drawing/2014/main" id="{FDCB6565-5D6B-55AB-04B6-F23767E3267E}"/>
              </a:ext>
            </a:extLst>
          </p:cNvPr>
          <p:cNvSpPr txBox="1"/>
          <p:nvPr/>
        </p:nvSpPr>
        <p:spPr>
          <a:xfrm>
            <a:off x="1641290" y="2757655"/>
            <a:ext cx="6063021" cy="2031325"/>
          </a:xfrm>
          <a:prstGeom prst="rect">
            <a:avLst/>
          </a:prstGeom>
          <a:noFill/>
        </p:spPr>
        <p:txBody>
          <a:bodyPr wrap="square" rtlCol="0" anchor="ctr">
            <a:spAutoFit/>
          </a:bodyPr>
          <a:lstStyle/>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Secure document notarization</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Tamper-proof public records</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Quantum-resistant national identity layer</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Cross-agency data interoperability</a:t>
            </a:r>
          </a:p>
        </p:txBody>
      </p:sp>
    </p:spTree>
    <p:extLst>
      <p:ext uri="{BB962C8B-B14F-4D97-AF65-F5344CB8AC3E}">
        <p14:creationId xmlns:p14="http://schemas.microsoft.com/office/powerpoint/2010/main" val="25168703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1" fill="hold" grpId="0" nodeType="clickEffect">
                                  <p:stCondLst>
                                    <p:cond delay="0"/>
                                  </p:stCondLst>
                                  <p:iterate type="wd">
                                    <p:tmPct val="10000"/>
                                  </p:iterate>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additive="base">
                                        <p:cTn id="14"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down)">
                                      <p:cBhvr>
                                        <p:cTn id="15" dur="5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grpId="0" nodeType="clickEffect">
                                  <p:stCondLst>
                                    <p:cond delay="0"/>
                                  </p:stCondLst>
                                  <p:iterate type="wd">
                                    <p:tmPct val="10000"/>
                                  </p:iterate>
                                  <p:childTnLst>
                                    <p:set>
                                      <p:cBhvr>
                                        <p:cTn id="19" dur="1" fill="hold">
                                          <p:stCondLst>
                                            <p:cond delay="0"/>
                                          </p:stCondLst>
                                        </p:cTn>
                                        <p:tgtEl>
                                          <p:spTgt spid="9">
                                            <p:txEl>
                                              <p:pRg st="2" end="2"/>
                                            </p:txEl>
                                          </p:spTgt>
                                        </p:tgtEl>
                                        <p:attrNameLst>
                                          <p:attrName>style.visibility</p:attrName>
                                        </p:attrNameLst>
                                      </p:cBhvr>
                                      <p:to>
                                        <p:strVal val="visible"/>
                                      </p:to>
                                    </p:set>
                                    <p:anim calcmode="lin" valueType="num">
                                      <p:cBhvr additive="base">
                                        <p:cTn id="20"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down)">
                                      <p:cBhvr>
                                        <p:cTn id="21" dur="500"/>
                                        <p:tgtEl>
                                          <p:spTgt spid="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iterate type="wd">
                                    <p:tmPct val="10000"/>
                                  </p:iterate>
                                  <p:childTnLst>
                                    <p:set>
                                      <p:cBhvr>
                                        <p:cTn id="25" dur="1" fill="hold">
                                          <p:stCondLst>
                                            <p:cond delay="0"/>
                                          </p:stCondLst>
                                        </p:cTn>
                                        <p:tgtEl>
                                          <p:spTgt spid="9">
                                            <p:txEl>
                                              <p:pRg st="4" end="4"/>
                                            </p:txEl>
                                          </p:spTgt>
                                        </p:tgtEl>
                                        <p:attrNameLst>
                                          <p:attrName>style.visibility</p:attrName>
                                        </p:attrNameLst>
                                      </p:cBhvr>
                                      <p:to>
                                        <p:strVal val="visible"/>
                                      </p:to>
                                    </p:set>
                                    <p:anim calcmode="lin" valueType="num">
                                      <p:cBhvr additive="base">
                                        <p:cTn id="26" dur="500"/>
                                        <p:tgtEl>
                                          <p:spTgt spid="9">
                                            <p:txEl>
                                              <p:pRg st="4" end="4"/>
                                            </p:txEl>
                                          </p:spTgt>
                                        </p:tgtEl>
                                        <p:attrNameLst>
                                          <p:attrName>ppt_y</p:attrName>
                                        </p:attrNameLst>
                                      </p:cBhvr>
                                      <p:tavLst>
                                        <p:tav tm="0">
                                          <p:val>
                                            <p:strVal val="#ppt_y-#ppt_h*1.125000"/>
                                          </p:val>
                                        </p:tav>
                                        <p:tav tm="100000">
                                          <p:val>
                                            <p:strVal val="#ppt_y"/>
                                          </p:val>
                                        </p:tav>
                                      </p:tavLst>
                                    </p:anim>
                                    <p:animEffect transition="in" filter="wipe(down)">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iterate type="wd">
                                    <p:tmPct val="10000"/>
                                  </p:iterate>
                                  <p:childTnLst>
                                    <p:set>
                                      <p:cBhvr>
                                        <p:cTn id="31" dur="1" fill="hold">
                                          <p:stCondLst>
                                            <p:cond delay="0"/>
                                          </p:stCondLst>
                                        </p:cTn>
                                        <p:tgtEl>
                                          <p:spTgt spid="9">
                                            <p:txEl>
                                              <p:pRg st="6" end="6"/>
                                            </p:txEl>
                                          </p:spTgt>
                                        </p:tgtEl>
                                        <p:attrNameLst>
                                          <p:attrName>style.visibility</p:attrName>
                                        </p:attrNameLst>
                                      </p:cBhvr>
                                      <p:to>
                                        <p:strVal val="visible"/>
                                      </p:to>
                                    </p:set>
                                    <p:anim calcmode="lin" valueType="num">
                                      <p:cBhvr additive="base">
                                        <p:cTn id="32" dur="500"/>
                                        <p:tgtEl>
                                          <p:spTgt spid="9">
                                            <p:txEl>
                                              <p:pRg st="6" end="6"/>
                                            </p:txEl>
                                          </p:spTgt>
                                        </p:tgtEl>
                                        <p:attrNameLst>
                                          <p:attrName>ppt_y</p:attrName>
                                        </p:attrNameLst>
                                      </p:cBhvr>
                                      <p:tavLst>
                                        <p:tav tm="0">
                                          <p:val>
                                            <p:strVal val="#ppt_y-#ppt_h*1.125000"/>
                                          </p:val>
                                        </p:tav>
                                        <p:tav tm="100000">
                                          <p:val>
                                            <p:strVal val="#ppt_y"/>
                                          </p:val>
                                        </p:tav>
                                      </p:tavLst>
                                    </p:anim>
                                    <p:animEffect transition="in" filter="wipe(down)">
                                      <p:cBhvr>
                                        <p:cTn id="33" dur="500"/>
                                        <p:tgtEl>
                                          <p:spTgt spid="9">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xit" presetSubtype="32" fill="hold" grpId="1" nodeType="clickEffect">
                                  <p:stCondLst>
                                    <p:cond delay="0"/>
                                  </p:stCondLst>
                                  <p:childTnLst>
                                    <p:anim calcmode="lin" valueType="num">
                                      <p:cBhvr>
                                        <p:cTn id="37" dur="500"/>
                                        <p:tgtEl>
                                          <p:spTgt spid="8">
                                            <p:txEl>
                                              <p:pRg st="0" end="0"/>
                                            </p:txEl>
                                          </p:spTgt>
                                        </p:tgtEl>
                                        <p:attrNameLst>
                                          <p:attrName>ppt_w</p:attrName>
                                        </p:attrNameLst>
                                      </p:cBhvr>
                                      <p:tavLst>
                                        <p:tav tm="0">
                                          <p:val>
                                            <p:strVal val="ppt_w"/>
                                          </p:val>
                                        </p:tav>
                                        <p:tav tm="100000">
                                          <p:val>
                                            <p:fltVal val="0"/>
                                          </p:val>
                                        </p:tav>
                                      </p:tavLst>
                                    </p:anim>
                                    <p:anim calcmode="lin" valueType="num">
                                      <p:cBhvr>
                                        <p:cTn id="38"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39" dur="500"/>
                                        <p:tgtEl>
                                          <p:spTgt spid="8">
                                            <p:txEl>
                                              <p:pRg st="0" end="0"/>
                                            </p:txEl>
                                          </p:spTgt>
                                        </p:tgtEl>
                                      </p:cBhvr>
                                    </p:animEffect>
                                    <p:set>
                                      <p:cBhvr>
                                        <p:cTn id="40" dur="1" fill="hold">
                                          <p:stCondLst>
                                            <p:cond delay="499"/>
                                          </p:stCondLst>
                                        </p:cTn>
                                        <p:tgtEl>
                                          <p:spTgt spid="8">
                                            <p:txEl>
                                              <p:pRg st="0" end="0"/>
                                            </p:txEl>
                                          </p:spTgt>
                                        </p:tgtEl>
                                        <p:attrNameLst>
                                          <p:attrName>style.visibility</p:attrName>
                                        </p:attrNameLst>
                                      </p:cBhvr>
                                      <p:to>
                                        <p:strVal val="hidden"/>
                                      </p:to>
                                    </p:set>
                                  </p:childTnLst>
                                </p:cTn>
                              </p:par>
                              <p:par>
                                <p:cTn id="41" presetID="53" presetClass="exit" presetSubtype="32" fill="hold" grpId="1" nodeType="withEffect">
                                  <p:stCondLst>
                                    <p:cond delay="0"/>
                                  </p:stCondLst>
                                  <p:iterate type="wd">
                                    <p:tmPct val="0"/>
                                  </p:iterate>
                                  <p:childTnLst>
                                    <p:anim calcmode="lin" valueType="num">
                                      <p:cBhvr>
                                        <p:cTn id="42" dur="500"/>
                                        <p:tgtEl>
                                          <p:spTgt spid="9">
                                            <p:txEl>
                                              <p:pRg st="0" end="0"/>
                                            </p:txEl>
                                          </p:spTgt>
                                        </p:tgtEl>
                                        <p:attrNameLst>
                                          <p:attrName>ppt_w</p:attrName>
                                        </p:attrNameLst>
                                      </p:cBhvr>
                                      <p:tavLst>
                                        <p:tav tm="0">
                                          <p:val>
                                            <p:strVal val="ppt_w"/>
                                          </p:val>
                                        </p:tav>
                                        <p:tav tm="100000">
                                          <p:val>
                                            <p:fltVal val="0"/>
                                          </p:val>
                                        </p:tav>
                                      </p:tavLst>
                                    </p:anim>
                                    <p:anim calcmode="lin" valueType="num">
                                      <p:cBhvr>
                                        <p:cTn id="43" dur="500"/>
                                        <p:tgtEl>
                                          <p:spTgt spid="9">
                                            <p:txEl>
                                              <p:pRg st="0" end="0"/>
                                            </p:txEl>
                                          </p:spTgt>
                                        </p:tgtEl>
                                        <p:attrNameLst>
                                          <p:attrName>ppt_h</p:attrName>
                                        </p:attrNameLst>
                                      </p:cBhvr>
                                      <p:tavLst>
                                        <p:tav tm="0">
                                          <p:val>
                                            <p:strVal val="ppt_h"/>
                                          </p:val>
                                        </p:tav>
                                        <p:tav tm="100000">
                                          <p:val>
                                            <p:fltVal val="0"/>
                                          </p:val>
                                        </p:tav>
                                      </p:tavLst>
                                    </p:anim>
                                    <p:animEffect transition="out" filter="fade">
                                      <p:cBhvr>
                                        <p:cTn id="44" dur="500"/>
                                        <p:tgtEl>
                                          <p:spTgt spid="9">
                                            <p:txEl>
                                              <p:pRg st="0" end="0"/>
                                            </p:txEl>
                                          </p:spTgt>
                                        </p:tgtEl>
                                      </p:cBhvr>
                                    </p:animEffect>
                                    <p:set>
                                      <p:cBhvr>
                                        <p:cTn id="45" dur="1" fill="hold">
                                          <p:stCondLst>
                                            <p:cond delay="499"/>
                                          </p:stCondLst>
                                        </p:cTn>
                                        <p:tgtEl>
                                          <p:spTgt spid="9">
                                            <p:txEl>
                                              <p:pRg st="0" end="0"/>
                                            </p:txEl>
                                          </p:spTgt>
                                        </p:tgtEl>
                                        <p:attrNameLst>
                                          <p:attrName>style.visibility</p:attrName>
                                        </p:attrNameLst>
                                      </p:cBhvr>
                                      <p:to>
                                        <p:strVal val="hidden"/>
                                      </p:to>
                                    </p:set>
                                  </p:childTnLst>
                                </p:cTn>
                              </p:par>
                              <p:par>
                                <p:cTn id="46" presetID="53" presetClass="exit" presetSubtype="32" fill="hold" grpId="1" nodeType="withEffect">
                                  <p:stCondLst>
                                    <p:cond delay="0"/>
                                  </p:stCondLst>
                                  <p:iterate type="wd">
                                    <p:tmPct val="0"/>
                                  </p:iterate>
                                  <p:childTnLst>
                                    <p:anim calcmode="lin" valueType="num">
                                      <p:cBhvr>
                                        <p:cTn id="47" dur="500"/>
                                        <p:tgtEl>
                                          <p:spTgt spid="9">
                                            <p:txEl>
                                              <p:pRg st="2" end="2"/>
                                            </p:txEl>
                                          </p:spTgt>
                                        </p:tgtEl>
                                        <p:attrNameLst>
                                          <p:attrName>ppt_w</p:attrName>
                                        </p:attrNameLst>
                                      </p:cBhvr>
                                      <p:tavLst>
                                        <p:tav tm="0">
                                          <p:val>
                                            <p:strVal val="ppt_w"/>
                                          </p:val>
                                        </p:tav>
                                        <p:tav tm="100000">
                                          <p:val>
                                            <p:fltVal val="0"/>
                                          </p:val>
                                        </p:tav>
                                      </p:tavLst>
                                    </p:anim>
                                    <p:anim calcmode="lin" valueType="num">
                                      <p:cBhvr>
                                        <p:cTn id="48" dur="500"/>
                                        <p:tgtEl>
                                          <p:spTgt spid="9">
                                            <p:txEl>
                                              <p:pRg st="2" end="2"/>
                                            </p:txEl>
                                          </p:spTgt>
                                        </p:tgtEl>
                                        <p:attrNameLst>
                                          <p:attrName>ppt_h</p:attrName>
                                        </p:attrNameLst>
                                      </p:cBhvr>
                                      <p:tavLst>
                                        <p:tav tm="0">
                                          <p:val>
                                            <p:strVal val="ppt_h"/>
                                          </p:val>
                                        </p:tav>
                                        <p:tav tm="100000">
                                          <p:val>
                                            <p:fltVal val="0"/>
                                          </p:val>
                                        </p:tav>
                                      </p:tavLst>
                                    </p:anim>
                                    <p:animEffect transition="out" filter="fade">
                                      <p:cBhvr>
                                        <p:cTn id="49" dur="500"/>
                                        <p:tgtEl>
                                          <p:spTgt spid="9">
                                            <p:txEl>
                                              <p:pRg st="2" end="2"/>
                                            </p:txEl>
                                          </p:spTgt>
                                        </p:tgtEl>
                                      </p:cBhvr>
                                    </p:animEffect>
                                    <p:set>
                                      <p:cBhvr>
                                        <p:cTn id="50" dur="1" fill="hold">
                                          <p:stCondLst>
                                            <p:cond delay="499"/>
                                          </p:stCondLst>
                                        </p:cTn>
                                        <p:tgtEl>
                                          <p:spTgt spid="9">
                                            <p:txEl>
                                              <p:pRg st="2" end="2"/>
                                            </p:txEl>
                                          </p:spTgt>
                                        </p:tgtEl>
                                        <p:attrNameLst>
                                          <p:attrName>style.visibility</p:attrName>
                                        </p:attrNameLst>
                                      </p:cBhvr>
                                      <p:to>
                                        <p:strVal val="hidden"/>
                                      </p:to>
                                    </p:set>
                                  </p:childTnLst>
                                </p:cTn>
                              </p:par>
                              <p:par>
                                <p:cTn id="51" presetID="53" presetClass="exit" presetSubtype="32" fill="hold" grpId="1" nodeType="withEffect">
                                  <p:stCondLst>
                                    <p:cond delay="0"/>
                                  </p:stCondLst>
                                  <p:iterate type="wd">
                                    <p:tmPct val="0"/>
                                  </p:iterate>
                                  <p:childTnLst>
                                    <p:anim calcmode="lin" valueType="num">
                                      <p:cBhvr>
                                        <p:cTn id="52" dur="500"/>
                                        <p:tgtEl>
                                          <p:spTgt spid="9">
                                            <p:txEl>
                                              <p:pRg st="4" end="4"/>
                                            </p:txEl>
                                          </p:spTgt>
                                        </p:tgtEl>
                                        <p:attrNameLst>
                                          <p:attrName>ppt_w</p:attrName>
                                        </p:attrNameLst>
                                      </p:cBhvr>
                                      <p:tavLst>
                                        <p:tav tm="0">
                                          <p:val>
                                            <p:strVal val="ppt_w"/>
                                          </p:val>
                                        </p:tav>
                                        <p:tav tm="100000">
                                          <p:val>
                                            <p:fltVal val="0"/>
                                          </p:val>
                                        </p:tav>
                                      </p:tavLst>
                                    </p:anim>
                                    <p:anim calcmode="lin" valueType="num">
                                      <p:cBhvr>
                                        <p:cTn id="53" dur="500"/>
                                        <p:tgtEl>
                                          <p:spTgt spid="9">
                                            <p:txEl>
                                              <p:pRg st="4" end="4"/>
                                            </p:txEl>
                                          </p:spTgt>
                                        </p:tgtEl>
                                        <p:attrNameLst>
                                          <p:attrName>ppt_h</p:attrName>
                                        </p:attrNameLst>
                                      </p:cBhvr>
                                      <p:tavLst>
                                        <p:tav tm="0">
                                          <p:val>
                                            <p:strVal val="ppt_h"/>
                                          </p:val>
                                        </p:tav>
                                        <p:tav tm="100000">
                                          <p:val>
                                            <p:fltVal val="0"/>
                                          </p:val>
                                        </p:tav>
                                      </p:tavLst>
                                    </p:anim>
                                    <p:animEffect transition="out" filter="fade">
                                      <p:cBhvr>
                                        <p:cTn id="54" dur="500"/>
                                        <p:tgtEl>
                                          <p:spTgt spid="9">
                                            <p:txEl>
                                              <p:pRg st="4" end="4"/>
                                            </p:txEl>
                                          </p:spTgt>
                                        </p:tgtEl>
                                      </p:cBhvr>
                                    </p:animEffect>
                                    <p:set>
                                      <p:cBhvr>
                                        <p:cTn id="55" dur="1" fill="hold">
                                          <p:stCondLst>
                                            <p:cond delay="499"/>
                                          </p:stCondLst>
                                        </p:cTn>
                                        <p:tgtEl>
                                          <p:spTgt spid="9">
                                            <p:txEl>
                                              <p:pRg st="4" end="4"/>
                                            </p:txEl>
                                          </p:spTgt>
                                        </p:tgtEl>
                                        <p:attrNameLst>
                                          <p:attrName>style.visibility</p:attrName>
                                        </p:attrNameLst>
                                      </p:cBhvr>
                                      <p:to>
                                        <p:strVal val="hidden"/>
                                      </p:to>
                                    </p:set>
                                  </p:childTnLst>
                                </p:cTn>
                              </p:par>
                              <p:par>
                                <p:cTn id="56" presetID="53" presetClass="exit" presetSubtype="32" fill="hold" grpId="1" nodeType="withEffect">
                                  <p:stCondLst>
                                    <p:cond delay="0"/>
                                  </p:stCondLst>
                                  <p:iterate type="wd">
                                    <p:tmPct val="0"/>
                                  </p:iterate>
                                  <p:childTnLst>
                                    <p:anim calcmode="lin" valueType="num">
                                      <p:cBhvr>
                                        <p:cTn id="57" dur="500"/>
                                        <p:tgtEl>
                                          <p:spTgt spid="9">
                                            <p:txEl>
                                              <p:pRg st="6" end="6"/>
                                            </p:txEl>
                                          </p:spTgt>
                                        </p:tgtEl>
                                        <p:attrNameLst>
                                          <p:attrName>ppt_w</p:attrName>
                                        </p:attrNameLst>
                                      </p:cBhvr>
                                      <p:tavLst>
                                        <p:tav tm="0">
                                          <p:val>
                                            <p:strVal val="ppt_w"/>
                                          </p:val>
                                        </p:tav>
                                        <p:tav tm="100000">
                                          <p:val>
                                            <p:fltVal val="0"/>
                                          </p:val>
                                        </p:tav>
                                      </p:tavLst>
                                    </p:anim>
                                    <p:anim calcmode="lin" valueType="num">
                                      <p:cBhvr>
                                        <p:cTn id="58" dur="500"/>
                                        <p:tgtEl>
                                          <p:spTgt spid="9">
                                            <p:txEl>
                                              <p:pRg st="6" end="6"/>
                                            </p:txEl>
                                          </p:spTgt>
                                        </p:tgtEl>
                                        <p:attrNameLst>
                                          <p:attrName>ppt_h</p:attrName>
                                        </p:attrNameLst>
                                      </p:cBhvr>
                                      <p:tavLst>
                                        <p:tav tm="0">
                                          <p:val>
                                            <p:strVal val="ppt_h"/>
                                          </p:val>
                                        </p:tav>
                                        <p:tav tm="100000">
                                          <p:val>
                                            <p:fltVal val="0"/>
                                          </p:val>
                                        </p:tav>
                                      </p:tavLst>
                                    </p:anim>
                                    <p:animEffect transition="out" filter="fade">
                                      <p:cBhvr>
                                        <p:cTn id="59" dur="500"/>
                                        <p:tgtEl>
                                          <p:spTgt spid="9">
                                            <p:txEl>
                                              <p:pRg st="6" end="6"/>
                                            </p:txEl>
                                          </p:spTgt>
                                        </p:tgtEl>
                                      </p:cBhvr>
                                    </p:animEffect>
                                    <p:set>
                                      <p:cBhvr>
                                        <p:cTn id="60" dur="1" fill="hold">
                                          <p:stCondLst>
                                            <p:cond delay="499"/>
                                          </p:stCondLst>
                                        </p:cTn>
                                        <p:tgtEl>
                                          <p:spTgt spid="9">
                                            <p:txEl>
                                              <p:pRg st="6" end="6"/>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8" grpId="1" build="allAtOnce"/>
      <p:bldP spid="9" grpId="0" build="allAtOnce"/>
      <p:bldP spid="9" grpId="1" build="allAtOnce"/>
    </p:bldLst>
  </p:timing>
</p:sld>
</file>

<file path=ppt/slides/slide45.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8576947C-F76E-9D87-F1E4-31387381C3ED}"/>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B8C18F7F-E00E-0462-4308-F6225DC65ADB}"/>
              </a:ext>
            </a:extLst>
          </p:cNvPr>
          <p:cNvSpPr/>
          <p:nvPr/>
        </p:nvSpPr>
        <p:spPr>
          <a:xfrm>
            <a:off x="1219473" y="2884347"/>
            <a:ext cx="6705054" cy="1089307"/>
          </a:xfrm>
          <a:prstGeom prst="roundRect">
            <a:avLst/>
          </a:prstGeom>
          <a:solidFill>
            <a:srgbClr val="0060FF">
              <a:alpha val="15000"/>
            </a:srgbClr>
          </a:solidFill>
          <a:ln w="25400">
            <a:gradFill>
              <a:gsLst>
                <a:gs pos="0">
                  <a:srgbClr val="0060FF"/>
                </a:gs>
                <a:gs pos="33000">
                  <a:srgbClr val="00CED1"/>
                </a:gs>
                <a:gs pos="66000">
                  <a:srgbClr val="00FF66"/>
                </a:gs>
                <a:gs pos="100000">
                  <a:srgbClr val="7D00FF"/>
                </a:gs>
              </a:gsLst>
              <a:lin ang="0" scaled="0"/>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F7EDCBB7-A343-5319-E25B-69915D29F27F}"/>
              </a:ext>
            </a:extLst>
          </p:cNvPr>
          <p:cNvSpPr/>
          <p:nvPr/>
        </p:nvSpPr>
        <p:spPr>
          <a:xfrm>
            <a:off x="274318" y="6191790"/>
            <a:ext cx="8595360" cy="45719"/>
          </a:xfrm>
          <a:prstGeom prst="rect">
            <a:avLst/>
          </a:prstGeom>
          <a:gradFill>
            <a:gsLst>
              <a:gs pos="0">
                <a:srgbClr val="0060FF"/>
              </a:gs>
              <a:gs pos="33000">
                <a:srgbClr val="00CED1"/>
              </a:gs>
              <a:gs pos="66000">
                <a:srgbClr val="00FF66"/>
              </a:gs>
              <a:gs pos="100000">
                <a:srgbClr val="7D00FF"/>
              </a:gs>
            </a:gsLst>
            <a:lin ang="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112FBE6-1EE8-C273-D2C1-89AEB283975F}"/>
              </a:ext>
            </a:extLst>
          </p:cNvPr>
          <p:cNvSpPr/>
          <p:nvPr/>
        </p:nvSpPr>
        <p:spPr>
          <a:xfrm>
            <a:off x="274319" y="497840"/>
            <a:ext cx="8595360" cy="45719"/>
          </a:xfrm>
          <a:prstGeom prst="rect">
            <a:avLst/>
          </a:prstGeom>
          <a:gradFill>
            <a:gsLst>
              <a:gs pos="0">
                <a:srgbClr val="0060FF"/>
              </a:gs>
              <a:gs pos="33000">
                <a:srgbClr val="00CED1"/>
              </a:gs>
              <a:gs pos="66000">
                <a:srgbClr val="00FF66"/>
              </a:gs>
              <a:gs pos="100000">
                <a:srgbClr val="7D00FF"/>
              </a:gs>
            </a:gsLst>
            <a:lin ang="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A1ECB913-88B9-F6F3-4F4A-7A4E001BED93}"/>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1BC65A95-C570-07BC-A731-DD87EA640DC8}"/>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17FB9754-5A8B-AF2F-9457-C1ED67F6F4ED}"/>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5" name="TextBox 4">
            <a:extLst>
              <a:ext uri="{FF2B5EF4-FFF2-40B4-BE49-F238E27FC236}">
                <a16:creationId xmlns:a16="http://schemas.microsoft.com/office/drawing/2014/main" id="{29FB42EF-1F81-AFAC-B00F-2AC404190855}"/>
              </a:ext>
            </a:extLst>
          </p:cNvPr>
          <p:cNvSpPr txBox="1"/>
          <p:nvPr/>
        </p:nvSpPr>
        <p:spPr>
          <a:xfrm>
            <a:off x="1219473" y="3244333"/>
            <a:ext cx="6705054" cy="369332"/>
          </a:xfrm>
          <a:prstGeom prst="rect">
            <a:avLst/>
          </a:prstGeom>
          <a:noFill/>
        </p:spPr>
        <p:txBody>
          <a:bodyPr wrap="square" rtlCol="0" anchor="ctr">
            <a:spAutoFit/>
          </a:bodyPr>
          <a:lstStyle/>
          <a:p>
            <a:pPr algn="ctr"/>
            <a:r>
              <a:rPr lang="en-US" b="1" spc="300" dirty="0">
                <a:solidFill>
                  <a:schemeClr val="bg1"/>
                </a:solidFill>
                <a:effectLst>
                  <a:outerShdw blurRad="50800" dist="38100" dir="2700000" algn="tl" rotWithShape="0">
                    <a:prstClr val="black">
                      <a:alpha val="40000"/>
                    </a:prstClr>
                  </a:outerShdw>
                </a:effectLst>
                <a:latin typeface="Orbitron Black" pitchFamily="2" charset="0"/>
              </a:rPr>
              <a:t>Why Will Businesses Choose Synergy?</a:t>
            </a:r>
          </a:p>
        </p:txBody>
      </p:sp>
    </p:spTree>
    <p:extLst>
      <p:ext uri="{BB962C8B-B14F-4D97-AF65-F5344CB8AC3E}">
        <p14:creationId xmlns:p14="http://schemas.microsoft.com/office/powerpoint/2010/main" val="28507797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 grpId="0"/>
    </p:bldLst>
  </p:timing>
</p:sld>
</file>

<file path=ppt/slides/slide46.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E9802BFC-F7DB-6B4A-F722-3DDC10B16BCB}"/>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82F74135-5483-CF4F-E99B-8C607C947DCB}"/>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2E9979FE-F6B9-009E-2F37-C95D03722F31}"/>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3EE1FA56-78F6-1634-C860-05E79B7E142B}"/>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1FB067C6-5EDC-4F9D-2C6D-9E101B15B266}"/>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D263E4D4-0D1C-569D-C352-41770A1C305A}"/>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4E8A8C0C-BA6F-5CE3-8219-FD2E870802C0}"/>
              </a:ext>
            </a:extLst>
          </p:cNvPr>
          <p:cNvSpPr/>
          <p:nvPr/>
        </p:nvSpPr>
        <p:spPr>
          <a:xfrm>
            <a:off x="1219473" y="1677082"/>
            <a:ext cx="6705054" cy="4177119"/>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787774F9-ABE5-60A1-E2AA-A48EBEEF96A7}"/>
              </a:ext>
            </a:extLst>
          </p:cNvPr>
          <p:cNvSpPr/>
          <p:nvPr/>
        </p:nvSpPr>
        <p:spPr>
          <a:xfrm>
            <a:off x="1219473" y="904672"/>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E472ECB-B041-AA23-BCA3-7139BE40C1D6}"/>
              </a:ext>
            </a:extLst>
          </p:cNvPr>
          <p:cNvSpPr txBox="1"/>
          <p:nvPr/>
        </p:nvSpPr>
        <p:spPr>
          <a:xfrm>
            <a:off x="1184078" y="100360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Value Proposition Summary</a:t>
            </a:r>
            <a:endParaRPr lang="en-US" sz="2000" b="1" spc="300" dirty="0">
              <a:solidFill>
                <a:schemeClr val="bg1"/>
              </a:solidFill>
              <a:latin typeface="Orbitron Black" pitchFamily="2" charset="0"/>
            </a:endParaRPr>
          </a:p>
        </p:txBody>
      </p:sp>
      <p:sp>
        <p:nvSpPr>
          <p:cNvPr id="9" name="TextBox 8">
            <a:extLst>
              <a:ext uri="{FF2B5EF4-FFF2-40B4-BE49-F238E27FC236}">
                <a16:creationId xmlns:a16="http://schemas.microsoft.com/office/drawing/2014/main" id="{33A21FCC-2C94-3C19-9DA5-4C5ABA735DA3}"/>
              </a:ext>
            </a:extLst>
          </p:cNvPr>
          <p:cNvSpPr txBox="1"/>
          <p:nvPr/>
        </p:nvSpPr>
        <p:spPr>
          <a:xfrm>
            <a:off x="1641290" y="2342155"/>
            <a:ext cx="6063021" cy="2862322"/>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Businesses choose Synergy because it delivers:</a:t>
            </a:r>
          </a:p>
          <a:p>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Real interoperability</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Real security</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Real identity</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Real scalability</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Real enterprise features</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Quantum resilience</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Synergy solves problems that competitors cannot.</a:t>
            </a:r>
          </a:p>
        </p:txBody>
      </p:sp>
    </p:spTree>
    <p:extLst>
      <p:ext uri="{BB962C8B-B14F-4D97-AF65-F5344CB8AC3E}">
        <p14:creationId xmlns:p14="http://schemas.microsoft.com/office/powerpoint/2010/main" val="24325628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1" fill="hold" grpId="0" nodeType="clickEffect">
                                  <p:stCondLst>
                                    <p:cond delay="0"/>
                                  </p:stCondLst>
                                  <p:iterate type="wd">
                                    <p:tmPct val="10000"/>
                                  </p:iterate>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additive="base">
                                        <p:cTn id="14"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down)">
                                      <p:cBhvr>
                                        <p:cTn id="15" dur="5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grpId="0" nodeType="clickEffect">
                                  <p:stCondLst>
                                    <p:cond delay="0"/>
                                  </p:stCondLst>
                                  <p:iterate type="wd">
                                    <p:tmPct val="10000"/>
                                  </p:iterate>
                                  <p:childTnLst>
                                    <p:set>
                                      <p:cBhvr>
                                        <p:cTn id="19" dur="1" fill="hold">
                                          <p:stCondLst>
                                            <p:cond delay="0"/>
                                          </p:stCondLst>
                                        </p:cTn>
                                        <p:tgtEl>
                                          <p:spTgt spid="9">
                                            <p:txEl>
                                              <p:pRg st="2" end="2"/>
                                            </p:txEl>
                                          </p:spTgt>
                                        </p:tgtEl>
                                        <p:attrNameLst>
                                          <p:attrName>style.visibility</p:attrName>
                                        </p:attrNameLst>
                                      </p:cBhvr>
                                      <p:to>
                                        <p:strVal val="visible"/>
                                      </p:to>
                                    </p:set>
                                    <p:anim calcmode="lin" valueType="num">
                                      <p:cBhvr additive="base">
                                        <p:cTn id="20"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down)">
                                      <p:cBhvr>
                                        <p:cTn id="21" dur="500"/>
                                        <p:tgtEl>
                                          <p:spTgt spid="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iterate type="wd">
                                    <p:tmPct val="10000"/>
                                  </p:iterate>
                                  <p:childTnLst>
                                    <p:set>
                                      <p:cBhvr>
                                        <p:cTn id="25" dur="1" fill="hold">
                                          <p:stCondLst>
                                            <p:cond delay="0"/>
                                          </p:stCondLst>
                                        </p:cTn>
                                        <p:tgtEl>
                                          <p:spTgt spid="9">
                                            <p:txEl>
                                              <p:pRg st="3" end="3"/>
                                            </p:txEl>
                                          </p:spTgt>
                                        </p:tgtEl>
                                        <p:attrNameLst>
                                          <p:attrName>style.visibility</p:attrName>
                                        </p:attrNameLst>
                                      </p:cBhvr>
                                      <p:to>
                                        <p:strVal val="visible"/>
                                      </p:to>
                                    </p:set>
                                    <p:anim calcmode="lin" valueType="num">
                                      <p:cBhvr additive="base">
                                        <p:cTn id="26" dur="500"/>
                                        <p:tgtEl>
                                          <p:spTgt spid="9">
                                            <p:txEl>
                                              <p:pRg st="3" end="3"/>
                                            </p:txEl>
                                          </p:spTgt>
                                        </p:tgtEl>
                                        <p:attrNameLst>
                                          <p:attrName>ppt_y</p:attrName>
                                        </p:attrNameLst>
                                      </p:cBhvr>
                                      <p:tavLst>
                                        <p:tav tm="0">
                                          <p:val>
                                            <p:strVal val="#ppt_y-#ppt_h*1.125000"/>
                                          </p:val>
                                        </p:tav>
                                        <p:tav tm="100000">
                                          <p:val>
                                            <p:strVal val="#ppt_y"/>
                                          </p:val>
                                        </p:tav>
                                      </p:tavLst>
                                    </p:anim>
                                    <p:animEffect transition="in" filter="wipe(down)">
                                      <p:cBhvr>
                                        <p:cTn id="27" dur="500"/>
                                        <p:tgtEl>
                                          <p:spTgt spid="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iterate type="wd">
                                    <p:tmPct val="10000"/>
                                  </p:iterate>
                                  <p:childTnLst>
                                    <p:set>
                                      <p:cBhvr>
                                        <p:cTn id="31" dur="1" fill="hold">
                                          <p:stCondLst>
                                            <p:cond delay="0"/>
                                          </p:stCondLst>
                                        </p:cTn>
                                        <p:tgtEl>
                                          <p:spTgt spid="9">
                                            <p:txEl>
                                              <p:pRg st="4" end="4"/>
                                            </p:txEl>
                                          </p:spTgt>
                                        </p:tgtEl>
                                        <p:attrNameLst>
                                          <p:attrName>style.visibility</p:attrName>
                                        </p:attrNameLst>
                                      </p:cBhvr>
                                      <p:to>
                                        <p:strVal val="visible"/>
                                      </p:to>
                                    </p:set>
                                    <p:anim calcmode="lin" valueType="num">
                                      <p:cBhvr additive="base">
                                        <p:cTn id="32" dur="500"/>
                                        <p:tgtEl>
                                          <p:spTgt spid="9">
                                            <p:txEl>
                                              <p:pRg st="4" end="4"/>
                                            </p:txEl>
                                          </p:spTgt>
                                        </p:tgtEl>
                                        <p:attrNameLst>
                                          <p:attrName>ppt_y</p:attrName>
                                        </p:attrNameLst>
                                      </p:cBhvr>
                                      <p:tavLst>
                                        <p:tav tm="0">
                                          <p:val>
                                            <p:strVal val="#ppt_y-#ppt_h*1.125000"/>
                                          </p:val>
                                        </p:tav>
                                        <p:tav tm="100000">
                                          <p:val>
                                            <p:strVal val="#ppt_y"/>
                                          </p:val>
                                        </p:tav>
                                      </p:tavLst>
                                    </p:anim>
                                    <p:animEffect transition="in" filter="wipe(down)">
                                      <p:cBhvr>
                                        <p:cTn id="33" dur="500"/>
                                        <p:tgtEl>
                                          <p:spTgt spid="9">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grpId="0" nodeType="clickEffect">
                                  <p:stCondLst>
                                    <p:cond delay="0"/>
                                  </p:stCondLst>
                                  <p:iterate type="wd">
                                    <p:tmPct val="10000"/>
                                  </p:iterate>
                                  <p:childTnLst>
                                    <p:set>
                                      <p:cBhvr>
                                        <p:cTn id="37" dur="1" fill="hold">
                                          <p:stCondLst>
                                            <p:cond delay="0"/>
                                          </p:stCondLst>
                                        </p:cTn>
                                        <p:tgtEl>
                                          <p:spTgt spid="9">
                                            <p:txEl>
                                              <p:pRg st="5" end="5"/>
                                            </p:txEl>
                                          </p:spTgt>
                                        </p:tgtEl>
                                        <p:attrNameLst>
                                          <p:attrName>style.visibility</p:attrName>
                                        </p:attrNameLst>
                                      </p:cBhvr>
                                      <p:to>
                                        <p:strVal val="visible"/>
                                      </p:to>
                                    </p:set>
                                    <p:anim calcmode="lin" valueType="num">
                                      <p:cBhvr additive="base">
                                        <p:cTn id="38" dur="500"/>
                                        <p:tgtEl>
                                          <p:spTgt spid="9">
                                            <p:txEl>
                                              <p:pRg st="5" end="5"/>
                                            </p:txEl>
                                          </p:spTgt>
                                        </p:tgtEl>
                                        <p:attrNameLst>
                                          <p:attrName>ppt_y</p:attrName>
                                        </p:attrNameLst>
                                      </p:cBhvr>
                                      <p:tavLst>
                                        <p:tav tm="0">
                                          <p:val>
                                            <p:strVal val="#ppt_y-#ppt_h*1.125000"/>
                                          </p:val>
                                        </p:tav>
                                        <p:tav tm="100000">
                                          <p:val>
                                            <p:strVal val="#ppt_y"/>
                                          </p:val>
                                        </p:tav>
                                      </p:tavLst>
                                    </p:anim>
                                    <p:animEffect transition="in" filter="wipe(down)">
                                      <p:cBhvr>
                                        <p:cTn id="39" dur="500"/>
                                        <p:tgtEl>
                                          <p:spTgt spid="9">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1" fill="hold" grpId="0" nodeType="clickEffect">
                                  <p:stCondLst>
                                    <p:cond delay="0"/>
                                  </p:stCondLst>
                                  <p:iterate type="wd">
                                    <p:tmPct val="10000"/>
                                  </p:iterate>
                                  <p:childTnLst>
                                    <p:set>
                                      <p:cBhvr>
                                        <p:cTn id="43" dur="1" fill="hold">
                                          <p:stCondLst>
                                            <p:cond delay="0"/>
                                          </p:stCondLst>
                                        </p:cTn>
                                        <p:tgtEl>
                                          <p:spTgt spid="9">
                                            <p:txEl>
                                              <p:pRg st="6" end="6"/>
                                            </p:txEl>
                                          </p:spTgt>
                                        </p:tgtEl>
                                        <p:attrNameLst>
                                          <p:attrName>style.visibility</p:attrName>
                                        </p:attrNameLst>
                                      </p:cBhvr>
                                      <p:to>
                                        <p:strVal val="visible"/>
                                      </p:to>
                                    </p:set>
                                    <p:anim calcmode="lin" valueType="num">
                                      <p:cBhvr additive="base">
                                        <p:cTn id="44" dur="500"/>
                                        <p:tgtEl>
                                          <p:spTgt spid="9">
                                            <p:txEl>
                                              <p:pRg st="6" end="6"/>
                                            </p:txEl>
                                          </p:spTgt>
                                        </p:tgtEl>
                                        <p:attrNameLst>
                                          <p:attrName>ppt_y</p:attrName>
                                        </p:attrNameLst>
                                      </p:cBhvr>
                                      <p:tavLst>
                                        <p:tav tm="0">
                                          <p:val>
                                            <p:strVal val="#ppt_y-#ppt_h*1.125000"/>
                                          </p:val>
                                        </p:tav>
                                        <p:tav tm="100000">
                                          <p:val>
                                            <p:strVal val="#ppt_y"/>
                                          </p:val>
                                        </p:tav>
                                      </p:tavLst>
                                    </p:anim>
                                    <p:animEffect transition="in" filter="wipe(down)">
                                      <p:cBhvr>
                                        <p:cTn id="45" dur="500"/>
                                        <p:tgtEl>
                                          <p:spTgt spid="9">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1" fill="hold" grpId="0" nodeType="clickEffect">
                                  <p:stCondLst>
                                    <p:cond delay="0"/>
                                  </p:stCondLst>
                                  <p:iterate type="wd">
                                    <p:tmPct val="10000"/>
                                  </p:iterate>
                                  <p:childTnLst>
                                    <p:set>
                                      <p:cBhvr>
                                        <p:cTn id="49" dur="1" fill="hold">
                                          <p:stCondLst>
                                            <p:cond delay="0"/>
                                          </p:stCondLst>
                                        </p:cTn>
                                        <p:tgtEl>
                                          <p:spTgt spid="9">
                                            <p:txEl>
                                              <p:pRg st="7" end="7"/>
                                            </p:txEl>
                                          </p:spTgt>
                                        </p:tgtEl>
                                        <p:attrNameLst>
                                          <p:attrName>style.visibility</p:attrName>
                                        </p:attrNameLst>
                                      </p:cBhvr>
                                      <p:to>
                                        <p:strVal val="visible"/>
                                      </p:to>
                                    </p:set>
                                    <p:anim calcmode="lin" valueType="num">
                                      <p:cBhvr additive="base">
                                        <p:cTn id="50" dur="500"/>
                                        <p:tgtEl>
                                          <p:spTgt spid="9">
                                            <p:txEl>
                                              <p:pRg st="7" end="7"/>
                                            </p:txEl>
                                          </p:spTgt>
                                        </p:tgtEl>
                                        <p:attrNameLst>
                                          <p:attrName>ppt_y</p:attrName>
                                        </p:attrNameLst>
                                      </p:cBhvr>
                                      <p:tavLst>
                                        <p:tav tm="0">
                                          <p:val>
                                            <p:strVal val="#ppt_y-#ppt_h*1.125000"/>
                                          </p:val>
                                        </p:tav>
                                        <p:tav tm="100000">
                                          <p:val>
                                            <p:strVal val="#ppt_y"/>
                                          </p:val>
                                        </p:tav>
                                      </p:tavLst>
                                    </p:anim>
                                    <p:animEffect transition="in" filter="wipe(down)">
                                      <p:cBhvr>
                                        <p:cTn id="51" dur="500"/>
                                        <p:tgtEl>
                                          <p:spTgt spid="9">
                                            <p:txEl>
                                              <p:pRg st="7" end="7"/>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1" fill="hold" grpId="0" nodeType="clickEffect">
                                  <p:stCondLst>
                                    <p:cond delay="0"/>
                                  </p:stCondLst>
                                  <p:iterate type="wd">
                                    <p:tmPct val="10000"/>
                                  </p:iterate>
                                  <p:childTnLst>
                                    <p:set>
                                      <p:cBhvr>
                                        <p:cTn id="55" dur="1" fill="hold">
                                          <p:stCondLst>
                                            <p:cond delay="0"/>
                                          </p:stCondLst>
                                        </p:cTn>
                                        <p:tgtEl>
                                          <p:spTgt spid="9">
                                            <p:txEl>
                                              <p:pRg st="9" end="9"/>
                                            </p:txEl>
                                          </p:spTgt>
                                        </p:tgtEl>
                                        <p:attrNameLst>
                                          <p:attrName>style.visibility</p:attrName>
                                        </p:attrNameLst>
                                      </p:cBhvr>
                                      <p:to>
                                        <p:strVal val="visible"/>
                                      </p:to>
                                    </p:set>
                                    <p:anim calcmode="lin" valueType="num">
                                      <p:cBhvr additive="base">
                                        <p:cTn id="56" dur="500"/>
                                        <p:tgtEl>
                                          <p:spTgt spid="9">
                                            <p:txEl>
                                              <p:pRg st="9" end="9"/>
                                            </p:txEl>
                                          </p:spTgt>
                                        </p:tgtEl>
                                        <p:attrNameLst>
                                          <p:attrName>ppt_y</p:attrName>
                                        </p:attrNameLst>
                                      </p:cBhvr>
                                      <p:tavLst>
                                        <p:tav tm="0">
                                          <p:val>
                                            <p:strVal val="#ppt_y-#ppt_h*1.125000"/>
                                          </p:val>
                                        </p:tav>
                                        <p:tav tm="100000">
                                          <p:val>
                                            <p:strVal val="#ppt_y"/>
                                          </p:val>
                                        </p:tav>
                                      </p:tavLst>
                                    </p:anim>
                                    <p:animEffect transition="in" filter="wipe(down)">
                                      <p:cBhvr>
                                        <p:cTn id="57" dur="500"/>
                                        <p:tgtEl>
                                          <p:spTgt spid="9">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xit" presetSubtype="32" fill="hold" grpId="1" nodeType="clickEffect">
                                  <p:stCondLst>
                                    <p:cond delay="0"/>
                                  </p:stCondLst>
                                  <p:childTnLst>
                                    <p:anim calcmode="lin" valueType="num">
                                      <p:cBhvr>
                                        <p:cTn id="61" dur="500"/>
                                        <p:tgtEl>
                                          <p:spTgt spid="8">
                                            <p:txEl>
                                              <p:pRg st="0" end="0"/>
                                            </p:txEl>
                                          </p:spTgt>
                                        </p:tgtEl>
                                        <p:attrNameLst>
                                          <p:attrName>ppt_w</p:attrName>
                                        </p:attrNameLst>
                                      </p:cBhvr>
                                      <p:tavLst>
                                        <p:tav tm="0">
                                          <p:val>
                                            <p:strVal val="ppt_w"/>
                                          </p:val>
                                        </p:tav>
                                        <p:tav tm="100000">
                                          <p:val>
                                            <p:fltVal val="0"/>
                                          </p:val>
                                        </p:tav>
                                      </p:tavLst>
                                    </p:anim>
                                    <p:anim calcmode="lin" valueType="num">
                                      <p:cBhvr>
                                        <p:cTn id="62"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63" dur="500"/>
                                        <p:tgtEl>
                                          <p:spTgt spid="8">
                                            <p:txEl>
                                              <p:pRg st="0" end="0"/>
                                            </p:txEl>
                                          </p:spTgt>
                                        </p:tgtEl>
                                      </p:cBhvr>
                                    </p:animEffect>
                                    <p:set>
                                      <p:cBhvr>
                                        <p:cTn id="64" dur="1" fill="hold">
                                          <p:stCondLst>
                                            <p:cond delay="499"/>
                                          </p:stCondLst>
                                        </p:cTn>
                                        <p:tgtEl>
                                          <p:spTgt spid="8">
                                            <p:txEl>
                                              <p:pRg st="0" end="0"/>
                                            </p:txEl>
                                          </p:spTgt>
                                        </p:tgtEl>
                                        <p:attrNameLst>
                                          <p:attrName>style.visibility</p:attrName>
                                        </p:attrNameLst>
                                      </p:cBhvr>
                                      <p:to>
                                        <p:strVal val="hidden"/>
                                      </p:to>
                                    </p:set>
                                  </p:childTnLst>
                                </p:cTn>
                              </p:par>
                              <p:par>
                                <p:cTn id="65" presetID="53" presetClass="exit" presetSubtype="32" fill="hold" grpId="1" nodeType="withEffect">
                                  <p:stCondLst>
                                    <p:cond delay="0"/>
                                  </p:stCondLst>
                                  <p:iterate type="wd">
                                    <p:tmPct val="0"/>
                                  </p:iterate>
                                  <p:childTnLst>
                                    <p:anim calcmode="lin" valueType="num">
                                      <p:cBhvr>
                                        <p:cTn id="66" dur="500"/>
                                        <p:tgtEl>
                                          <p:spTgt spid="9">
                                            <p:txEl>
                                              <p:pRg st="0" end="0"/>
                                            </p:txEl>
                                          </p:spTgt>
                                        </p:tgtEl>
                                        <p:attrNameLst>
                                          <p:attrName>ppt_w</p:attrName>
                                        </p:attrNameLst>
                                      </p:cBhvr>
                                      <p:tavLst>
                                        <p:tav tm="0">
                                          <p:val>
                                            <p:strVal val="ppt_w"/>
                                          </p:val>
                                        </p:tav>
                                        <p:tav tm="100000">
                                          <p:val>
                                            <p:fltVal val="0"/>
                                          </p:val>
                                        </p:tav>
                                      </p:tavLst>
                                    </p:anim>
                                    <p:anim calcmode="lin" valueType="num">
                                      <p:cBhvr>
                                        <p:cTn id="67" dur="500"/>
                                        <p:tgtEl>
                                          <p:spTgt spid="9">
                                            <p:txEl>
                                              <p:pRg st="0" end="0"/>
                                            </p:txEl>
                                          </p:spTgt>
                                        </p:tgtEl>
                                        <p:attrNameLst>
                                          <p:attrName>ppt_h</p:attrName>
                                        </p:attrNameLst>
                                      </p:cBhvr>
                                      <p:tavLst>
                                        <p:tav tm="0">
                                          <p:val>
                                            <p:strVal val="ppt_h"/>
                                          </p:val>
                                        </p:tav>
                                        <p:tav tm="100000">
                                          <p:val>
                                            <p:fltVal val="0"/>
                                          </p:val>
                                        </p:tav>
                                      </p:tavLst>
                                    </p:anim>
                                    <p:animEffect transition="out" filter="fade">
                                      <p:cBhvr>
                                        <p:cTn id="68" dur="500"/>
                                        <p:tgtEl>
                                          <p:spTgt spid="9">
                                            <p:txEl>
                                              <p:pRg st="0" end="0"/>
                                            </p:txEl>
                                          </p:spTgt>
                                        </p:tgtEl>
                                      </p:cBhvr>
                                    </p:animEffect>
                                    <p:set>
                                      <p:cBhvr>
                                        <p:cTn id="69" dur="1" fill="hold">
                                          <p:stCondLst>
                                            <p:cond delay="499"/>
                                          </p:stCondLst>
                                        </p:cTn>
                                        <p:tgtEl>
                                          <p:spTgt spid="9">
                                            <p:txEl>
                                              <p:pRg st="0" end="0"/>
                                            </p:txEl>
                                          </p:spTgt>
                                        </p:tgtEl>
                                        <p:attrNameLst>
                                          <p:attrName>style.visibility</p:attrName>
                                        </p:attrNameLst>
                                      </p:cBhvr>
                                      <p:to>
                                        <p:strVal val="hidden"/>
                                      </p:to>
                                    </p:set>
                                  </p:childTnLst>
                                </p:cTn>
                              </p:par>
                              <p:par>
                                <p:cTn id="70" presetID="53" presetClass="exit" presetSubtype="32" fill="hold" grpId="1" nodeType="withEffect">
                                  <p:stCondLst>
                                    <p:cond delay="0"/>
                                  </p:stCondLst>
                                  <p:iterate type="wd">
                                    <p:tmPct val="0"/>
                                  </p:iterate>
                                  <p:childTnLst>
                                    <p:anim calcmode="lin" valueType="num">
                                      <p:cBhvr>
                                        <p:cTn id="71" dur="500"/>
                                        <p:tgtEl>
                                          <p:spTgt spid="9">
                                            <p:txEl>
                                              <p:pRg st="2" end="2"/>
                                            </p:txEl>
                                          </p:spTgt>
                                        </p:tgtEl>
                                        <p:attrNameLst>
                                          <p:attrName>ppt_w</p:attrName>
                                        </p:attrNameLst>
                                      </p:cBhvr>
                                      <p:tavLst>
                                        <p:tav tm="0">
                                          <p:val>
                                            <p:strVal val="ppt_w"/>
                                          </p:val>
                                        </p:tav>
                                        <p:tav tm="100000">
                                          <p:val>
                                            <p:fltVal val="0"/>
                                          </p:val>
                                        </p:tav>
                                      </p:tavLst>
                                    </p:anim>
                                    <p:anim calcmode="lin" valueType="num">
                                      <p:cBhvr>
                                        <p:cTn id="72" dur="500"/>
                                        <p:tgtEl>
                                          <p:spTgt spid="9">
                                            <p:txEl>
                                              <p:pRg st="2" end="2"/>
                                            </p:txEl>
                                          </p:spTgt>
                                        </p:tgtEl>
                                        <p:attrNameLst>
                                          <p:attrName>ppt_h</p:attrName>
                                        </p:attrNameLst>
                                      </p:cBhvr>
                                      <p:tavLst>
                                        <p:tav tm="0">
                                          <p:val>
                                            <p:strVal val="ppt_h"/>
                                          </p:val>
                                        </p:tav>
                                        <p:tav tm="100000">
                                          <p:val>
                                            <p:fltVal val="0"/>
                                          </p:val>
                                        </p:tav>
                                      </p:tavLst>
                                    </p:anim>
                                    <p:animEffect transition="out" filter="fade">
                                      <p:cBhvr>
                                        <p:cTn id="73" dur="500"/>
                                        <p:tgtEl>
                                          <p:spTgt spid="9">
                                            <p:txEl>
                                              <p:pRg st="2" end="2"/>
                                            </p:txEl>
                                          </p:spTgt>
                                        </p:tgtEl>
                                      </p:cBhvr>
                                    </p:animEffect>
                                    <p:set>
                                      <p:cBhvr>
                                        <p:cTn id="74" dur="1" fill="hold">
                                          <p:stCondLst>
                                            <p:cond delay="499"/>
                                          </p:stCondLst>
                                        </p:cTn>
                                        <p:tgtEl>
                                          <p:spTgt spid="9">
                                            <p:txEl>
                                              <p:pRg st="2" end="2"/>
                                            </p:txEl>
                                          </p:spTgt>
                                        </p:tgtEl>
                                        <p:attrNameLst>
                                          <p:attrName>style.visibility</p:attrName>
                                        </p:attrNameLst>
                                      </p:cBhvr>
                                      <p:to>
                                        <p:strVal val="hidden"/>
                                      </p:to>
                                    </p:set>
                                  </p:childTnLst>
                                </p:cTn>
                              </p:par>
                              <p:par>
                                <p:cTn id="75" presetID="53" presetClass="exit" presetSubtype="32" fill="hold" grpId="1" nodeType="withEffect">
                                  <p:stCondLst>
                                    <p:cond delay="0"/>
                                  </p:stCondLst>
                                  <p:iterate type="wd">
                                    <p:tmPct val="0"/>
                                  </p:iterate>
                                  <p:childTnLst>
                                    <p:anim calcmode="lin" valueType="num">
                                      <p:cBhvr>
                                        <p:cTn id="76" dur="500"/>
                                        <p:tgtEl>
                                          <p:spTgt spid="9">
                                            <p:txEl>
                                              <p:pRg st="3" end="3"/>
                                            </p:txEl>
                                          </p:spTgt>
                                        </p:tgtEl>
                                        <p:attrNameLst>
                                          <p:attrName>ppt_w</p:attrName>
                                        </p:attrNameLst>
                                      </p:cBhvr>
                                      <p:tavLst>
                                        <p:tav tm="0">
                                          <p:val>
                                            <p:strVal val="ppt_w"/>
                                          </p:val>
                                        </p:tav>
                                        <p:tav tm="100000">
                                          <p:val>
                                            <p:fltVal val="0"/>
                                          </p:val>
                                        </p:tav>
                                      </p:tavLst>
                                    </p:anim>
                                    <p:anim calcmode="lin" valueType="num">
                                      <p:cBhvr>
                                        <p:cTn id="77" dur="500"/>
                                        <p:tgtEl>
                                          <p:spTgt spid="9">
                                            <p:txEl>
                                              <p:pRg st="3" end="3"/>
                                            </p:txEl>
                                          </p:spTgt>
                                        </p:tgtEl>
                                        <p:attrNameLst>
                                          <p:attrName>ppt_h</p:attrName>
                                        </p:attrNameLst>
                                      </p:cBhvr>
                                      <p:tavLst>
                                        <p:tav tm="0">
                                          <p:val>
                                            <p:strVal val="ppt_h"/>
                                          </p:val>
                                        </p:tav>
                                        <p:tav tm="100000">
                                          <p:val>
                                            <p:fltVal val="0"/>
                                          </p:val>
                                        </p:tav>
                                      </p:tavLst>
                                    </p:anim>
                                    <p:animEffect transition="out" filter="fade">
                                      <p:cBhvr>
                                        <p:cTn id="78" dur="500"/>
                                        <p:tgtEl>
                                          <p:spTgt spid="9">
                                            <p:txEl>
                                              <p:pRg st="3" end="3"/>
                                            </p:txEl>
                                          </p:spTgt>
                                        </p:tgtEl>
                                      </p:cBhvr>
                                    </p:animEffect>
                                    <p:set>
                                      <p:cBhvr>
                                        <p:cTn id="79" dur="1" fill="hold">
                                          <p:stCondLst>
                                            <p:cond delay="499"/>
                                          </p:stCondLst>
                                        </p:cTn>
                                        <p:tgtEl>
                                          <p:spTgt spid="9">
                                            <p:txEl>
                                              <p:pRg st="3" end="3"/>
                                            </p:txEl>
                                          </p:spTgt>
                                        </p:tgtEl>
                                        <p:attrNameLst>
                                          <p:attrName>style.visibility</p:attrName>
                                        </p:attrNameLst>
                                      </p:cBhvr>
                                      <p:to>
                                        <p:strVal val="hidden"/>
                                      </p:to>
                                    </p:set>
                                  </p:childTnLst>
                                </p:cTn>
                              </p:par>
                              <p:par>
                                <p:cTn id="80" presetID="53" presetClass="exit" presetSubtype="32" fill="hold" grpId="1" nodeType="withEffect">
                                  <p:stCondLst>
                                    <p:cond delay="0"/>
                                  </p:stCondLst>
                                  <p:iterate type="wd">
                                    <p:tmPct val="0"/>
                                  </p:iterate>
                                  <p:childTnLst>
                                    <p:anim calcmode="lin" valueType="num">
                                      <p:cBhvr>
                                        <p:cTn id="81" dur="500"/>
                                        <p:tgtEl>
                                          <p:spTgt spid="9">
                                            <p:txEl>
                                              <p:pRg st="4" end="4"/>
                                            </p:txEl>
                                          </p:spTgt>
                                        </p:tgtEl>
                                        <p:attrNameLst>
                                          <p:attrName>ppt_w</p:attrName>
                                        </p:attrNameLst>
                                      </p:cBhvr>
                                      <p:tavLst>
                                        <p:tav tm="0">
                                          <p:val>
                                            <p:strVal val="ppt_w"/>
                                          </p:val>
                                        </p:tav>
                                        <p:tav tm="100000">
                                          <p:val>
                                            <p:fltVal val="0"/>
                                          </p:val>
                                        </p:tav>
                                      </p:tavLst>
                                    </p:anim>
                                    <p:anim calcmode="lin" valueType="num">
                                      <p:cBhvr>
                                        <p:cTn id="82" dur="500"/>
                                        <p:tgtEl>
                                          <p:spTgt spid="9">
                                            <p:txEl>
                                              <p:pRg st="4" end="4"/>
                                            </p:txEl>
                                          </p:spTgt>
                                        </p:tgtEl>
                                        <p:attrNameLst>
                                          <p:attrName>ppt_h</p:attrName>
                                        </p:attrNameLst>
                                      </p:cBhvr>
                                      <p:tavLst>
                                        <p:tav tm="0">
                                          <p:val>
                                            <p:strVal val="ppt_h"/>
                                          </p:val>
                                        </p:tav>
                                        <p:tav tm="100000">
                                          <p:val>
                                            <p:fltVal val="0"/>
                                          </p:val>
                                        </p:tav>
                                      </p:tavLst>
                                    </p:anim>
                                    <p:animEffect transition="out" filter="fade">
                                      <p:cBhvr>
                                        <p:cTn id="83" dur="500"/>
                                        <p:tgtEl>
                                          <p:spTgt spid="9">
                                            <p:txEl>
                                              <p:pRg st="4" end="4"/>
                                            </p:txEl>
                                          </p:spTgt>
                                        </p:tgtEl>
                                      </p:cBhvr>
                                    </p:animEffect>
                                    <p:set>
                                      <p:cBhvr>
                                        <p:cTn id="84" dur="1" fill="hold">
                                          <p:stCondLst>
                                            <p:cond delay="499"/>
                                          </p:stCondLst>
                                        </p:cTn>
                                        <p:tgtEl>
                                          <p:spTgt spid="9">
                                            <p:txEl>
                                              <p:pRg st="4" end="4"/>
                                            </p:txEl>
                                          </p:spTgt>
                                        </p:tgtEl>
                                        <p:attrNameLst>
                                          <p:attrName>style.visibility</p:attrName>
                                        </p:attrNameLst>
                                      </p:cBhvr>
                                      <p:to>
                                        <p:strVal val="hidden"/>
                                      </p:to>
                                    </p:set>
                                  </p:childTnLst>
                                </p:cTn>
                              </p:par>
                              <p:par>
                                <p:cTn id="85" presetID="53" presetClass="exit" presetSubtype="32" fill="hold" grpId="1" nodeType="withEffect">
                                  <p:stCondLst>
                                    <p:cond delay="0"/>
                                  </p:stCondLst>
                                  <p:iterate type="wd">
                                    <p:tmPct val="0"/>
                                  </p:iterate>
                                  <p:childTnLst>
                                    <p:anim calcmode="lin" valueType="num">
                                      <p:cBhvr>
                                        <p:cTn id="86" dur="500"/>
                                        <p:tgtEl>
                                          <p:spTgt spid="9">
                                            <p:txEl>
                                              <p:pRg st="5" end="5"/>
                                            </p:txEl>
                                          </p:spTgt>
                                        </p:tgtEl>
                                        <p:attrNameLst>
                                          <p:attrName>ppt_w</p:attrName>
                                        </p:attrNameLst>
                                      </p:cBhvr>
                                      <p:tavLst>
                                        <p:tav tm="0">
                                          <p:val>
                                            <p:strVal val="ppt_w"/>
                                          </p:val>
                                        </p:tav>
                                        <p:tav tm="100000">
                                          <p:val>
                                            <p:fltVal val="0"/>
                                          </p:val>
                                        </p:tav>
                                      </p:tavLst>
                                    </p:anim>
                                    <p:anim calcmode="lin" valueType="num">
                                      <p:cBhvr>
                                        <p:cTn id="87" dur="500"/>
                                        <p:tgtEl>
                                          <p:spTgt spid="9">
                                            <p:txEl>
                                              <p:pRg st="5" end="5"/>
                                            </p:txEl>
                                          </p:spTgt>
                                        </p:tgtEl>
                                        <p:attrNameLst>
                                          <p:attrName>ppt_h</p:attrName>
                                        </p:attrNameLst>
                                      </p:cBhvr>
                                      <p:tavLst>
                                        <p:tav tm="0">
                                          <p:val>
                                            <p:strVal val="ppt_h"/>
                                          </p:val>
                                        </p:tav>
                                        <p:tav tm="100000">
                                          <p:val>
                                            <p:fltVal val="0"/>
                                          </p:val>
                                        </p:tav>
                                      </p:tavLst>
                                    </p:anim>
                                    <p:animEffect transition="out" filter="fade">
                                      <p:cBhvr>
                                        <p:cTn id="88" dur="500"/>
                                        <p:tgtEl>
                                          <p:spTgt spid="9">
                                            <p:txEl>
                                              <p:pRg st="5" end="5"/>
                                            </p:txEl>
                                          </p:spTgt>
                                        </p:tgtEl>
                                      </p:cBhvr>
                                    </p:animEffect>
                                    <p:set>
                                      <p:cBhvr>
                                        <p:cTn id="89" dur="1" fill="hold">
                                          <p:stCondLst>
                                            <p:cond delay="499"/>
                                          </p:stCondLst>
                                        </p:cTn>
                                        <p:tgtEl>
                                          <p:spTgt spid="9">
                                            <p:txEl>
                                              <p:pRg st="5" end="5"/>
                                            </p:txEl>
                                          </p:spTgt>
                                        </p:tgtEl>
                                        <p:attrNameLst>
                                          <p:attrName>style.visibility</p:attrName>
                                        </p:attrNameLst>
                                      </p:cBhvr>
                                      <p:to>
                                        <p:strVal val="hidden"/>
                                      </p:to>
                                    </p:set>
                                  </p:childTnLst>
                                </p:cTn>
                              </p:par>
                              <p:par>
                                <p:cTn id="90" presetID="53" presetClass="exit" presetSubtype="32" fill="hold" grpId="1" nodeType="withEffect">
                                  <p:stCondLst>
                                    <p:cond delay="0"/>
                                  </p:stCondLst>
                                  <p:iterate type="wd">
                                    <p:tmPct val="0"/>
                                  </p:iterate>
                                  <p:childTnLst>
                                    <p:anim calcmode="lin" valueType="num">
                                      <p:cBhvr>
                                        <p:cTn id="91" dur="500"/>
                                        <p:tgtEl>
                                          <p:spTgt spid="9">
                                            <p:txEl>
                                              <p:pRg st="6" end="6"/>
                                            </p:txEl>
                                          </p:spTgt>
                                        </p:tgtEl>
                                        <p:attrNameLst>
                                          <p:attrName>ppt_w</p:attrName>
                                        </p:attrNameLst>
                                      </p:cBhvr>
                                      <p:tavLst>
                                        <p:tav tm="0">
                                          <p:val>
                                            <p:strVal val="ppt_w"/>
                                          </p:val>
                                        </p:tav>
                                        <p:tav tm="100000">
                                          <p:val>
                                            <p:fltVal val="0"/>
                                          </p:val>
                                        </p:tav>
                                      </p:tavLst>
                                    </p:anim>
                                    <p:anim calcmode="lin" valueType="num">
                                      <p:cBhvr>
                                        <p:cTn id="92" dur="500"/>
                                        <p:tgtEl>
                                          <p:spTgt spid="9">
                                            <p:txEl>
                                              <p:pRg st="6" end="6"/>
                                            </p:txEl>
                                          </p:spTgt>
                                        </p:tgtEl>
                                        <p:attrNameLst>
                                          <p:attrName>ppt_h</p:attrName>
                                        </p:attrNameLst>
                                      </p:cBhvr>
                                      <p:tavLst>
                                        <p:tav tm="0">
                                          <p:val>
                                            <p:strVal val="ppt_h"/>
                                          </p:val>
                                        </p:tav>
                                        <p:tav tm="100000">
                                          <p:val>
                                            <p:fltVal val="0"/>
                                          </p:val>
                                        </p:tav>
                                      </p:tavLst>
                                    </p:anim>
                                    <p:animEffect transition="out" filter="fade">
                                      <p:cBhvr>
                                        <p:cTn id="93" dur="500"/>
                                        <p:tgtEl>
                                          <p:spTgt spid="9">
                                            <p:txEl>
                                              <p:pRg st="6" end="6"/>
                                            </p:txEl>
                                          </p:spTgt>
                                        </p:tgtEl>
                                      </p:cBhvr>
                                    </p:animEffect>
                                    <p:set>
                                      <p:cBhvr>
                                        <p:cTn id="94" dur="1" fill="hold">
                                          <p:stCondLst>
                                            <p:cond delay="499"/>
                                          </p:stCondLst>
                                        </p:cTn>
                                        <p:tgtEl>
                                          <p:spTgt spid="9">
                                            <p:txEl>
                                              <p:pRg st="6" end="6"/>
                                            </p:txEl>
                                          </p:spTgt>
                                        </p:tgtEl>
                                        <p:attrNameLst>
                                          <p:attrName>style.visibility</p:attrName>
                                        </p:attrNameLst>
                                      </p:cBhvr>
                                      <p:to>
                                        <p:strVal val="hidden"/>
                                      </p:to>
                                    </p:set>
                                  </p:childTnLst>
                                </p:cTn>
                              </p:par>
                              <p:par>
                                <p:cTn id="95" presetID="53" presetClass="exit" presetSubtype="32" fill="hold" grpId="1" nodeType="withEffect">
                                  <p:stCondLst>
                                    <p:cond delay="0"/>
                                  </p:stCondLst>
                                  <p:iterate type="wd">
                                    <p:tmPct val="0"/>
                                  </p:iterate>
                                  <p:childTnLst>
                                    <p:anim calcmode="lin" valueType="num">
                                      <p:cBhvr>
                                        <p:cTn id="96" dur="500"/>
                                        <p:tgtEl>
                                          <p:spTgt spid="9">
                                            <p:txEl>
                                              <p:pRg st="7" end="7"/>
                                            </p:txEl>
                                          </p:spTgt>
                                        </p:tgtEl>
                                        <p:attrNameLst>
                                          <p:attrName>ppt_w</p:attrName>
                                        </p:attrNameLst>
                                      </p:cBhvr>
                                      <p:tavLst>
                                        <p:tav tm="0">
                                          <p:val>
                                            <p:strVal val="ppt_w"/>
                                          </p:val>
                                        </p:tav>
                                        <p:tav tm="100000">
                                          <p:val>
                                            <p:fltVal val="0"/>
                                          </p:val>
                                        </p:tav>
                                      </p:tavLst>
                                    </p:anim>
                                    <p:anim calcmode="lin" valueType="num">
                                      <p:cBhvr>
                                        <p:cTn id="97" dur="500"/>
                                        <p:tgtEl>
                                          <p:spTgt spid="9">
                                            <p:txEl>
                                              <p:pRg st="7" end="7"/>
                                            </p:txEl>
                                          </p:spTgt>
                                        </p:tgtEl>
                                        <p:attrNameLst>
                                          <p:attrName>ppt_h</p:attrName>
                                        </p:attrNameLst>
                                      </p:cBhvr>
                                      <p:tavLst>
                                        <p:tav tm="0">
                                          <p:val>
                                            <p:strVal val="ppt_h"/>
                                          </p:val>
                                        </p:tav>
                                        <p:tav tm="100000">
                                          <p:val>
                                            <p:fltVal val="0"/>
                                          </p:val>
                                        </p:tav>
                                      </p:tavLst>
                                    </p:anim>
                                    <p:animEffect transition="out" filter="fade">
                                      <p:cBhvr>
                                        <p:cTn id="98" dur="500"/>
                                        <p:tgtEl>
                                          <p:spTgt spid="9">
                                            <p:txEl>
                                              <p:pRg st="7" end="7"/>
                                            </p:txEl>
                                          </p:spTgt>
                                        </p:tgtEl>
                                      </p:cBhvr>
                                    </p:animEffect>
                                    <p:set>
                                      <p:cBhvr>
                                        <p:cTn id="99" dur="1" fill="hold">
                                          <p:stCondLst>
                                            <p:cond delay="499"/>
                                          </p:stCondLst>
                                        </p:cTn>
                                        <p:tgtEl>
                                          <p:spTgt spid="9">
                                            <p:txEl>
                                              <p:pRg st="7" end="7"/>
                                            </p:txEl>
                                          </p:spTgt>
                                        </p:tgtEl>
                                        <p:attrNameLst>
                                          <p:attrName>style.visibility</p:attrName>
                                        </p:attrNameLst>
                                      </p:cBhvr>
                                      <p:to>
                                        <p:strVal val="hidden"/>
                                      </p:to>
                                    </p:set>
                                  </p:childTnLst>
                                </p:cTn>
                              </p:par>
                              <p:par>
                                <p:cTn id="100" presetID="53" presetClass="exit" presetSubtype="32" fill="hold" grpId="1" nodeType="withEffect">
                                  <p:stCondLst>
                                    <p:cond delay="0"/>
                                  </p:stCondLst>
                                  <p:iterate type="wd">
                                    <p:tmPct val="0"/>
                                  </p:iterate>
                                  <p:childTnLst>
                                    <p:anim calcmode="lin" valueType="num">
                                      <p:cBhvr>
                                        <p:cTn id="101" dur="500"/>
                                        <p:tgtEl>
                                          <p:spTgt spid="9">
                                            <p:txEl>
                                              <p:pRg st="9" end="9"/>
                                            </p:txEl>
                                          </p:spTgt>
                                        </p:tgtEl>
                                        <p:attrNameLst>
                                          <p:attrName>ppt_w</p:attrName>
                                        </p:attrNameLst>
                                      </p:cBhvr>
                                      <p:tavLst>
                                        <p:tav tm="0">
                                          <p:val>
                                            <p:strVal val="ppt_w"/>
                                          </p:val>
                                        </p:tav>
                                        <p:tav tm="100000">
                                          <p:val>
                                            <p:fltVal val="0"/>
                                          </p:val>
                                        </p:tav>
                                      </p:tavLst>
                                    </p:anim>
                                    <p:anim calcmode="lin" valueType="num">
                                      <p:cBhvr>
                                        <p:cTn id="102" dur="500"/>
                                        <p:tgtEl>
                                          <p:spTgt spid="9">
                                            <p:txEl>
                                              <p:pRg st="9" end="9"/>
                                            </p:txEl>
                                          </p:spTgt>
                                        </p:tgtEl>
                                        <p:attrNameLst>
                                          <p:attrName>ppt_h</p:attrName>
                                        </p:attrNameLst>
                                      </p:cBhvr>
                                      <p:tavLst>
                                        <p:tav tm="0">
                                          <p:val>
                                            <p:strVal val="ppt_h"/>
                                          </p:val>
                                        </p:tav>
                                        <p:tav tm="100000">
                                          <p:val>
                                            <p:fltVal val="0"/>
                                          </p:val>
                                        </p:tav>
                                      </p:tavLst>
                                    </p:anim>
                                    <p:animEffect transition="out" filter="fade">
                                      <p:cBhvr>
                                        <p:cTn id="103" dur="500"/>
                                        <p:tgtEl>
                                          <p:spTgt spid="9">
                                            <p:txEl>
                                              <p:pRg st="9" end="9"/>
                                            </p:txEl>
                                          </p:spTgt>
                                        </p:tgtEl>
                                      </p:cBhvr>
                                    </p:animEffect>
                                    <p:set>
                                      <p:cBhvr>
                                        <p:cTn id="104" dur="1" fill="hold">
                                          <p:stCondLst>
                                            <p:cond delay="499"/>
                                          </p:stCondLst>
                                        </p:cTn>
                                        <p:tgtEl>
                                          <p:spTgt spid="9">
                                            <p:txEl>
                                              <p:pRg st="9" end="9"/>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8" grpId="1" build="allAtOnce"/>
      <p:bldP spid="9" grpId="0" build="allAtOnce"/>
      <p:bldP spid="9" grpId="1" build="allAtOnce"/>
    </p:bldLst>
  </p:timing>
</p:sld>
</file>

<file path=ppt/slides/slide47.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A52DABA3-C159-4BBC-0DB0-DF1FF9B58C60}"/>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9854F477-4038-3239-CE91-914332FA72C1}"/>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4708EDFC-68D1-8357-5B3D-66E212232086}"/>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D6AFF58D-7273-09E8-A579-0F7DF2038720}"/>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BDEAD8FA-876C-A37D-76F6-DB82106CCBDB}"/>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FB306061-0FE9-514D-14BD-0D73D7B4A621}"/>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F9B46D41-1D06-36C8-EF15-4865357FA8A5}"/>
              </a:ext>
            </a:extLst>
          </p:cNvPr>
          <p:cNvSpPr/>
          <p:nvPr/>
        </p:nvSpPr>
        <p:spPr>
          <a:xfrm>
            <a:off x="1219473" y="1677082"/>
            <a:ext cx="6705054" cy="4177119"/>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EDE9A836-5A29-D0E0-DA11-A70CEB52B044}"/>
              </a:ext>
            </a:extLst>
          </p:cNvPr>
          <p:cNvSpPr/>
          <p:nvPr/>
        </p:nvSpPr>
        <p:spPr>
          <a:xfrm>
            <a:off x="1219473" y="904672"/>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E3829B0-2A1A-F166-A7EF-1D02C4489FE5}"/>
              </a:ext>
            </a:extLst>
          </p:cNvPr>
          <p:cNvSpPr txBox="1"/>
          <p:nvPr/>
        </p:nvSpPr>
        <p:spPr>
          <a:xfrm>
            <a:off x="1184078" y="100360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Synergy’s Enterprise Advantages</a:t>
            </a:r>
            <a:endParaRPr lang="en-US" sz="2000" b="1" spc="300" dirty="0">
              <a:solidFill>
                <a:schemeClr val="bg1"/>
              </a:solidFill>
              <a:latin typeface="Orbitron Black" pitchFamily="2" charset="0"/>
            </a:endParaRPr>
          </a:p>
        </p:txBody>
      </p:sp>
      <p:sp>
        <p:nvSpPr>
          <p:cNvPr id="9" name="TextBox 8">
            <a:extLst>
              <a:ext uri="{FF2B5EF4-FFF2-40B4-BE49-F238E27FC236}">
                <a16:creationId xmlns:a16="http://schemas.microsoft.com/office/drawing/2014/main" id="{653DCE41-170A-09B6-FF0B-0DA5EF9590B9}"/>
              </a:ext>
            </a:extLst>
          </p:cNvPr>
          <p:cNvSpPr txBox="1"/>
          <p:nvPr/>
        </p:nvSpPr>
        <p:spPr>
          <a:xfrm>
            <a:off x="1641290" y="2203657"/>
            <a:ext cx="6063021" cy="3139321"/>
          </a:xfrm>
          <a:prstGeom prst="rect">
            <a:avLst/>
          </a:prstGeom>
          <a:noFill/>
        </p:spPr>
        <p:txBody>
          <a:bodyPr wrap="square" rtlCol="0" anchor="ctr">
            <a:spAutoFit/>
          </a:bodyPr>
          <a:lstStyle/>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Standardized identity layer</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Post-quantum protection</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Multi-chain compliance framework</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Cross-chain data consistency</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Predictable performance</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Modular integration for existing systems</a:t>
            </a:r>
          </a:p>
        </p:txBody>
      </p:sp>
    </p:spTree>
    <p:extLst>
      <p:ext uri="{BB962C8B-B14F-4D97-AF65-F5344CB8AC3E}">
        <p14:creationId xmlns:p14="http://schemas.microsoft.com/office/powerpoint/2010/main" val="12340915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1" fill="hold" grpId="0" nodeType="clickEffect">
                                  <p:stCondLst>
                                    <p:cond delay="0"/>
                                  </p:stCondLst>
                                  <p:iterate type="wd">
                                    <p:tmPct val="10000"/>
                                  </p:iterate>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additive="base">
                                        <p:cTn id="14"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down)">
                                      <p:cBhvr>
                                        <p:cTn id="15" dur="5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grpId="0" nodeType="clickEffect">
                                  <p:stCondLst>
                                    <p:cond delay="0"/>
                                  </p:stCondLst>
                                  <p:iterate type="wd">
                                    <p:tmPct val="10000"/>
                                  </p:iterate>
                                  <p:childTnLst>
                                    <p:set>
                                      <p:cBhvr>
                                        <p:cTn id="19" dur="1" fill="hold">
                                          <p:stCondLst>
                                            <p:cond delay="0"/>
                                          </p:stCondLst>
                                        </p:cTn>
                                        <p:tgtEl>
                                          <p:spTgt spid="9">
                                            <p:txEl>
                                              <p:pRg st="2" end="2"/>
                                            </p:txEl>
                                          </p:spTgt>
                                        </p:tgtEl>
                                        <p:attrNameLst>
                                          <p:attrName>style.visibility</p:attrName>
                                        </p:attrNameLst>
                                      </p:cBhvr>
                                      <p:to>
                                        <p:strVal val="visible"/>
                                      </p:to>
                                    </p:set>
                                    <p:anim calcmode="lin" valueType="num">
                                      <p:cBhvr additive="base">
                                        <p:cTn id="20"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down)">
                                      <p:cBhvr>
                                        <p:cTn id="21" dur="500"/>
                                        <p:tgtEl>
                                          <p:spTgt spid="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iterate type="wd">
                                    <p:tmPct val="10000"/>
                                  </p:iterate>
                                  <p:childTnLst>
                                    <p:set>
                                      <p:cBhvr>
                                        <p:cTn id="25" dur="1" fill="hold">
                                          <p:stCondLst>
                                            <p:cond delay="0"/>
                                          </p:stCondLst>
                                        </p:cTn>
                                        <p:tgtEl>
                                          <p:spTgt spid="9">
                                            <p:txEl>
                                              <p:pRg st="4" end="4"/>
                                            </p:txEl>
                                          </p:spTgt>
                                        </p:tgtEl>
                                        <p:attrNameLst>
                                          <p:attrName>style.visibility</p:attrName>
                                        </p:attrNameLst>
                                      </p:cBhvr>
                                      <p:to>
                                        <p:strVal val="visible"/>
                                      </p:to>
                                    </p:set>
                                    <p:anim calcmode="lin" valueType="num">
                                      <p:cBhvr additive="base">
                                        <p:cTn id="26" dur="500"/>
                                        <p:tgtEl>
                                          <p:spTgt spid="9">
                                            <p:txEl>
                                              <p:pRg st="4" end="4"/>
                                            </p:txEl>
                                          </p:spTgt>
                                        </p:tgtEl>
                                        <p:attrNameLst>
                                          <p:attrName>ppt_y</p:attrName>
                                        </p:attrNameLst>
                                      </p:cBhvr>
                                      <p:tavLst>
                                        <p:tav tm="0">
                                          <p:val>
                                            <p:strVal val="#ppt_y-#ppt_h*1.125000"/>
                                          </p:val>
                                        </p:tav>
                                        <p:tav tm="100000">
                                          <p:val>
                                            <p:strVal val="#ppt_y"/>
                                          </p:val>
                                        </p:tav>
                                      </p:tavLst>
                                    </p:anim>
                                    <p:animEffect transition="in" filter="wipe(down)">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iterate type="wd">
                                    <p:tmPct val="10000"/>
                                  </p:iterate>
                                  <p:childTnLst>
                                    <p:set>
                                      <p:cBhvr>
                                        <p:cTn id="31" dur="1" fill="hold">
                                          <p:stCondLst>
                                            <p:cond delay="0"/>
                                          </p:stCondLst>
                                        </p:cTn>
                                        <p:tgtEl>
                                          <p:spTgt spid="9">
                                            <p:txEl>
                                              <p:pRg st="6" end="6"/>
                                            </p:txEl>
                                          </p:spTgt>
                                        </p:tgtEl>
                                        <p:attrNameLst>
                                          <p:attrName>style.visibility</p:attrName>
                                        </p:attrNameLst>
                                      </p:cBhvr>
                                      <p:to>
                                        <p:strVal val="visible"/>
                                      </p:to>
                                    </p:set>
                                    <p:anim calcmode="lin" valueType="num">
                                      <p:cBhvr additive="base">
                                        <p:cTn id="32" dur="500"/>
                                        <p:tgtEl>
                                          <p:spTgt spid="9">
                                            <p:txEl>
                                              <p:pRg st="6" end="6"/>
                                            </p:txEl>
                                          </p:spTgt>
                                        </p:tgtEl>
                                        <p:attrNameLst>
                                          <p:attrName>ppt_y</p:attrName>
                                        </p:attrNameLst>
                                      </p:cBhvr>
                                      <p:tavLst>
                                        <p:tav tm="0">
                                          <p:val>
                                            <p:strVal val="#ppt_y-#ppt_h*1.125000"/>
                                          </p:val>
                                        </p:tav>
                                        <p:tav tm="100000">
                                          <p:val>
                                            <p:strVal val="#ppt_y"/>
                                          </p:val>
                                        </p:tav>
                                      </p:tavLst>
                                    </p:anim>
                                    <p:animEffect transition="in" filter="wipe(down)">
                                      <p:cBhvr>
                                        <p:cTn id="33" dur="500"/>
                                        <p:tgtEl>
                                          <p:spTgt spid="9">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grpId="0" nodeType="clickEffect">
                                  <p:stCondLst>
                                    <p:cond delay="0"/>
                                  </p:stCondLst>
                                  <p:iterate type="wd">
                                    <p:tmPct val="10000"/>
                                  </p:iterate>
                                  <p:childTnLst>
                                    <p:set>
                                      <p:cBhvr>
                                        <p:cTn id="37" dur="1" fill="hold">
                                          <p:stCondLst>
                                            <p:cond delay="0"/>
                                          </p:stCondLst>
                                        </p:cTn>
                                        <p:tgtEl>
                                          <p:spTgt spid="9">
                                            <p:txEl>
                                              <p:pRg st="8" end="8"/>
                                            </p:txEl>
                                          </p:spTgt>
                                        </p:tgtEl>
                                        <p:attrNameLst>
                                          <p:attrName>style.visibility</p:attrName>
                                        </p:attrNameLst>
                                      </p:cBhvr>
                                      <p:to>
                                        <p:strVal val="visible"/>
                                      </p:to>
                                    </p:set>
                                    <p:anim calcmode="lin" valueType="num">
                                      <p:cBhvr additive="base">
                                        <p:cTn id="38" dur="500"/>
                                        <p:tgtEl>
                                          <p:spTgt spid="9">
                                            <p:txEl>
                                              <p:pRg st="8" end="8"/>
                                            </p:txEl>
                                          </p:spTgt>
                                        </p:tgtEl>
                                        <p:attrNameLst>
                                          <p:attrName>ppt_y</p:attrName>
                                        </p:attrNameLst>
                                      </p:cBhvr>
                                      <p:tavLst>
                                        <p:tav tm="0">
                                          <p:val>
                                            <p:strVal val="#ppt_y-#ppt_h*1.125000"/>
                                          </p:val>
                                        </p:tav>
                                        <p:tav tm="100000">
                                          <p:val>
                                            <p:strVal val="#ppt_y"/>
                                          </p:val>
                                        </p:tav>
                                      </p:tavLst>
                                    </p:anim>
                                    <p:animEffect transition="in" filter="wipe(down)">
                                      <p:cBhvr>
                                        <p:cTn id="39" dur="500"/>
                                        <p:tgtEl>
                                          <p:spTgt spid="9">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1" fill="hold" grpId="0" nodeType="clickEffect">
                                  <p:stCondLst>
                                    <p:cond delay="0"/>
                                  </p:stCondLst>
                                  <p:iterate type="wd">
                                    <p:tmPct val="10000"/>
                                  </p:iterate>
                                  <p:childTnLst>
                                    <p:set>
                                      <p:cBhvr>
                                        <p:cTn id="43" dur="1" fill="hold">
                                          <p:stCondLst>
                                            <p:cond delay="0"/>
                                          </p:stCondLst>
                                        </p:cTn>
                                        <p:tgtEl>
                                          <p:spTgt spid="9">
                                            <p:txEl>
                                              <p:pRg st="10" end="10"/>
                                            </p:txEl>
                                          </p:spTgt>
                                        </p:tgtEl>
                                        <p:attrNameLst>
                                          <p:attrName>style.visibility</p:attrName>
                                        </p:attrNameLst>
                                      </p:cBhvr>
                                      <p:to>
                                        <p:strVal val="visible"/>
                                      </p:to>
                                    </p:set>
                                    <p:anim calcmode="lin" valueType="num">
                                      <p:cBhvr additive="base">
                                        <p:cTn id="44" dur="500"/>
                                        <p:tgtEl>
                                          <p:spTgt spid="9">
                                            <p:txEl>
                                              <p:pRg st="10" end="10"/>
                                            </p:txEl>
                                          </p:spTgt>
                                        </p:tgtEl>
                                        <p:attrNameLst>
                                          <p:attrName>ppt_y</p:attrName>
                                        </p:attrNameLst>
                                      </p:cBhvr>
                                      <p:tavLst>
                                        <p:tav tm="0">
                                          <p:val>
                                            <p:strVal val="#ppt_y-#ppt_h*1.125000"/>
                                          </p:val>
                                        </p:tav>
                                        <p:tav tm="100000">
                                          <p:val>
                                            <p:strVal val="#ppt_y"/>
                                          </p:val>
                                        </p:tav>
                                      </p:tavLst>
                                    </p:anim>
                                    <p:animEffect transition="in" filter="wipe(down)">
                                      <p:cBhvr>
                                        <p:cTn id="45" dur="500"/>
                                        <p:tgtEl>
                                          <p:spTgt spid="9">
                                            <p:txEl>
                                              <p:pRg st="10" end="1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xit" presetSubtype="32" fill="hold" grpId="1" nodeType="clickEffect">
                                  <p:stCondLst>
                                    <p:cond delay="0"/>
                                  </p:stCondLst>
                                  <p:childTnLst>
                                    <p:anim calcmode="lin" valueType="num">
                                      <p:cBhvr>
                                        <p:cTn id="49" dur="500"/>
                                        <p:tgtEl>
                                          <p:spTgt spid="8">
                                            <p:txEl>
                                              <p:pRg st="0" end="0"/>
                                            </p:txEl>
                                          </p:spTgt>
                                        </p:tgtEl>
                                        <p:attrNameLst>
                                          <p:attrName>ppt_w</p:attrName>
                                        </p:attrNameLst>
                                      </p:cBhvr>
                                      <p:tavLst>
                                        <p:tav tm="0">
                                          <p:val>
                                            <p:strVal val="ppt_w"/>
                                          </p:val>
                                        </p:tav>
                                        <p:tav tm="100000">
                                          <p:val>
                                            <p:fltVal val="0"/>
                                          </p:val>
                                        </p:tav>
                                      </p:tavLst>
                                    </p:anim>
                                    <p:anim calcmode="lin" valueType="num">
                                      <p:cBhvr>
                                        <p:cTn id="50"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51" dur="500"/>
                                        <p:tgtEl>
                                          <p:spTgt spid="8">
                                            <p:txEl>
                                              <p:pRg st="0" end="0"/>
                                            </p:txEl>
                                          </p:spTgt>
                                        </p:tgtEl>
                                      </p:cBhvr>
                                    </p:animEffect>
                                    <p:set>
                                      <p:cBhvr>
                                        <p:cTn id="52" dur="1" fill="hold">
                                          <p:stCondLst>
                                            <p:cond delay="499"/>
                                          </p:stCondLst>
                                        </p:cTn>
                                        <p:tgtEl>
                                          <p:spTgt spid="8">
                                            <p:txEl>
                                              <p:pRg st="0" end="0"/>
                                            </p:txEl>
                                          </p:spTgt>
                                        </p:tgtEl>
                                        <p:attrNameLst>
                                          <p:attrName>style.visibility</p:attrName>
                                        </p:attrNameLst>
                                      </p:cBhvr>
                                      <p:to>
                                        <p:strVal val="hidden"/>
                                      </p:to>
                                    </p:set>
                                  </p:childTnLst>
                                </p:cTn>
                              </p:par>
                              <p:par>
                                <p:cTn id="53" presetID="53" presetClass="exit" presetSubtype="32" fill="hold" grpId="1" nodeType="withEffect">
                                  <p:stCondLst>
                                    <p:cond delay="0"/>
                                  </p:stCondLst>
                                  <p:iterate type="wd">
                                    <p:tmPct val="0"/>
                                  </p:iterate>
                                  <p:childTnLst>
                                    <p:anim calcmode="lin" valueType="num">
                                      <p:cBhvr>
                                        <p:cTn id="54" dur="500"/>
                                        <p:tgtEl>
                                          <p:spTgt spid="9">
                                            <p:txEl>
                                              <p:pRg st="0" end="0"/>
                                            </p:txEl>
                                          </p:spTgt>
                                        </p:tgtEl>
                                        <p:attrNameLst>
                                          <p:attrName>ppt_w</p:attrName>
                                        </p:attrNameLst>
                                      </p:cBhvr>
                                      <p:tavLst>
                                        <p:tav tm="0">
                                          <p:val>
                                            <p:strVal val="ppt_w"/>
                                          </p:val>
                                        </p:tav>
                                        <p:tav tm="100000">
                                          <p:val>
                                            <p:fltVal val="0"/>
                                          </p:val>
                                        </p:tav>
                                      </p:tavLst>
                                    </p:anim>
                                    <p:anim calcmode="lin" valueType="num">
                                      <p:cBhvr>
                                        <p:cTn id="55" dur="500"/>
                                        <p:tgtEl>
                                          <p:spTgt spid="9">
                                            <p:txEl>
                                              <p:pRg st="0" end="0"/>
                                            </p:txEl>
                                          </p:spTgt>
                                        </p:tgtEl>
                                        <p:attrNameLst>
                                          <p:attrName>ppt_h</p:attrName>
                                        </p:attrNameLst>
                                      </p:cBhvr>
                                      <p:tavLst>
                                        <p:tav tm="0">
                                          <p:val>
                                            <p:strVal val="ppt_h"/>
                                          </p:val>
                                        </p:tav>
                                        <p:tav tm="100000">
                                          <p:val>
                                            <p:fltVal val="0"/>
                                          </p:val>
                                        </p:tav>
                                      </p:tavLst>
                                    </p:anim>
                                    <p:animEffect transition="out" filter="fade">
                                      <p:cBhvr>
                                        <p:cTn id="56" dur="500"/>
                                        <p:tgtEl>
                                          <p:spTgt spid="9">
                                            <p:txEl>
                                              <p:pRg st="0" end="0"/>
                                            </p:txEl>
                                          </p:spTgt>
                                        </p:tgtEl>
                                      </p:cBhvr>
                                    </p:animEffect>
                                    <p:set>
                                      <p:cBhvr>
                                        <p:cTn id="57" dur="1" fill="hold">
                                          <p:stCondLst>
                                            <p:cond delay="499"/>
                                          </p:stCondLst>
                                        </p:cTn>
                                        <p:tgtEl>
                                          <p:spTgt spid="9">
                                            <p:txEl>
                                              <p:pRg st="0" end="0"/>
                                            </p:txEl>
                                          </p:spTgt>
                                        </p:tgtEl>
                                        <p:attrNameLst>
                                          <p:attrName>style.visibility</p:attrName>
                                        </p:attrNameLst>
                                      </p:cBhvr>
                                      <p:to>
                                        <p:strVal val="hidden"/>
                                      </p:to>
                                    </p:set>
                                  </p:childTnLst>
                                </p:cTn>
                              </p:par>
                              <p:par>
                                <p:cTn id="58" presetID="53" presetClass="exit" presetSubtype="32" fill="hold" grpId="1" nodeType="withEffect">
                                  <p:stCondLst>
                                    <p:cond delay="0"/>
                                  </p:stCondLst>
                                  <p:iterate type="wd">
                                    <p:tmPct val="0"/>
                                  </p:iterate>
                                  <p:childTnLst>
                                    <p:anim calcmode="lin" valueType="num">
                                      <p:cBhvr>
                                        <p:cTn id="59" dur="500"/>
                                        <p:tgtEl>
                                          <p:spTgt spid="9">
                                            <p:txEl>
                                              <p:pRg st="2" end="2"/>
                                            </p:txEl>
                                          </p:spTgt>
                                        </p:tgtEl>
                                        <p:attrNameLst>
                                          <p:attrName>ppt_w</p:attrName>
                                        </p:attrNameLst>
                                      </p:cBhvr>
                                      <p:tavLst>
                                        <p:tav tm="0">
                                          <p:val>
                                            <p:strVal val="ppt_w"/>
                                          </p:val>
                                        </p:tav>
                                        <p:tav tm="100000">
                                          <p:val>
                                            <p:fltVal val="0"/>
                                          </p:val>
                                        </p:tav>
                                      </p:tavLst>
                                    </p:anim>
                                    <p:anim calcmode="lin" valueType="num">
                                      <p:cBhvr>
                                        <p:cTn id="60" dur="500"/>
                                        <p:tgtEl>
                                          <p:spTgt spid="9">
                                            <p:txEl>
                                              <p:pRg st="2" end="2"/>
                                            </p:txEl>
                                          </p:spTgt>
                                        </p:tgtEl>
                                        <p:attrNameLst>
                                          <p:attrName>ppt_h</p:attrName>
                                        </p:attrNameLst>
                                      </p:cBhvr>
                                      <p:tavLst>
                                        <p:tav tm="0">
                                          <p:val>
                                            <p:strVal val="ppt_h"/>
                                          </p:val>
                                        </p:tav>
                                        <p:tav tm="100000">
                                          <p:val>
                                            <p:fltVal val="0"/>
                                          </p:val>
                                        </p:tav>
                                      </p:tavLst>
                                    </p:anim>
                                    <p:animEffect transition="out" filter="fade">
                                      <p:cBhvr>
                                        <p:cTn id="61" dur="500"/>
                                        <p:tgtEl>
                                          <p:spTgt spid="9">
                                            <p:txEl>
                                              <p:pRg st="2" end="2"/>
                                            </p:txEl>
                                          </p:spTgt>
                                        </p:tgtEl>
                                      </p:cBhvr>
                                    </p:animEffect>
                                    <p:set>
                                      <p:cBhvr>
                                        <p:cTn id="62" dur="1" fill="hold">
                                          <p:stCondLst>
                                            <p:cond delay="499"/>
                                          </p:stCondLst>
                                        </p:cTn>
                                        <p:tgtEl>
                                          <p:spTgt spid="9">
                                            <p:txEl>
                                              <p:pRg st="2" end="2"/>
                                            </p:txEl>
                                          </p:spTgt>
                                        </p:tgtEl>
                                        <p:attrNameLst>
                                          <p:attrName>style.visibility</p:attrName>
                                        </p:attrNameLst>
                                      </p:cBhvr>
                                      <p:to>
                                        <p:strVal val="hidden"/>
                                      </p:to>
                                    </p:set>
                                  </p:childTnLst>
                                </p:cTn>
                              </p:par>
                              <p:par>
                                <p:cTn id="63" presetID="53" presetClass="exit" presetSubtype="32" fill="hold" grpId="1" nodeType="withEffect">
                                  <p:stCondLst>
                                    <p:cond delay="0"/>
                                  </p:stCondLst>
                                  <p:iterate type="wd">
                                    <p:tmPct val="0"/>
                                  </p:iterate>
                                  <p:childTnLst>
                                    <p:anim calcmode="lin" valueType="num">
                                      <p:cBhvr>
                                        <p:cTn id="64" dur="500"/>
                                        <p:tgtEl>
                                          <p:spTgt spid="9">
                                            <p:txEl>
                                              <p:pRg st="4" end="4"/>
                                            </p:txEl>
                                          </p:spTgt>
                                        </p:tgtEl>
                                        <p:attrNameLst>
                                          <p:attrName>ppt_w</p:attrName>
                                        </p:attrNameLst>
                                      </p:cBhvr>
                                      <p:tavLst>
                                        <p:tav tm="0">
                                          <p:val>
                                            <p:strVal val="ppt_w"/>
                                          </p:val>
                                        </p:tav>
                                        <p:tav tm="100000">
                                          <p:val>
                                            <p:fltVal val="0"/>
                                          </p:val>
                                        </p:tav>
                                      </p:tavLst>
                                    </p:anim>
                                    <p:anim calcmode="lin" valueType="num">
                                      <p:cBhvr>
                                        <p:cTn id="65" dur="500"/>
                                        <p:tgtEl>
                                          <p:spTgt spid="9">
                                            <p:txEl>
                                              <p:pRg st="4" end="4"/>
                                            </p:txEl>
                                          </p:spTgt>
                                        </p:tgtEl>
                                        <p:attrNameLst>
                                          <p:attrName>ppt_h</p:attrName>
                                        </p:attrNameLst>
                                      </p:cBhvr>
                                      <p:tavLst>
                                        <p:tav tm="0">
                                          <p:val>
                                            <p:strVal val="ppt_h"/>
                                          </p:val>
                                        </p:tav>
                                        <p:tav tm="100000">
                                          <p:val>
                                            <p:fltVal val="0"/>
                                          </p:val>
                                        </p:tav>
                                      </p:tavLst>
                                    </p:anim>
                                    <p:animEffect transition="out" filter="fade">
                                      <p:cBhvr>
                                        <p:cTn id="66" dur="500"/>
                                        <p:tgtEl>
                                          <p:spTgt spid="9">
                                            <p:txEl>
                                              <p:pRg st="4" end="4"/>
                                            </p:txEl>
                                          </p:spTgt>
                                        </p:tgtEl>
                                      </p:cBhvr>
                                    </p:animEffect>
                                    <p:set>
                                      <p:cBhvr>
                                        <p:cTn id="67" dur="1" fill="hold">
                                          <p:stCondLst>
                                            <p:cond delay="499"/>
                                          </p:stCondLst>
                                        </p:cTn>
                                        <p:tgtEl>
                                          <p:spTgt spid="9">
                                            <p:txEl>
                                              <p:pRg st="4" end="4"/>
                                            </p:txEl>
                                          </p:spTgt>
                                        </p:tgtEl>
                                        <p:attrNameLst>
                                          <p:attrName>style.visibility</p:attrName>
                                        </p:attrNameLst>
                                      </p:cBhvr>
                                      <p:to>
                                        <p:strVal val="hidden"/>
                                      </p:to>
                                    </p:set>
                                  </p:childTnLst>
                                </p:cTn>
                              </p:par>
                              <p:par>
                                <p:cTn id="68" presetID="53" presetClass="exit" presetSubtype="32" fill="hold" grpId="1" nodeType="withEffect">
                                  <p:stCondLst>
                                    <p:cond delay="0"/>
                                  </p:stCondLst>
                                  <p:iterate type="wd">
                                    <p:tmPct val="0"/>
                                  </p:iterate>
                                  <p:childTnLst>
                                    <p:anim calcmode="lin" valueType="num">
                                      <p:cBhvr>
                                        <p:cTn id="69" dur="500"/>
                                        <p:tgtEl>
                                          <p:spTgt spid="9">
                                            <p:txEl>
                                              <p:pRg st="6" end="6"/>
                                            </p:txEl>
                                          </p:spTgt>
                                        </p:tgtEl>
                                        <p:attrNameLst>
                                          <p:attrName>ppt_w</p:attrName>
                                        </p:attrNameLst>
                                      </p:cBhvr>
                                      <p:tavLst>
                                        <p:tav tm="0">
                                          <p:val>
                                            <p:strVal val="ppt_w"/>
                                          </p:val>
                                        </p:tav>
                                        <p:tav tm="100000">
                                          <p:val>
                                            <p:fltVal val="0"/>
                                          </p:val>
                                        </p:tav>
                                      </p:tavLst>
                                    </p:anim>
                                    <p:anim calcmode="lin" valueType="num">
                                      <p:cBhvr>
                                        <p:cTn id="70" dur="500"/>
                                        <p:tgtEl>
                                          <p:spTgt spid="9">
                                            <p:txEl>
                                              <p:pRg st="6" end="6"/>
                                            </p:txEl>
                                          </p:spTgt>
                                        </p:tgtEl>
                                        <p:attrNameLst>
                                          <p:attrName>ppt_h</p:attrName>
                                        </p:attrNameLst>
                                      </p:cBhvr>
                                      <p:tavLst>
                                        <p:tav tm="0">
                                          <p:val>
                                            <p:strVal val="ppt_h"/>
                                          </p:val>
                                        </p:tav>
                                        <p:tav tm="100000">
                                          <p:val>
                                            <p:fltVal val="0"/>
                                          </p:val>
                                        </p:tav>
                                      </p:tavLst>
                                    </p:anim>
                                    <p:animEffect transition="out" filter="fade">
                                      <p:cBhvr>
                                        <p:cTn id="71" dur="500"/>
                                        <p:tgtEl>
                                          <p:spTgt spid="9">
                                            <p:txEl>
                                              <p:pRg st="6" end="6"/>
                                            </p:txEl>
                                          </p:spTgt>
                                        </p:tgtEl>
                                      </p:cBhvr>
                                    </p:animEffect>
                                    <p:set>
                                      <p:cBhvr>
                                        <p:cTn id="72" dur="1" fill="hold">
                                          <p:stCondLst>
                                            <p:cond delay="499"/>
                                          </p:stCondLst>
                                        </p:cTn>
                                        <p:tgtEl>
                                          <p:spTgt spid="9">
                                            <p:txEl>
                                              <p:pRg st="6" end="6"/>
                                            </p:txEl>
                                          </p:spTgt>
                                        </p:tgtEl>
                                        <p:attrNameLst>
                                          <p:attrName>style.visibility</p:attrName>
                                        </p:attrNameLst>
                                      </p:cBhvr>
                                      <p:to>
                                        <p:strVal val="hidden"/>
                                      </p:to>
                                    </p:set>
                                  </p:childTnLst>
                                </p:cTn>
                              </p:par>
                              <p:par>
                                <p:cTn id="73" presetID="53" presetClass="exit" presetSubtype="32" fill="hold" grpId="1" nodeType="withEffect">
                                  <p:stCondLst>
                                    <p:cond delay="0"/>
                                  </p:stCondLst>
                                  <p:iterate type="wd">
                                    <p:tmPct val="0"/>
                                  </p:iterate>
                                  <p:childTnLst>
                                    <p:anim calcmode="lin" valueType="num">
                                      <p:cBhvr>
                                        <p:cTn id="74" dur="500"/>
                                        <p:tgtEl>
                                          <p:spTgt spid="9">
                                            <p:txEl>
                                              <p:pRg st="8" end="8"/>
                                            </p:txEl>
                                          </p:spTgt>
                                        </p:tgtEl>
                                        <p:attrNameLst>
                                          <p:attrName>ppt_w</p:attrName>
                                        </p:attrNameLst>
                                      </p:cBhvr>
                                      <p:tavLst>
                                        <p:tav tm="0">
                                          <p:val>
                                            <p:strVal val="ppt_w"/>
                                          </p:val>
                                        </p:tav>
                                        <p:tav tm="100000">
                                          <p:val>
                                            <p:fltVal val="0"/>
                                          </p:val>
                                        </p:tav>
                                      </p:tavLst>
                                    </p:anim>
                                    <p:anim calcmode="lin" valueType="num">
                                      <p:cBhvr>
                                        <p:cTn id="75" dur="500"/>
                                        <p:tgtEl>
                                          <p:spTgt spid="9">
                                            <p:txEl>
                                              <p:pRg st="8" end="8"/>
                                            </p:txEl>
                                          </p:spTgt>
                                        </p:tgtEl>
                                        <p:attrNameLst>
                                          <p:attrName>ppt_h</p:attrName>
                                        </p:attrNameLst>
                                      </p:cBhvr>
                                      <p:tavLst>
                                        <p:tav tm="0">
                                          <p:val>
                                            <p:strVal val="ppt_h"/>
                                          </p:val>
                                        </p:tav>
                                        <p:tav tm="100000">
                                          <p:val>
                                            <p:fltVal val="0"/>
                                          </p:val>
                                        </p:tav>
                                      </p:tavLst>
                                    </p:anim>
                                    <p:animEffect transition="out" filter="fade">
                                      <p:cBhvr>
                                        <p:cTn id="76" dur="500"/>
                                        <p:tgtEl>
                                          <p:spTgt spid="9">
                                            <p:txEl>
                                              <p:pRg st="8" end="8"/>
                                            </p:txEl>
                                          </p:spTgt>
                                        </p:tgtEl>
                                      </p:cBhvr>
                                    </p:animEffect>
                                    <p:set>
                                      <p:cBhvr>
                                        <p:cTn id="77" dur="1" fill="hold">
                                          <p:stCondLst>
                                            <p:cond delay="499"/>
                                          </p:stCondLst>
                                        </p:cTn>
                                        <p:tgtEl>
                                          <p:spTgt spid="9">
                                            <p:txEl>
                                              <p:pRg st="8" end="8"/>
                                            </p:txEl>
                                          </p:spTgt>
                                        </p:tgtEl>
                                        <p:attrNameLst>
                                          <p:attrName>style.visibility</p:attrName>
                                        </p:attrNameLst>
                                      </p:cBhvr>
                                      <p:to>
                                        <p:strVal val="hidden"/>
                                      </p:to>
                                    </p:set>
                                  </p:childTnLst>
                                </p:cTn>
                              </p:par>
                              <p:par>
                                <p:cTn id="78" presetID="53" presetClass="exit" presetSubtype="32" fill="hold" grpId="1" nodeType="withEffect">
                                  <p:stCondLst>
                                    <p:cond delay="0"/>
                                  </p:stCondLst>
                                  <p:iterate type="wd">
                                    <p:tmPct val="0"/>
                                  </p:iterate>
                                  <p:childTnLst>
                                    <p:anim calcmode="lin" valueType="num">
                                      <p:cBhvr>
                                        <p:cTn id="79" dur="500"/>
                                        <p:tgtEl>
                                          <p:spTgt spid="9">
                                            <p:txEl>
                                              <p:pRg st="10" end="10"/>
                                            </p:txEl>
                                          </p:spTgt>
                                        </p:tgtEl>
                                        <p:attrNameLst>
                                          <p:attrName>ppt_w</p:attrName>
                                        </p:attrNameLst>
                                      </p:cBhvr>
                                      <p:tavLst>
                                        <p:tav tm="0">
                                          <p:val>
                                            <p:strVal val="ppt_w"/>
                                          </p:val>
                                        </p:tav>
                                        <p:tav tm="100000">
                                          <p:val>
                                            <p:fltVal val="0"/>
                                          </p:val>
                                        </p:tav>
                                      </p:tavLst>
                                    </p:anim>
                                    <p:anim calcmode="lin" valueType="num">
                                      <p:cBhvr>
                                        <p:cTn id="80" dur="500"/>
                                        <p:tgtEl>
                                          <p:spTgt spid="9">
                                            <p:txEl>
                                              <p:pRg st="10" end="10"/>
                                            </p:txEl>
                                          </p:spTgt>
                                        </p:tgtEl>
                                        <p:attrNameLst>
                                          <p:attrName>ppt_h</p:attrName>
                                        </p:attrNameLst>
                                      </p:cBhvr>
                                      <p:tavLst>
                                        <p:tav tm="0">
                                          <p:val>
                                            <p:strVal val="ppt_h"/>
                                          </p:val>
                                        </p:tav>
                                        <p:tav tm="100000">
                                          <p:val>
                                            <p:fltVal val="0"/>
                                          </p:val>
                                        </p:tav>
                                      </p:tavLst>
                                    </p:anim>
                                    <p:animEffect transition="out" filter="fade">
                                      <p:cBhvr>
                                        <p:cTn id="81" dur="500"/>
                                        <p:tgtEl>
                                          <p:spTgt spid="9">
                                            <p:txEl>
                                              <p:pRg st="10" end="10"/>
                                            </p:txEl>
                                          </p:spTgt>
                                        </p:tgtEl>
                                      </p:cBhvr>
                                    </p:animEffect>
                                    <p:set>
                                      <p:cBhvr>
                                        <p:cTn id="82" dur="1" fill="hold">
                                          <p:stCondLst>
                                            <p:cond delay="499"/>
                                          </p:stCondLst>
                                        </p:cTn>
                                        <p:tgtEl>
                                          <p:spTgt spid="9">
                                            <p:txEl>
                                              <p:pRg st="10" end="1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8" grpId="1" build="allAtOnce"/>
      <p:bldP spid="9" grpId="0" build="allAtOnce"/>
      <p:bldP spid="9" grpId="1" build="allAtOnce"/>
    </p:bldLst>
  </p:timing>
</p:sld>
</file>

<file path=ppt/slides/slide48.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7B9A50A3-2118-1360-BB64-DC20C8AA14C6}"/>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2A9B2483-A2E6-1738-5DCB-47FE179FF1DD}"/>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AF24C17E-715C-6252-8D47-1C89A9C33820}"/>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498306E7-D654-3AD4-65E8-88DD62537C2A}"/>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C4F62D0A-02FB-645B-1977-EA3ED69BDA85}"/>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FE6E4757-D126-9476-3D89-A8888398C556}"/>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0ED64971-4733-DC08-74F5-5E3ADF1A2A85}"/>
              </a:ext>
            </a:extLst>
          </p:cNvPr>
          <p:cNvSpPr/>
          <p:nvPr/>
        </p:nvSpPr>
        <p:spPr>
          <a:xfrm>
            <a:off x="1219473" y="1677082"/>
            <a:ext cx="6705054" cy="4177119"/>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5FCA41FA-DE00-0DE9-F5B3-1F512C45C156}"/>
              </a:ext>
            </a:extLst>
          </p:cNvPr>
          <p:cNvSpPr/>
          <p:nvPr/>
        </p:nvSpPr>
        <p:spPr>
          <a:xfrm>
            <a:off x="1219473" y="904672"/>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AA350C8-8150-3C31-71C7-5EB4DC37AE7B}"/>
              </a:ext>
            </a:extLst>
          </p:cNvPr>
          <p:cNvSpPr txBox="1"/>
          <p:nvPr/>
        </p:nvSpPr>
        <p:spPr>
          <a:xfrm>
            <a:off x="1184078" y="100360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Key Business Motivators</a:t>
            </a:r>
            <a:endParaRPr lang="en-US" sz="2000" b="1" spc="300" dirty="0">
              <a:solidFill>
                <a:schemeClr val="bg1"/>
              </a:solidFill>
              <a:latin typeface="Orbitron Black" pitchFamily="2" charset="0"/>
            </a:endParaRPr>
          </a:p>
        </p:txBody>
      </p:sp>
      <p:sp>
        <p:nvSpPr>
          <p:cNvPr id="9" name="TextBox 8">
            <a:extLst>
              <a:ext uri="{FF2B5EF4-FFF2-40B4-BE49-F238E27FC236}">
                <a16:creationId xmlns:a16="http://schemas.microsoft.com/office/drawing/2014/main" id="{785F28A9-31A0-0A5F-A549-3656EDA8B874}"/>
              </a:ext>
            </a:extLst>
          </p:cNvPr>
          <p:cNvSpPr txBox="1"/>
          <p:nvPr/>
        </p:nvSpPr>
        <p:spPr>
          <a:xfrm>
            <a:off x="1641290" y="2203657"/>
            <a:ext cx="6063021" cy="3139321"/>
          </a:xfrm>
          <a:prstGeom prst="rect">
            <a:avLst/>
          </a:prstGeom>
          <a:noFill/>
        </p:spPr>
        <p:txBody>
          <a:bodyPr wrap="square" rtlCol="0" anchor="ctr">
            <a:spAutoFit/>
          </a:bodyPr>
          <a:lstStyle/>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Lower operational cost</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Higher security</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Better UX</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Faster cross-chain operations</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Access to multiple ecosystems simultaneously</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Enterprise-friendly governance</a:t>
            </a:r>
          </a:p>
        </p:txBody>
      </p:sp>
    </p:spTree>
    <p:extLst>
      <p:ext uri="{BB962C8B-B14F-4D97-AF65-F5344CB8AC3E}">
        <p14:creationId xmlns:p14="http://schemas.microsoft.com/office/powerpoint/2010/main" val="2586386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1" fill="hold" grpId="0" nodeType="clickEffect">
                                  <p:stCondLst>
                                    <p:cond delay="0"/>
                                  </p:stCondLst>
                                  <p:iterate type="wd">
                                    <p:tmPct val="10000"/>
                                  </p:iterate>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additive="base">
                                        <p:cTn id="14"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down)">
                                      <p:cBhvr>
                                        <p:cTn id="15" dur="5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grpId="0" nodeType="clickEffect">
                                  <p:stCondLst>
                                    <p:cond delay="0"/>
                                  </p:stCondLst>
                                  <p:iterate type="wd">
                                    <p:tmPct val="10000"/>
                                  </p:iterate>
                                  <p:childTnLst>
                                    <p:set>
                                      <p:cBhvr>
                                        <p:cTn id="19" dur="1" fill="hold">
                                          <p:stCondLst>
                                            <p:cond delay="0"/>
                                          </p:stCondLst>
                                        </p:cTn>
                                        <p:tgtEl>
                                          <p:spTgt spid="9">
                                            <p:txEl>
                                              <p:pRg st="2" end="2"/>
                                            </p:txEl>
                                          </p:spTgt>
                                        </p:tgtEl>
                                        <p:attrNameLst>
                                          <p:attrName>style.visibility</p:attrName>
                                        </p:attrNameLst>
                                      </p:cBhvr>
                                      <p:to>
                                        <p:strVal val="visible"/>
                                      </p:to>
                                    </p:set>
                                    <p:anim calcmode="lin" valueType="num">
                                      <p:cBhvr additive="base">
                                        <p:cTn id="20"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down)">
                                      <p:cBhvr>
                                        <p:cTn id="21" dur="500"/>
                                        <p:tgtEl>
                                          <p:spTgt spid="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iterate type="wd">
                                    <p:tmPct val="10000"/>
                                  </p:iterate>
                                  <p:childTnLst>
                                    <p:set>
                                      <p:cBhvr>
                                        <p:cTn id="25" dur="1" fill="hold">
                                          <p:stCondLst>
                                            <p:cond delay="0"/>
                                          </p:stCondLst>
                                        </p:cTn>
                                        <p:tgtEl>
                                          <p:spTgt spid="9">
                                            <p:txEl>
                                              <p:pRg st="4" end="4"/>
                                            </p:txEl>
                                          </p:spTgt>
                                        </p:tgtEl>
                                        <p:attrNameLst>
                                          <p:attrName>style.visibility</p:attrName>
                                        </p:attrNameLst>
                                      </p:cBhvr>
                                      <p:to>
                                        <p:strVal val="visible"/>
                                      </p:to>
                                    </p:set>
                                    <p:anim calcmode="lin" valueType="num">
                                      <p:cBhvr additive="base">
                                        <p:cTn id="26" dur="500"/>
                                        <p:tgtEl>
                                          <p:spTgt spid="9">
                                            <p:txEl>
                                              <p:pRg st="4" end="4"/>
                                            </p:txEl>
                                          </p:spTgt>
                                        </p:tgtEl>
                                        <p:attrNameLst>
                                          <p:attrName>ppt_y</p:attrName>
                                        </p:attrNameLst>
                                      </p:cBhvr>
                                      <p:tavLst>
                                        <p:tav tm="0">
                                          <p:val>
                                            <p:strVal val="#ppt_y-#ppt_h*1.125000"/>
                                          </p:val>
                                        </p:tav>
                                        <p:tav tm="100000">
                                          <p:val>
                                            <p:strVal val="#ppt_y"/>
                                          </p:val>
                                        </p:tav>
                                      </p:tavLst>
                                    </p:anim>
                                    <p:animEffect transition="in" filter="wipe(down)">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iterate type="wd">
                                    <p:tmPct val="10000"/>
                                  </p:iterate>
                                  <p:childTnLst>
                                    <p:set>
                                      <p:cBhvr>
                                        <p:cTn id="31" dur="1" fill="hold">
                                          <p:stCondLst>
                                            <p:cond delay="0"/>
                                          </p:stCondLst>
                                        </p:cTn>
                                        <p:tgtEl>
                                          <p:spTgt spid="9">
                                            <p:txEl>
                                              <p:pRg st="6" end="6"/>
                                            </p:txEl>
                                          </p:spTgt>
                                        </p:tgtEl>
                                        <p:attrNameLst>
                                          <p:attrName>style.visibility</p:attrName>
                                        </p:attrNameLst>
                                      </p:cBhvr>
                                      <p:to>
                                        <p:strVal val="visible"/>
                                      </p:to>
                                    </p:set>
                                    <p:anim calcmode="lin" valueType="num">
                                      <p:cBhvr additive="base">
                                        <p:cTn id="32" dur="500"/>
                                        <p:tgtEl>
                                          <p:spTgt spid="9">
                                            <p:txEl>
                                              <p:pRg st="6" end="6"/>
                                            </p:txEl>
                                          </p:spTgt>
                                        </p:tgtEl>
                                        <p:attrNameLst>
                                          <p:attrName>ppt_y</p:attrName>
                                        </p:attrNameLst>
                                      </p:cBhvr>
                                      <p:tavLst>
                                        <p:tav tm="0">
                                          <p:val>
                                            <p:strVal val="#ppt_y-#ppt_h*1.125000"/>
                                          </p:val>
                                        </p:tav>
                                        <p:tav tm="100000">
                                          <p:val>
                                            <p:strVal val="#ppt_y"/>
                                          </p:val>
                                        </p:tav>
                                      </p:tavLst>
                                    </p:anim>
                                    <p:animEffect transition="in" filter="wipe(down)">
                                      <p:cBhvr>
                                        <p:cTn id="33" dur="500"/>
                                        <p:tgtEl>
                                          <p:spTgt spid="9">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grpId="0" nodeType="clickEffect">
                                  <p:stCondLst>
                                    <p:cond delay="0"/>
                                  </p:stCondLst>
                                  <p:iterate type="wd">
                                    <p:tmPct val="10000"/>
                                  </p:iterate>
                                  <p:childTnLst>
                                    <p:set>
                                      <p:cBhvr>
                                        <p:cTn id="37" dur="1" fill="hold">
                                          <p:stCondLst>
                                            <p:cond delay="0"/>
                                          </p:stCondLst>
                                        </p:cTn>
                                        <p:tgtEl>
                                          <p:spTgt spid="9">
                                            <p:txEl>
                                              <p:pRg st="8" end="8"/>
                                            </p:txEl>
                                          </p:spTgt>
                                        </p:tgtEl>
                                        <p:attrNameLst>
                                          <p:attrName>style.visibility</p:attrName>
                                        </p:attrNameLst>
                                      </p:cBhvr>
                                      <p:to>
                                        <p:strVal val="visible"/>
                                      </p:to>
                                    </p:set>
                                    <p:anim calcmode="lin" valueType="num">
                                      <p:cBhvr additive="base">
                                        <p:cTn id="38" dur="500"/>
                                        <p:tgtEl>
                                          <p:spTgt spid="9">
                                            <p:txEl>
                                              <p:pRg st="8" end="8"/>
                                            </p:txEl>
                                          </p:spTgt>
                                        </p:tgtEl>
                                        <p:attrNameLst>
                                          <p:attrName>ppt_y</p:attrName>
                                        </p:attrNameLst>
                                      </p:cBhvr>
                                      <p:tavLst>
                                        <p:tav tm="0">
                                          <p:val>
                                            <p:strVal val="#ppt_y-#ppt_h*1.125000"/>
                                          </p:val>
                                        </p:tav>
                                        <p:tav tm="100000">
                                          <p:val>
                                            <p:strVal val="#ppt_y"/>
                                          </p:val>
                                        </p:tav>
                                      </p:tavLst>
                                    </p:anim>
                                    <p:animEffect transition="in" filter="wipe(down)">
                                      <p:cBhvr>
                                        <p:cTn id="39" dur="500"/>
                                        <p:tgtEl>
                                          <p:spTgt spid="9">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1" fill="hold" grpId="0" nodeType="clickEffect">
                                  <p:stCondLst>
                                    <p:cond delay="0"/>
                                  </p:stCondLst>
                                  <p:iterate type="wd">
                                    <p:tmPct val="10000"/>
                                  </p:iterate>
                                  <p:childTnLst>
                                    <p:set>
                                      <p:cBhvr>
                                        <p:cTn id="43" dur="1" fill="hold">
                                          <p:stCondLst>
                                            <p:cond delay="0"/>
                                          </p:stCondLst>
                                        </p:cTn>
                                        <p:tgtEl>
                                          <p:spTgt spid="9">
                                            <p:txEl>
                                              <p:pRg st="10" end="10"/>
                                            </p:txEl>
                                          </p:spTgt>
                                        </p:tgtEl>
                                        <p:attrNameLst>
                                          <p:attrName>style.visibility</p:attrName>
                                        </p:attrNameLst>
                                      </p:cBhvr>
                                      <p:to>
                                        <p:strVal val="visible"/>
                                      </p:to>
                                    </p:set>
                                    <p:anim calcmode="lin" valueType="num">
                                      <p:cBhvr additive="base">
                                        <p:cTn id="44" dur="500"/>
                                        <p:tgtEl>
                                          <p:spTgt spid="9">
                                            <p:txEl>
                                              <p:pRg st="10" end="10"/>
                                            </p:txEl>
                                          </p:spTgt>
                                        </p:tgtEl>
                                        <p:attrNameLst>
                                          <p:attrName>ppt_y</p:attrName>
                                        </p:attrNameLst>
                                      </p:cBhvr>
                                      <p:tavLst>
                                        <p:tav tm="0">
                                          <p:val>
                                            <p:strVal val="#ppt_y-#ppt_h*1.125000"/>
                                          </p:val>
                                        </p:tav>
                                        <p:tav tm="100000">
                                          <p:val>
                                            <p:strVal val="#ppt_y"/>
                                          </p:val>
                                        </p:tav>
                                      </p:tavLst>
                                    </p:anim>
                                    <p:animEffect transition="in" filter="wipe(down)">
                                      <p:cBhvr>
                                        <p:cTn id="45" dur="500"/>
                                        <p:tgtEl>
                                          <p:spTgt spid="9">
                                            <p:txEl>
                                              <p:pRg st="10" end="1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xit" presetSubtype="32" fill="hold" grpId="1" nodeType="clickEffect">
                                  <p:stCondLst>
                                    <p:cond delay="0"/>
                                  </p:stCondLst>
                                  <p:childTnLst>
                                    <p:anim calcmode="lin" valueType="num">
                                      <p:cBhvr>
                                        <p:cTn id="49" dur="500"/>
                                        <p:tgtEl>
                                          <p:spTgt spid="8">
                                            <p:txEl>
                                              <p:pRg st="0" end="0"/>
                                            </p:txEl>
                                          </p:spTgt>
                                        </p:tgtEl>
                                        <p:attrNameLst>
                                          <p:attrName>ppt_w</p:attrName>
                                        </p:attrNameLst>
                                      </p:cBhvr>
                                      <p:tavLst>
                                        <p:tav tm="0">
                                          <p:val>
                                            <p:strVal val="ppt_w"/>
                                          </p:val>
                                        </p:tav>
                                        <p:tav tm="100000">
                                          <p:val>
                                            <p:fltVal val="0"/>
                                          </p:val>
                                        </p:tav>
                                      </p:tavLst>
                                    </p:anim>
                                    <p:anim calcmode="lin" valueType="num">
                                      <p:cBhvr>
                                        <p:cTn id="50"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51" dur="500"/>
                                        <p:tgtEl>
                                          <p:spTgt spid="8">
                                            <p:txEl>
                                              <p:pRg st="0" end="0"/>
                                            </p:txEl>
                                          </p:spTgt>
                                        </p:tgtEl>
                                      </p:cBhvr>
                                    </p:animEffect>
                                    <p:set>
                                      <p:cBhvr>
                                        <p:cTn id="52" dur="1" fill="hold">
                                          <p:stCondLst>
                                            <p:cond delay="499"/>
                                          </p:stCondLst>
                                        </p:cTn>
                                        <p:tgtEl>
                                          <p:spTgt spid="8">
                                            <p:txEl>
                                              <p:pRg st="0" end="0"/>
                                            </p:txEl>
                                          </p:spTgt>
                                        </p:tgtEl>
                                        <p:attrNameLst>
                                          <p:attrName>style.visibility</p:attrName>
                                        </p:attrNameLst>
                                      </p:cBhvr>
                                      <p:to>
                                        <p:strVal val="hidden"/>
                                      </p:to>
                                    </p:set>
                                  </p:childTnLst>
                                </p:cTn>
                              </p:par>
                              <p:par>
                                <p:cTn id="53" presetID="53" presetClass="exit" presetSubtype="32" fill="hold" grpId="1" nodeType="withEffect">
                                  <p:stCondLst>
                                    <p:cond delay="0"/>
                                  </p:stCondLst>
                                  <p:iterate type="wd">
                                    <p:tmPct val="0"/>
                                  </p:iterate>
                                  <p:childTnLst>
                                    <p:anim calcmode="lin" valueType="num">
                                      <p:cBhvr>
                                        <p:cTn id="54" dur="500"/>
                                        <p:tgtEl>
                                          <p:spTgt spid="9">
                                            <p:txEl>
                                              <p:pRg st="0" end="0"/>
                                            </p:txEl>
                                          </p:spTgt>
                                        </p:tgtEl>
                                        <p:attrNameLst>
                                          <p:attrName>ppt_w</p:attrName>
                                        </p:attrNameLst>
                                      </p:cBhvr>
                                      <p:tavLst>
                                        <p:tav tm="0">
                                          <p:val>
                                            <p:strVal val="ppt_w"/>
                                          </p:val>
                                        </p:tav>
                                        <p:tav tm="100000">
                                          <p:val>
                                            <p:fltVal val="0"/>
                                          </p:val>
                                        </p:tav>
                                      </p:tavLst>
                                    </p:anim>
                                    <p:anim calcmode="lin" valueType="num">
                                      <p:cBhvr>
                                        <p:cTn id="55" dur="500"/>
                                        <p:tgtEl>
                                          <p:spTgt spid="9">
                                            <p:txEl>
                                              <p:pRg st="0" end="0"/>
                                            </p:txEl>
                                          </p:spTgt>
                                        </p:tgtEl>
                                        <p:attrNameLst>
                                          <p:attrName>ppt_h</p:attrName>
                                        </p:attrNameLst>
                                      </p:cBhvr>
                                      <p:tavLst>
                                        <p:tav tm="0">
                                          <p:val>
                                            <p:strVal val="ppt_h"/>
                                          </p:val>
                                        </p:tav>
                                        <p:tav tm="100000">
                                          <p:val>
                                            <p:fltVal val="0"/>
                                          </p:val>
                                        </p:tav>
                                      </p:tavLst>
                                    </p:anim>
                                    <p:animEffect transition="out" filter="fade">
                                      <p:cBhvr>
                                        <p:cTn id="56" dur="500"/>
                                        <p:tgtEl>
                                          <p:spTgt spid="9">
                                            <p:txEl>
                                              <p:pRg st="0" end="0"/>
                                            </p:txEl>
                                          </p:spTgt>
                                        </p:tgtEl>
                                      </p:cBhvr>
                                    </p:animEffect>
                                    <p:set>
                                      <p:cBhvr>
                                        <p:cTn id="57" dur="1" fill="hold">
                                          <p:stCondLst>
                                            <p:cond delay="499"/>
                                          </p:stCondLst>
                                        </p:cTn>
                                        <p:tgtEl>
                                          <p:spTgt spid="9">
                                            <p:txEl>
                                              <p:pRg st="0" end="0"/>
                                            </p:txEl>
                                          </p:spTgt>
                                        </p:tgtEl>
                                        <p:attrNameLst>
                                          <p:attrName>style.visibility</p:attrName>
                                        </p:attrNameLst>
                                      </p:cBhvr>
                                      <p:to>
                                        <p:strVal val="hidden"/>
                                      </p:to>
                                    </p:set>
                                  </p:childTnLst>
                                </p:cTn>
                              </p:par>
                              <p:par>
                                <p:cTn id="58" presetID="53" presetClass="exit" presetSubtype="32" fill="hold" grpId="1" nodeType="withEffect">
                                  <p:stCondLst>
                                    <p:cond delay="0"/>
                                  </p:stCondLst>
                                  <p:iterate type="wd">
                                    <p:tmPct val="0"/>
                                  </p:iterate>
                                  <p:childTnLst>
                                    <p:anim calcmode="lin" valueType="num">
                                      <p:cBhvr>
                                        <p:cTn id="59" dur="500"/>
                                        <p:tgtEl>
                                          <p:spTgt spid="9">
                                            <p:txEl>
                                              <p:pRg st="2" end="2"/>
                                            </p:txEl>
                                          </p:spTgt>
                                        </p:tgtEl>
                                        <p:attrNameLst>
                                          <p:attrName>ppt_w</p:attrName>
                                        </p:attrNameLst>
                                      </p:cBhvr>
                                      <p:tavLst>
                                        <p:tav tm="0">
                                          <p:val>
                                            <p:strVal val="ppt_w"/>
                                          </p:val>
                                        </p:tav>
                                        <p:tav tm="100000">
                                          <p:val>
                                            <p:fltVal val="0"/>
                                          </p:val>
                                        </p:tav>
                                      </p:tavLst>
                                    </p:anim>
                                    <p:anim calcmode="lin" valueType="num">
                                      <p:cBhvr>
                                        <p:cTn id="60" dur="500"/>
                                        <p:tgtEl>
                                          <p:spTgt spid="9">
                                            <p:txEl>
                                              <p:pRg st="2" end="2"/>
                                            </p:txEl>
                                          </p:spTgt>
                                        </p:tgtEl>
                                        <p:attrNameLst>
                                          <p:attrName>ppt_h</p:attrName>
                                        </p:attrNameLst>
                                      </p:cBhvr>
                                      <p:tavLst>
                                        <p:tav tm="0">
                                          <p:val>
                                            <p:strVal val="ppt_h"/>
                                          </p:val>
                                        </p:tav>
                                        <p:tav tm="100000">
                                          <p:val>
                                            <p:fltVal val="0"/>
                                          </p:val>
                                        </p:tav>
                                      </p:tavLst>
                                    </p:anim>
                                    <p:animEffect transition="out" filter="fade">
                                      <p:cBhvr>
                                        <p:cTn id="61" dur="500"/>
                                        <p:tgtEl>
                                          <p:spTgt spid="9">
                                            <p:txEl>
                                              <p:pRg st="2" end="2"/>
                                            </p:txEl>
                                          </p:spTgt>
                                        </p:tgtEl>
                                      </p:cBhvr>
                                    </p:animEffect>
                                    <p:set>
                                      <p:cBhvr>
                                        <p:cTn id="62" dur="1" fill="hold">
                                          <p:stCondLst>
                                            <p:cond delay="499"/>
                                          </p:stCondLst>
                                        </p:cTn>
                                        <p:tgtEl>
                                          <p:spTgt spid="9">
                                            <p:txEl>
                                              <p:pRg st="2" end="2"/>
                                            </p:txEl>
                                          </p:spTgt>
                                        </p:tgtEl>
                                        <p:attrNameLst>
                                          <p:attrName>style.visibility</p:attrName>
                                        </p:attrNameLst>
                                      </p:cBhvr>
                                      <p:to>
                                        <p:strVal val="hidden"/>
                                      </p:to>
                                    </p:set>
                                  </p:childTnLst>
                                </p:cTn>
                              </p:par>
                              <p:par>
                                <p:cTn id="63" presetID="53" presetClass="exit" presetSubtype="32" fill="hold" grpId="1" nodeType="withEffect">
                                  <p:stCondLst>
                                    <p:cond delay="0"/>
                                  </p:stCondLst>
                                  <p:iterate type="wd">
                                    <p:tmPct val="0"/>
                                  </p:iterate>
                                  <p:childTnLst>
                                    <p:anim calcmode="lin" valueType="num">
                                      <p:cBhvr>
                                        <p:cTn id="64" dur="500"/>
                                        <p:tgtEl>
                                          <p:spTgt spid="9">
                                            <p:txEl>
                                              <p:pRg st="4" end="4"/>
                                            </p:txEl>
                                          </p:spTgt>
                                        </p:tgtEl>
                                        <p:attrNameLst>
                                          <p:attrName>ppt_w</p:attrName>
                                        </p:attrNameLst>
                                      </p:cBhvr>
                                      <p:tavLst>
                                        <p:tav tm="0">
                                          <p:val>
                                            <p:strVal val="ppt_w"/>
                                          </p:val>
                                        </p:tav>
                                        <p:tav tm="100000">
                                          <p:val>
                                            <p:fltVal val="0"/>
                                          </p:val>
                                        </p:tav>
                                      </p:tavLst>
                                    </p:anim>
                                    <p:anim calcmode="lin" valueType="num">
                                      <p:cBhvr>
                                        <p:cTn id="65" dur="500"/>
                                        <p:tgtEl>
                                          <p:spTgt spid="9">
                                            <p:txEl>
                                              <p:pRg st="4" end="4"/>
                                            </p:txEl>
                                          </p:spTgt>
                                        </p:tgtEl>
                                        <p:attrNameLst>
                                          <p:attrName>ppt_h</p:attrName>
                                        </p:attrNameLst>
                                      </p:cBhvr>
                                      <p:tavLst>
                                        <p:tav tm="0">
                                          <p:val>
                                            <p:strVal val="ppt_h"/>
                                          </p:val>
                                        </p:tav>
                                        <p:tav tm="100000">
                                          <p:val>
                                            <p:fltVal val="0"/>
                                          </p:val>
                                        </p:tav>
                                      </p:tavLst>
                                    </p:anim>
                                    <p:animEffect transition="out" filter="fade">
                                      <p:cBhvr>
                                        <p:cTn id="66" dur="500"/>
                                        <p:tgtEl>
                                          <p:spTgt spid="9">
                                            <p:txEl>
                                              <p:pRg st="4" end="4"/>
                                            </p:txEl>
                                          </p:spTgt>
                                        </p:tgtEl>
                                      </p:cBhvr>
                                    </p:animEffect>
                                    <p:set>
                                      <p:cBhvr>
                                        <p:cTn id="67" dur="1" fill="hold">
                                          <p:stCondLst>
                                            <p:cond delay="499"/>
                                          </p:stCondLst>
                                        </p:cTn>
                                        <p:tgtEl>
                                          <p:spTgt spid="9">
                                            <p:txEl>
                                              <p:pRg st="4" end="4"/>
                                            </p:txEl>
                                          </p:spTgt>
                                        </p:tgtEl>
                                        <p:attrNameLst>
                                          <p:attrName>style.visibility</p:attrName>
                                        </p:attrNameLst>
                                      </p:cBhvr>
                                      <p:to>
                                        <p:strVal val="hidden"/>
                                      </p:to>
                                    </p:set>
                                  </p:childTnLst>
                                </p:cTn>
                              </p:par>
                              <p:par>
                                <p:cTn id="68" presetID="53" presetClass="exit" presetSubtype="32" fill="hold" grpId="1" nodeType="withEffect">
                                  <p:stCondLst>
                                    <p:cond delay="0"/>
                                  </p:stCondLst>
                                  <p:iterate type="wd">
                                    <p:tmPct val="0"/>
                                  </p:iterate>
                                  <p:childTnLst>
                                    <p:anim calcmode="lin" valueType="num">
                                      <p:cBhvr>
                                        <p:cTn id="69" dur="500"/>
                                        <p:tgtEl>
                                          <p:spTgt spid="9">
                                            <p:txEl>
                                              <p:pRg st="6" end="6"/>
                                            </p:txEl>
                                          </p:spTgt>
                                        </p:tgtEl>
                                        <p:attrNameLst>
                                          <p:attrName>ppt_w</p:attrName>
                                        </p:attrNameLst>
                                      </p:cBhvr>
                                      <p:tavLst>
                                        <p:tav tm="0">
                                          <p:val>
                                            <p:strVal val="ppt_w"/>
                                          </p:val>
                                        </p:tav>
                                        <p:tav tm="100000">
                                          <p:val>
                                            <p:fltVal val="0"/>
                                          </p:val>
                                        </p:tav>
                                      </p:tavLst>
                                    </p:anim>
                                    <p:anim calcmode="lin" valueType="num">
                                      <p:cBhvr>
                                        <p:cTn id="70" dur="500"/>
                                        <p:tgtEl>
                                          <p:spTgt spid="9">
                                            <p:txEl>
                                              <p:pRg st="6" end="6"/>
                                            </p:txEl>
                                          </p:spTgt>
                                        </p:tgtEl>
                                        <p:attrNameLst>
                                          <p:attrName>ppt_h</p:attrName>
                                        </p:attrNameLst>
                                      </p:cBhvr>
                                      <p:tavLst>
                                        <p:tav tm="0">
                                          <p:val>
                                            <p:strVal val="ppt_h"/>
                                          </p:val>
                                        </p:tav>
                                        <p:tav tm="100000">
                                          <p:val>
                                            <p:fltVal val="0"/>
                                          </p:val>
                                        </p:tav>
                                      </p:tavLst>
                                    </p:anim>
                                    <p:animEffect transition="out" filter="fade">
                                      <p:cBhvr>
                                        <p:cTn id="71" dur="500"/>
                                        <p:tgtEl>
                                          <p:spTgt spid="9">
                                            <p:txEl>
                                              <p:pRg st="6" end="6"/>
                                            </p:txEl>
                                          </p:spTgt>
                                        </p:tgtEl>
                                      </p:cBhvr>
                                    </p:animEffect>
                                    <p:set>
                                      <p:cBhvr>
                                        <p:cTn id="72" dur="1" fill="hold">
                                          <p:stCondLst>
                                            <p:cond delay="499"/>
                                          </p:stCondLst>
                                        </p:cTn>
                                        <p:tgtEl>
                                          <p:spTgt spid="9">
                                            <p:txEl>
                                              <p:pRg st="6" end="6"/>
                                            </p:txEl>
                                          </p:spTgt>
                                        </p:tgtEl>
                                        <p:attrNameLst>
                                          <p:attrName>style.visibility</p:attrName>
                                        </p:attrNameLst>
                                      </p:cBhvr>
                                      <p:to>
                                        <p:strVal val="hidden"/>
                                      </p:to>
                                    </p:set>
                                  </p:childTnLst>
                                </p:cTn>
                              </p:par>
                              <p:par>
                                <p:cTn id="73" presetID="53" presetClass="exit" presetSubtype="32" fill="hold" grpId="1" nodeType="withEffect">
                                  <p:stCondLst>
                                    <p:cond delay="0"/>
                                  </p:stCondLst>
                                  <p:iterate type="wd">
                                    <p:tmPct val="0"/>
                                  </p:iterate>
                                  <p:childTnLst>
                                    <p:anim calcmode="lin" valueType="num">
                                      <p:cBhvr>
                                        <p:cTn id="74" dur="500"/>
                                        <p:tgtEl>
                                          <p:spTgt spid="9">
                                            <p:txEl>
                                              <p:pRg st="8" end="8"/>
                                            </p:txEl>
                                          </p:spTgt>
                                        </p:tgtEl>
                                        <p:attrNameLst>
                                          <p:attrName>ppt_w</p:attrName>
                                        </p:attrNameLst>
                                      </p:cBhvr>
                                      <p:tavLst>
                                        <p:tav tm="0">
                                          <p:val>
                                            <p:strVal val="ppt_w"/>
                                          </p:val>
                                        </p:tav>
                                        <p:tav tm="100000">
                                          <p:val>
                                            <p:fltVal val="0"/>
                                          </p:val>
                                        </p:tav>
                                      </p:tavLst>
                                    </p:anim>
                                    <p:anim calcmode="lin" valueType="num">
                                      <p:cBhvr>
                                        <p:cTn id="75" dur="500"/>
                                        <p:tgtEl>
                                          <p:spTgt spid="9">
                                            <p:txEl>
                                              <p:pRg st="8" end="8"/>
                                            </p:txEl>
                                          </p:spTgt>
                                        </p:tgtEl>
                                        <p:attrNameLst>
                                          <p:attrName>ppt_h</p:attrName>
                                        </p:attrNameLst>
                                      </p:cBhvr>
                                      <p:tavLst>
                                        <p:tav tm="0">
                                          <p:val>
                                            <p:strVal val="ppt_h"/>
                                          </p:val>
                                        </p:tav>
                                        <p:tav tm="100000">
                                          <p:val>
                                            <p:fltVal val="0"/>
                                          </p:val>
                                        </p:tav>
                                      </p:tavLst>
                                    </p:anim>
                                    <p:animEffect transition="out" filter="fade">
                                      <p:cBhvr>
                                        <p:cTn id="76" dur="500"/>
                                        <p:tgtEl>
                                          <p:spTgt spid="9">
                                            <p:txEl>
                                              <p:pRg st="8" end="8"/>
                                            </p:txEl>
                                          </p:spTgt>
                                        </p:tgtEl>
                                      </p:cBhvr>
                                    </p:animEffect>
                                    <p:set>
                                      <p:cBhvr>
                                        <p:cTn id="77" dur="1" fill="hold">
                                          <p:stCondLst>
                                            <p:cond delay="499"/>
                                          </p:stCondLst>
                                        </p:cTn>
                                        <p:tgtEl>
                                          <p:spTgt spid="9">
                                            <p:txEl>
                                              <p:pRg st="8" end="8"/>
                                            </p:txEl>
                                          </p:spTgt>
                                        </p:tgtEl>
                                        <p:attrNameLst>
                                          <p:attrName>style.visibility</p:attrName>
                                        </p:attrNameLst>
                                      </p:cBhvr>
                                      <p:to>
                                        <p:strVal val="hidden"/>
                                      </p:to>
                                    </p:set>
                                  </p:childTnLst>
                                </p:cTn>
                              </p:par>
                              <p:par>
                                <p:cTn id="78" presetID="53" presetClass="exit" presetSubtype="32" fill="hold" grpId="1" nodeType="withEffect">
                                  <p:stCondLst>
                                    <p:cond delay="0"/>
                                  </p:stCondLst>
                                  <p:iterate type="wd">
                                    <p:tmPct val="0"/>
                                  </p:iterate>
                                  <p:childTnLst>
                                    <p:anim calcmode="lin" valueType="num">
                                      <p:cBhvr>
                                        <p:cTn id="79" dur="500"/>
                                        <p:tgtEl>
                                          <p:spTgt spid="9">
                                            <p:txEl>
                                              <p:pRg st="10" end="10"/>
                                            </p:txEl>
                                          </p:spTgt>
                                        </p:tgtEl>
                                        <p:attrNameLst>
                                          <p:attrName>ppt_w</p:attrName>
                                        </p:attrNameLst>
                                      </p:cBhvr>
                                      <p:tavLst>
                                        <p:tav tm="0">
                                          <p:val>
                                            <p:strVal val="ppt_w"/>
                                          </p:val>
                                        </p:tav>
                                        <p:tav tm="100000">
                                          <p:val>
                                            <p:fltVal val="0"/>
                                          </p:val>
                                        </p:tav>
                                      </p:tavLst>
                                    </p:anim>
                                    <p:anim calcmode="lin" valueType="num">
                                      <p:cBhvr>
                                        <p:cTn id="80" dur="500"/>
                                        <p:tgtEl>
                                          <p:spTgt spid="9">
                                            <p:txEl>
                                              <p:pRg st="10" end="10"/>
                                            </p:txEl>
                                          </p:spTgt>
                                        </p:tgtEl>
                                        <p:attrNameLst>
                                          <p:attrName>ppt_h</p:attrName>
                                        </p:attrNameLst>
                                      </p:cBhvr>
                                      <p:tavLst>
                                        <p:tav tm="0">
                                          <p:val>
                                            <p:strVal val="ppt_h"/>
                                          </p:val>
                                        </p:tav>
                                        <p:tav tm="100000">
                                          <p:val>
                                            <p:fltVal val="0"/>
                                          </p:val>
                                        </p:tav>
                                      </p:tavLst>
                                    </p:anim>
                                    <p:animEffect transition="out" filter="fade">
                                      <p:cBhvr>
                                        <p:cTn id="81" dur="500"/>
                                        <p:tgtEl>
                                          <p:spTgt spid="9">
                                            <p:txEl>
                                              <p:pRg st="10" end="10"/>
                                            </p:txEl>
                                          </p:spTgt>
                                        </p:tgtEl>
                                      </p:cBhvr>
                                    </p:animEffect>
                                    <p:set>
                                      <p:cBhvr>
                                        <p:cTn id="82" dur="1" fill="hold">
                                          <p:stCondLst>
                                            <p:cond delay="499"/>
                                          </p:stCondLst>
                                        </p:cTn>
                                        <p:tgtEl>
                                          <p:spTgt spid="9">
                                            <p:txEl>
                                              <p:pRg st="10" end="1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8" grpId="1" build="allAtOnce"/>
      <p:bldP spid="9" grpId="0" build="allAtOnce"/>
      <p:bldP spid="9" grpId="1" build="allAtOnce"/>
    </p:bldLst>
  </p:timing>
</p:sld>
</file>

<file path=ppt/slides/slide49.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62E01D5F-8148-9173-A36D-8CA157BD8B1E}"/>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1EDBF717-9E07-F09F-01C0-0887D9E9A718}"/>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4C5473D5-8263-CBA5-F5C5-6C2FC4D0B9B1}"/>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DEE62C17-F126-2794-2FAF-D9FB1CE54C79}"/>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B69A7B5B-6098-BC05-1392-1ABA8C562FED}"/>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CE91AB47-79A2-D813-B3D5-03609CD89053}"/>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8CBB2DFF-EBB8-DB68-A5D7-F2A7E8A84F62}"/>
              </a:ext>
            </a:extLst>
          </p:cNvPr>
          <p:cNvSpPr/>
          <p:nvPr/>
        </p:nvSpPr>
        <p:spPr>
          <a:xfrm>
            <a:off x="1219473" y="1677082"/>
            <a:ext cx="6705054" cy="4177119"/>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49FB5EDB-51EA-0131-8915-205A9E9D5C42}"/>
              </a:ext>
            </a:extLst>
          </p:cNvPr>
          <p:cNvSpPr/>
          <p:nvPr/>
        </p:nvSpPr>
        <p:spPr>
          <a:xfrm>
            <a:off x="1219473" y="904672"/>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2D253B9-A7C9-32BA-FFFF-9C66BCF5F0AD}"/>
              </a:ext>
            </a:extLst>
          </p:cNvPr>
          <p:cNvSpPr txBox="1"/>
          <p:nvPr/>
        </p:nvSpPr>
        <p:spPr>
          <a:xfrm>
            <a:off x="1184078" y="100360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100 Reasons to Choose Synergy</a:t>
            </a:r>
            <a:endParaRPr lang="en-US" sz="2000" b="1" spc="300" dirty="0">
              <a:solidFill>
                <a:schemeClr val="bg1"/>
              </a:solidFill>
              <a:latin typeface="Orbitron Black" pitchFamily="2" charset="0"/>
            </a:endParaRPr>
          </a:p>
        </p:txBody>
      </p:sp>
      <p:sp>
        <p:nvSpPr>
          <p:cNvPr id="9" name="TextBox 8">
            <a:extLst>
              <a:ext uri="{FF2B5EF4-FFF2-40B4-BE49-F238E27FC236}">
                <a16:creationId xmlns:a16="http://schemas.microsoft.com/office/drawing/2014/main" id="{30E44A98-8C4F-F41C-7ED1-BC9A07F5F024}"/>
              </a:ext>
            </a:extLst>
          </p:cNvPr>
          <p:cNvSpPr txBox="1"/>
          <p:nvPr/>
        </p:nvSpPr>
        <p:spPr>
          <a:xfrm>
            <a:off x="1971040" y="1788154"/>
            <a:ext cx="5733271" cy="3970318"/>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The Top 12 Investor-Relevant Reasons:</a:t>
            </a:r>
          </a:p>
          <a:p>
            <a:endParaRPr lang="en-US" dirty="0">
              <a:solidFill>
                <a:schemeClr val="bg1"/>
              </a:solidFill>
              <a:latin typeface="Inter" panose="02000503000000020004" pitchFamily="2" charset="0"/>
              <a:ea typeface="Inter" panose="02000503000000020004" pitchFamily="2" charset="0"/>
            </a:endParaRPr>
          </a:p>
          <a:p>
            <a:pPr marL="342900" indent="-342900">
              <a:buFont typeface="+mj-lt"/>
              <a:buAutoNum type="arabicPeriod"/>
            </a:pPr>
            <a:r>
              <a:rPr lang="en-US" dirty="0">
                <a:solidFill>
                  <a:schemeClr val="bg1"/>
                </a:solidFill>
                <a:latin typeface="Inter" panose="02000503000000020004" pitchFamily="2" charset="0"/>
                <a:ea typeface="Inter" panose="02000503000000020004" pitchFamily="2" charset="0"/>
              </a:rPr>
              <a:t>Quantum-secure architecture</a:t>
            </a:r>
          </a:p>
          <a:p>
            <a:pPr marL="342900" indent="-342900">
              <a:buFont typeface="+mj-lt"/>
              <a:buAutoNum type="arabicPeriod"/>
            </a:pPr>
            <a:r>
              <a:rPr lang="en-US" dirty="0">
                <a:solidFill>
                  <a:schemeClr val="bg1"/>
                </a:solidFill>
                <a:latin typeface="Inter" panose="02000503000000020004" pitchFamily="2" charset="0"/>
                <a:ea typeface="Inter" panose="02000503000000020004" pitchFamily="2" charset="0"/>
              </a:rPr>
              <a:t>Bridgeless cross-chain interoperability</a:t>
            </a:r>
          </a:p>
          <a:p>
            <a:pPr marL="342900" indent="-342900">
              <a:buFont typeface="+mj-lt"/>
              <a:buAutoNum type="arabicPeriod"/>
            </a:pPr>
            <a:r>
              <a:rPr lang="en-US" dirty="0">
                <a:solidFill>
                  <a:schemeClr val="bg1"/>
                </a:solidFill>
                <a:latin typeface="Inter" panose="02000503000000020004" pitchFamily="2" charset="0"/>
                <a:ea typeface="Inter" panose="02000503000000020004" pitchFamily="2" charset="0"/>
              </a:rPr>
              <a:t>Universal identity (UMA)</a:t>
            </a:r>
          </a:p>
          <a:p>
            <a:pPr marL="342900" indent="-342900">
              <a:buFont typeface="+mj-lt"/>
              <a:buAutoNum type="arabicPeriod"/>
            </a:pPr>
            <a:r>
              <a:rPr lang="en-US" dirty="0">
                <a:solidFill>
                  <a:schemeClr val="bg1"/>
                </a:solidFill>
                <a:latin typeface="Inter" panose="02000503000000020004" pitchFamily="2" charset="0"/>
                <a:ea typeface="Inter" panose="02000503000000020004" pitchFamily="2" charset="0"/>
              </a:rPr>
              <a:t>Enterprise-grade governance</a:t>
            </a:r>
          </a:p>
          <a:p>
            <a:pPr marL="342900" indent="-342900">
              <a:buFont typeface="+mj-lt"/>
              <a:buAutoNum type="arabicPeriod"/>
            </a:pPr>
            <a:r>
              <a:rPr lang="en-US" dirty="0">
                <a:solidFill>
                  <a:schemeClr val="bg1"/>
                </a:solidFill>
                <a:latin typeface="Inter" panose="02000503000000020004" pitchFamily="2" charset="0"/>
                <a:ea typeface="Inter" panose="02000503000000020004" pitchFamily="2" charset="0"/>
              </a:rPr>
              <a:t>Cooperative consensus (PoSy)</a:t>
            </a:r>
          </a:p>
          <a:p>
            <a:pPr marL="342900" indent="-342900">
              <a:buFont typeface="+mj-lt"/>
              <a:buAutoNum type="arabicPeriod"/>
            </a:pPr>
            <a:r>
              <a:rPr lang="en-US" dirty="0">
                <a:solidFill>
                  <a:schemeClr val="bg1"/>
                </a:solidFill>
                <a:latin typeface="Inter" panose="02000503000000020004" pitchFamily="2" charset="0"/>
                <a:ea typeface="Inter" panose="02000503000000020004" pitchFamily="2" charset="0"/>
              </a:rPr>
              <a:t>Multi-chain liquidity aggregation</a:t>
            </a:r>
          </a:p>
          <a:p>
            <a:pPr marL="342900" indent="-342900">
              <a:buFont typeface="+mj-lt"/>
              <a:buAutoNum type="arabicPeriod"/>
            </a:pPr>
            <a:r>
              <a:rPr lang="en-US" dirty="0">
                <a:solidFill>
                  <a:schemeClr val="bg1"/>
                </a:solidFill>
                <a:latin typeface="Inter" panose="02000503000000020004" pitchFamily="2" charset="0"/>
                <a:ea typeface="Inter" panose="02000503000000020004" pitchFamily="2" charset="0"/>
              </a:rPr>
              <a:t>Industrial applications</a:t>
            </a:r>
          </a:p>
          <a:p>
            <a:pPr marL="342900" indent="-342900">
              <a:buFont typeface="+mj-lt"/>
              <a:buAutoNum type="arabicPeriod"/>
            </a:pPr>
            <a:r>
              <a:rPr lang="en-US" dirty="0">
                <a:solidFill>
                  <a:schemeClr val="bg1"/>
                </a:solidFill>
                <a:latin typeface="Inter" panose="02000503000000020004" pitchFamily="2" charset="0"/>
                <a:ea typeface="Inter" panose="02000503000000020004" pitchFamily="2" charset="0"/>
              </a:rPr>
              <a:t>Developer-friendly SynQ language</a:t>
            </a:r>
          </a:p>
          <a:p>
            <a:pPr marL="342900" indent="-342900">
              <a:buFont typeface="+mj-lt"/>
              <a:buAutoNum type="arabicPeriod"/>
            </a:pPr>
            <a:r>
              <a:rPr lang="en-US" dirty="0">
                <a:solidFill>
                  <a:schemeClr val="bg1"/>
                </a:solidFill>
                <a:latin typeface="Inter" panose="02000503000000020004" pitchFamily="2" charset="0"/>
                <a:ea typeface="Inter" panose="02000503000000020004" pitchFamily="2" charset="0"/>
              </a:rPr>
              <a:t>Regulatory-aligned infrastructure</a:t>
            </a:r>
          </a:p>
          <a:p>
            <a:pPr marL="342900" indent="-342900">
              <a:buFont typeface="+mj-lt"/>
              <a:buAutoNum type="arabicPeriod"/>
            </a:pPr>
            <a:r>
              <a:rPr lang="en-US" dirty="0">
                <a:solidFill>
                  <a:schemeClr val="bg1"/>
                </a:solidFill>
                <a:latin typeface="Inter" panose="02000503000000020004" pitchFamily="2" charset="0"/>
                <a:ea typeface="Inter" panose="02000503000000020004" pitchFamily="2" charset="0"/>
              </a:rPr>
              <a:t>Asset recovery via SRR</a:t>
            </a:r>
          </a:p>
          <a:p>
            <a:pPr marL="342900" indent="-342900">
              <a:buFont typeface="+mj-lt"/>
              <a:buAutoNum type="arabicPeriod"/>
            </a:pPr>
            <a:r>
              <a:rPr lang="en-US" dirty="0">
                <a:solidFill>
                  <a:schemeClr val="bg1"/>
                </a:solidFill>
                <a:latin typeface="Inter" panose="02000503000000020004" pitchFamily="2" charset="0"/>
                <a:ea typeface="Inter" panose="02000503000000020004" pitchFamily="2" charset="0"/>
              </a:rPr>
              <a:t>AI-enhanced virtual machine</a:t>
            </a:r>
          </a:p>
          <a:p>
            <a:pPr marL="342900" indent="-342900">
              <a:buFont typeface="+mj-lt"/>
              <a:buAutoNum type="arabicPeriod"/>
            </a:pPr>
            <a:r>
              <a:rPr lang="en-US" dirty="0">
                <a:solidFill>
                  <a:schemeClr val="bg1"/>
                </a:solidFill>
                <a:latin typeface="Inter" panose="02000503000000020004" pitchFamily="2" charset="0"/>
                <a:ea typeface="Inter" panose="02000503000000020004" pitchFamily="2" charset="0"/>
              </a:rPr>
              <a:t>Clear roadmap to mainnet</a:t>
            </a:r>
          </a:p>
        </p:txBody>
      </p:sp>
    </p:spTree>
    <p:extLst>
      <p:ext uri="{BB962C8B-B14F-4D97-AF65-F5344CB8AC3E}">
        <p14:creationId xmlns:p14="http://schemas.microsoft.com/office/powerpoint/2010/main" val="28956891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1" fill="hold" grpId="0" nodeType="clickEffect">
                                  <p:stCondLst>
                                    <p:cond delay="0"/>
                                  </p:stCondLst>
                                  <p:iterate type="wd">
                                    <p:tmPct val="10000"/>
                                  </p:iterate>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additive="base">
                                        <p:cTn id="14"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down)">
                                      <p:cBhvr>
                                        <p:cTn id="15" dur="5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grpId="0" nodeType="clickEffect">
                                  <p:stCondLst>
                                    <p:cond delay="0"/>
                                  </p:stCondLst>
                                  <p:iterate type="wd">
                                    <p:tmPct val="10000"/>
                                  </p:iterate>
                                  <p:childTnLst>
                                    <p:set>
                                      <p:cBhvr>
                                        <p:cTn id="19" dur="1" fill="hold">
                                          <p:stCondLst>
                                            <p:cond delay="0"/>
                                          </p:stCondLst>
                                        </p:cTn>
                                        <p:tgtEl>
                                          <p:spTgt spid="9">
                                            <p:txEl>
                                              <p:pRg st="2" end="2"/>
                                            </p:txEl>
                                          </p:spTgt>
                                        </p:tgtEl>
                                        <p:attrNameLst>
                                          <p:attrName>style.visibility</p:attrName>
                                        </p:attrNameLst>
                                      </p:cBhvr>
                                      <p:to>
                                        <p:strVal val="visible"/>
                                      </p:to>
                                    </p:set>
                                    <p:anim calcmode="lin" valueType="num">
                                      <p:cBhvr additive="base">
                                        <p:cTn id="20"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down)">
                                      <p:cBhvr>
                                        <p:cTn id="21" dur="500"/>
                                        <p:tgtEl>
                                          <p:spTgt spid="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iterate type="wd">
                                    <p:tmPct val="10000"/>
                                  </p:iterate>
                                  <p:childTnLst>
                                    <p:set>
                                      <p:cBhvr>
                                        <p:cTn id="25" dur="1" fill="hold">
                                          <p:stCondLst>
                                            <p:cond delay="0"/>
                                          </p:stCondLst>
                                        </p:cTn>
                                        <p:tgtEl>
                                          <p:spTgt spid="9">
                                            <p:txEl>
                                              <p:pRg st="3" end="3"/>
                                            </p:txEl>
                                          </p:spTgt>
                                        </p:tgtEl>
                                        <p:attrNameLst>
                                          <p:attrName>style.visibility</p:attrName>
                                        </p:attrNameLst>
                                      </p:cBhvr>
                                      <p:to>
                                        <p:strVal val="visible"/>
                                      </p:to>
                                    </p:set>
                                    <p:anim calcmode="lin" valueType="num">
                                      <p:cBhvr additive="base">
                                        <p:cTn id="26" dur="500"/>
                                        <p:tgtEl>
                                          <p:spTgt spid="9">
                                            <p:txEl>
                                              <p:pRg st="3" end="3"/>
                                            </p:txEl>
                                          </p:spTgt>
                                        </p:tgtEl>
                                        <p:attrNameLst>
                                          <p:attrName>ppt_y</p:attrName>
                                        </p:attrNameLst>
                                      </p:cBhvr>
                                      <p:tavLst>
                                        <p:tav tm="0">
                                          <p:val>
                                            <p:strVal val="#ppt_y-#ppt_h*1.125000"/>
                                          </p:val>
                                        </p:tav>
                                        <p:tav tm="100000">
                                          <p:val>
                                            <p:strVal val="#ppt_y"/>
                                          </p:val>
                                        </p:tav>
                                      </p:tavLst>
                                    </p:anim>
                                    <p:animEffect transition="in" filter="wipe(down)">
                                      <p:cBhvr>
                                        <p:cTn id="27" dur="500"/>
                                        <p:tgtEl>
                                          <p:spTgt spid="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iterate type="wd">
                                    <p:tmPct val="10000"/>
                                  </p:iterate>
                                  <p:childTnLst>
                                    <p:set>
                                      <p:cBhvr>
                                        <p:cTn id="31" dur="1" fill="hold">
                                          <p:stCondLst>
                                            <p:cond delay="0"/>
                                          </p:stCondLst>
                                        </p:cTn>
                                        <p:tgtEl>
                                          <p:spTgt spid="9">
                                            <p:txEl>
                                              <p:pRg st="4" end="4"/>
                                            </p:txEl>
                                          </p:spTgt>
                                        </p:tgtEl>
                                        <p:attrNameLst>
                                          <p:attrName>style.visibility</p:attrName>
                                        </p:attrNameLst>
                                      </p:cBhvr>
                                      <p:to>
                                        <p:strVal val="visible"/>
                                      </p:to>
                                    </p:set>
                                    <p:anim calcmode="lin" valueType="num">
                                      <p:cBhvr additive="base">
                                        <p:cTn id="32" dur="500"/>
                                        <p:tgtEl>
                                          <p:spTgt spid="9">
                                            <p:txEl>
                                              <p:pRg st="4" end="4"/>
                                            </p:txEl>
                                          </p:spTgt>
                                        </p:tgtEl>
                                        <p:attrNameLst>
                                          <p:attrName>ppt_y</p:attrName>
                                        </p:attrNameLst>
                                      </p:cBhvr>
                                      <p:tavLst>
                                        <p:tav tm="0">
                                          <p:val>
                                            <p:strVal val="#ppt_y-#ppt_h*1.125000"/>
                                          </p:val>
                                        </p:tav>
                                        <p:tav tm="100000">
                                          <p:val>
                                            <p:strVal val="#ppt_y"/>
                                          </p:val>
                                        </p:tav>
                                      </p:tavLst>
                                    </p:anim>
                                    <p:animEffect transition="in" filter="wipe(down)">
                                      <p:cBhvr>
                                        <p:cTn id="33" dur="500"/>
                                        <p:tgtEl>
                                          <p:spTgt spid="9">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grpId="0" nodeType="clickEffect">
                                  <p:stCondLst>
                                    <p:cond delay="0"/>
                                  </p:stCondLst>
                                  <p:iterate type="wd">
                                    <p:tmPct val="10000"/>
                                  </p:iterate>
                                  <p:childTnLst>
                                    <p:set>
                                      <p:cBhvr>
                                        <p:cTn id="37" dur="1" fill="hold">
                                          <p:stCondLst>
                                            <p:cond delay="0"/>
                                          </p:stCondLst>
                                        </p:cTn>
                                        <p:tgtEl>
                                          <p:spTgt spid="9">
                                            <p:txEl>
                                              <p:pRg st="5" end="5"/>
                                            </p:txEl>
                                          </p:spTgt>
                                        </p:tgtEl>
                                        <p:attrNameLst>
                                          <p:attrName>style.visibility</p:attrName>
                                        </p:attrNameLst>
                                      </p:cBhvr>
                                      <p:to>
                                        <p:strVal val="visible"/>
                                      </p:to>
                                    </p:set>
                                    <p:anim calcmode="lin" valueType="num">
                                      <p:cBhvr additive="base">
                                        <p:cTn id="38" dur="500"/>
                                        <p:tgtEl>
                                          <p:spTgt spid="9">
                                            <p:txEl>
                                              <p:pRg st="5" end="5"/>
                                            </p:txEl>
                                          </p:spTgt>
                                        </p:tgtEl>
                                        <p:attrNameLst>
                                          <p:attrName>ppt_y</p:attrName>
                                        </p:attrNameLst>
                                      </p:cBhvr>
                                      <p:tavLst>
                                        <p:tav tm="0">
                                          <p:val>
                                            <p:strVal val="#ppt_y-#ppt_h*1.125000"/>
                                          </p:val>
                                        </p:tav>
                                        <p:tav tm="100000">
                                          <p:val>
                                            <p:strVal val="#ppt_y"/>
                                          </p:val>
                                        </p:tav>
                                      </p:tavLst>
                                    </p:anim>
                                    <p:animEffect transition="in" filter="wipe(down)">
                                      <p:cBhvr>
                                        <p:cTn id="39" dur="500"/>
                                        <p:tgtEl>
                                          <p:spTgt spid="9">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1" fill="hold" grpId="0" nodeType="clickEffect">
                                  <p:stCondLst>
                                    <p:cond delay="0"/>
                                  </p:stCondLst>
                                  <p:iterate type="wd">
                                    <p:tmPct val="10000"/>
                                  </p:iterate>
                                  <p:childTnLst>
                                    <p:set>
                                      <p:cBhvr>
                                        <p:cTn id="43" dur="1" fill="hold">
                                          <p:stCondLst>
                                            <p:cond delay="0"/>
                                          </p:stCondLst>
                                        </p:cTn>
                                        <p:tgtEl>
                                          <p:spTgt spid="9">
                                            <p:txEl>
                                              <p:pRg st="6" end="6"/>
                                            </p:txEl>
                                          </p:spTgt>
                                        </p:tgtEl>
                                        <p:attrNameLst>
                                          <p:attrName>style.visibility</p:attrName>
                                        </p:attrNameLst>
                                      </p:cBhvr>
                                      <p:to>
                                        <p:strVal val="visible"/>
                                      </p:to>
                                    </p:set>
                                    <p:anim calcmode="lin" valueType="num">
                                      <p:cBhvr additive="base">
                                        <p:cTn id="44" dur="500"/>
                                        <p:tgtEl>
                                          <p:spTgt spid="9">
                                            <p:txEl>
                                              <p:pRg st="6" end="6"/>
                                            </p:txEl>
                                          </p:spTgt>
                                        </p:tgtEl>
                                        <p:attrNameLst>
                                          <p:attrName>ppt_y</p:attrName>
                                        </p:attrNameLst>
                                      </p:cBhvr>
                                      <p:tavLst>
                                        <p:tav tm="0">
                                          <p:val>
                                            <p:strVal val="#ppt_y-#ppt_h*1.125000"/>
                                          </p:val>
                                        </p:tav>
                                        <p:tav tm="100000">
                                          <p:val>
                                            <p:strVal val="#ppt_y"/>
                                          </p:val>
                                        </p:tav>
                                      </p:tavLst>
                                    </p:anim>
                                    <p:animEffect transition="in" filter="wipe(down)">
                                      <p:cBhvr>
                                        <p:cTn id="45" dur="500"/>
                                        <p:tgtEl>
                                          <p:spTgt spid="9">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1" fill="hold" grpId="0" nodeType="clickEffect">
                                  <p:stCondLst>
                                    <p:cond delay="0"/>
                                  </p:stCondLst>
                                  <p:iterate type="wd">
                                    <p:tmPct val="10000"/>
                                  </p:iterate>
                                  <p:childTnLst>
                                    <p:set>
                                      <p:cBhvr>
                                        <p:cTn id="49" dur="1" fill="hold">
                                          <p:stCondLst>
                                            <p:cond delay="0"/>
                                          </p:stCondLst>
                                        </p:cTn>
                                        <p:tgtEl>
                                          <p:spTgt spid="9">
                                            <p:txEl>
                                              <p:pRg st="7" end="7"/>
                                            </p:txEl>
                                          </p:spTgt>
                                        </p:tgtEl>
                                        <p:attrNameLst>
                                          <p:attrName>style.visibility</p:attrName>
                                        </p:attrNameLst>
                                      </p:cBhvr>
                                      <p:to>
                                        <p:strVal val="visible"/>
                                      </p:to>
                                    </p:set>
                                    <p:anim calcmode="lin" valueType="num">
                                      <p:cBhvr additive="base">
                                        <p:cTn id="50" dur="500"/>
                                        <p:tgtEl>
                                          <p:spTgt spid="9">
                                            <p:txEl>
                                              <p:pRg st="7" end="7"/>
                                            </p:txEl>
                                          </p:spTgt>
                                        </p:tgtEl>
                                        <p:attrNameLst>
                                          <p:attrName>ppt_y</p:attrName>
                                        </p:attrNameLst>
                                      </p:cBhvr>
                                      <p:tavLst>
                                        <p:tav tm="0">
                                          <p:val>
                                            <p:strVal val="#ppt_y-#ppt_h*1.125000"/>
                                          </p:val>
                                        </p:tav>
                                        <p:tav tm="100000">
                                          <p:val>
                                            <p:strVal val="#ppt_y"/>
                                          </p:val>
                                        </p:tav>
                                      </p:tavLst>
                                    </p:anim>
                                    <p:animEffect transition="in" filter="wipe(down)">
                                      <p:cBhvr>
                                        <p:cTn id="51" dur="500"/>
                                        <p:tgtEl>
                                          <p:spTgt spid="9">
                                            <p:txEl>
                                              <p:pRg st="7" end="7"/>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1" fill="hold" grpId="0" nodeType="clickEffect">
                                  <p:stCondLst>
                                    <p:cond delay="0"/>
                                  </p:stCondLst>
                                  <p:iterate type="wd">
                                    <p:tmPct val="10000"/>
                                  </p:iterate>
                                  <p:childTnLst>
                                    <p:set>
                                      <p:cBhvr>
                                        <p:cTn id="55" dur="1" fill="hold">
                                          <p:stCondLst>
                                            <p:cond delay="0"/>
                                          </p:stCondLst>
                                        </p:cTn>
                                        <p:tgtEl>
                                          <p:spTgt spid="9">
                                            <p:txEl>
                                              <p:pRg st="8" end="8"/>
                                            </p:txEl>
                                          </p:spTgt>
                                        </p:tgtEl>
                                        <p:attrNameLst>
                                          <p:attrName>style.visibility</p:attrName>
                                        </p:attrNameLst>
                                      </p:cBhvr>
                                      <p:to>
                                        <p:strVal val="visible"/>
                                      </p:to>
                                    </p:set>
                                    <p:anim calcmode="lin" valueType="num">
                                      <p:cBhvr additive="base">
                                        <p:cTn id="56" dur="500"/>
                                        <p:tgtEl>
                                          <p:spTgt spid="9">
                                            <p:txEl>
                                              <p:pRg st="8" end="8"/>
                                            </p:txEl>
                                          </p:spTgt>
                                        </p:tgtEl>
                                        <p:attrNameLst>
                                          <p:attrName>ppt_y</p:attrName>
                                        </p:attrNameLst>
                                      </p:cBhvr>
                                      <p:tavLst>
                                        <p:tav tm="0">
                                          <p:val>
                                            <p:strVal val="#ppt_y-#ppt_h*1.125000"/>
                                          </p:val>
                                        </p:tav>
                                        <p:tav tm="100000">
                                          <p:val>
                                            <p:strVal val="#ppt_y"/>
                                          </p:val>
                                        </p:tav>
                                      </p:tavLst>
                                    </p:anim>
                                    <p:animEffect transition="in" filter="wipe(down)">
                                      <p:cBhvr>
                                        <p:cTn id="57" dur="500"/>
                                        <p:tgtEl>
                                          <p:spTgt spid="9">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1" fill="hold" grpId="0" nodeType="clickEffect">
                                  <p:stCondLst>
                                    <p:cond delay="0"/>
                                  </p:stCondLst>
                                  <p:iterate type="wd">
                                    <p:tmPct val="10000"/>
                                  </p:iterate>
                                  <p:childTnLst>
                                    <p:set>
                                      <p:cBhvr>
                                        <p:cTn id="61" dur="1" fill="hold">
                                          <p:stCondLst>
                                            <p:cond delay="0"/>
                                          </p:stCondLst>
                                        </p:cTn>
                                        <p:tgtEl>
                                          <p:spTgt spid="9">
                                            <p:txEl>
                                              <p:pRg st="9" end="9"/>
                                            </p:txEl>
                                          </p:spTgt>
                                        </p:tgtEl>
                                        <p:attrNameLst>
                                          <p:attrName>style.visibility</p:attrName>
                                        </p:attrNameLst>
                                      </p:cBhvr>
                                      <p:to>
                                        <p:strVal val="visible"/>
                                      </p:to>
                                    </p:set>
                                    <p:anim calcmode="lin" valueType="num">
                                      <p:cBhvr additive="base">
                                        <p:cTn id="62" dur="500"/>
                                        <p:tgtEl>
                                          <p:spTgt spid="9">
                                            <p:txEl>
                                              <p:pRg st="9" end="9"/>
                                            </p:txEl>
                                          </p:spTgt>
                                        </p:tgtEl>
                                        <p:attrNameLst>
                                          <p:attrName>ppt_y</p:attrName>
                                        </p:attrNameLst>
                                      </p:cBhvr>
                                      <p:tavLst>
                                        <p:tav tm="0">
                                          <p:val>
                                            <p:strVal val="#ppt_y-#ppt_h*1.125000"/>
                                          </p:val>
                                        </p:tav>
                                        <p:tav tm="100000">
                                          <p:val>
                                            <p:strVal val="#ppt_y"/>
                                          </p:val>
                                        </p:tav>
                                      </p:tavLst>
                                    </p:anim>
                                    <p:animEffect transition="in" filter="wipe(down)">
                                      <p:cBhvr>
                                        <p:cTn id="63" dur="500"/>
                                        <p:tgtEl>
                                          <p:spTgt spid="9">
                                            <p:txEl>
                                              <p:pRg st="9" end="9"/>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2" presetClass="entr" presetSubtype="1" fill="hold" grpId="0" nodeType="clickEffect">
                                  <p:stCondLst>
                                    <p:cond delay="0"/>
                                  </p:stCondLst>
                                  <p:iterate type="wd">
                                    <p:tmPct val="10000"/>
                                  </p:iterate>
                                  <p:childTnLst>
                                    <p:set>
                                      <p:cBhvr>
                                        <p:cTn id="67" dur="1" fill="hold">
                                          <p:stCondLst>
                                            <p:cond delay="0"/>
                                          </p:stCondLst>
                                        </p:cTn>
                                        <p:tgtEl>
                                          <p:spTgt spid="9">
                                            <p:txEl>
                                              <p:pRg st="10" end="10"/>
                                            </p:txEl>
                                          </p:spTgt>
                                        </p:tgtEl>
                                        <p:attrNameLst>
                                          <p:attrName>style.visibility</p:attrName>
                                        </p:attrNameLst>
                                      </p:cBhvr>
                                      <p:to>
                                        <p:strVal val="visible"/>
                                      </p:to>
                                    </p:set>
                                    <p:anim calcmode="lin" valueType="num">
                                      <p:cBhvr additive="base">
                                        <p:cTn id="68" dur="500"/>
                                        <p:tgtEl>
                                          <p:spTgt spid="9">
                                            <p:txEl>
                                              <p:pRg st="10" end="10"/>
                                            </p:txEl>
                                          </p:spTgt>
                                        </p:tgtEl>
                                        <p:attrNameLst>
                                          <p:attrName>ppt_y</p:attrName>
                                        </p:attrNameLst>
                                      </p:cBhvr>
                                      <p:tavLst>
                                        <p:tav tm="0">
                                          <p:val>
                                            <p:strVal val="#ppt_y-#ppt_h*1.125000"/>
                                          </p:val>
                                        </p:tav>
                                        <p:tav tm="100000">
                                          <p:val>
                                            <p:strVal val="#ppt_y"/>
                                          </p:val>
                                        </p:tav>
                                      </p:tavLst>
                                    </p:anim>
                                    <p:animEffect transition="in" filter="wipe(down)">
                                      <p:cBhvr>
                                        <p:cTn id="69" dur="500"/>
                                        <p:tgtEl>
                                          <p:spTgt spid="9">
                                            <p:txEl>
                                              <p:pRg st="10" end="10"/>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12" presetClass="entr" presetSubtype="1" fill="hold" grpId="0" nodeType="clickEffect">
                                  <p:stCondLst>
                                    <p:cond delay="0"/>
                                  </p:stCondLst>
                                  <p:iterate type="wd">
                                    <p:tmPct val="10000"/>
                                  </p:iterate>
                                  <p:childTnLst>
                                    <p:set>
                                      <p:cBhvr>
                                        <p:cTn id="73" dur="1" fill="hold">
                                          <p:stCondLst>
                                            <p:cond delay="0"/>
                                          </p:stCondLst>
                                        </p:cTn>
                                        <p:tgtEl>
                                          <p:spTgt spid="9">
                                            <p:txEl>
                                              <p:pRg st="11" end="11"/>
                                            </p:txEl>
                                          </p:spTgt>
                                        </p:tgtEl>
                                        <p:attrNameLst>
                                          <p:attrName>style.visibility</p:attrName>
                                        </p:attrNameLst>
                                      </p:cBhvr>
                                      <p:to>
                                        <p:strVal val="visible"/>
                                      </p:to>
                                    </p:set>
                                    <p:anim calcmode="lin" valueType="num">
                                      <p:cBhvr additive="base">
                                        <p:cTn id="74" dur="500"/>
                                        <p:tgtEl>
                                          <p:spTgt spid="9">
                                            <p:txEl>
                                              <p:pRg st="11" end="11"/>
                                            </p:txEl>
                                          </p:spTgt>
                                        </p:tgtEl>
                                        <p:attrNameLst>
                                          <p:attrName>ppt_y</p:attrName>
                                        </p:attrNameLst>
                                      </p:cBhvr>
                                      <p:tavLst>
                                        <p:tav tm="0">
                                          <p:val>
                                            <p:strVal val="#ppt_y-#ppt_h*1.125000"/>
                                          </p:val>
                                        </p:tav>
                                        <p:tav tm="100000">
                                          <p:val>
                                            <p:strVal val="#ppt_y"/>
                                          </p:val>
                                        </p:tav>
                                      </p:tavLst>
                                    </p:anim>
                                    <p:animEffect transition="in" filter="wipe(down)">
                                      <p:cBhvr>
                                        <p:cTn id="75" dur="500"/>
                                        <p:tgtEl>
                                          <p:spTgt spid="9">
                                            <p:txEl>
                                              <p:pRg st="11" end="11"/>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12" presetClass="entr" presetSubtype="1" fill="hold" grpId="0" nodeType="clickEffect">
                                  <p:stCondLst>
                                    <p:cond delay="0"/>
                                  </p:stCondLst>
                                  <p:iterate type="wd">
                                    <p:tmPct val="10000"/>
                                  </p:iterate>
                                  <p:childTnLst>
                                    <p:set>
                                      <p:cBhvr>
                                        <p:cTn id="79" dur="1" fill="hold">
                                          <p:stCondLst>
                                            <p:cond delay="0"/>
                                          </p:stCondLst>
                                        </p:cTn>
                                        <p:tgtEl>
                                          <p:spTgt spid="9">
                                            <p:txEl>
                                              <p:pRg st="12" end="12"/>
                                            </p:txEl>
                                          </p:spTgt>
                                        </p:tgtEl>
                                        <p:attrNameLst>
                                          <p:attrName>style.visibility</p:attrName>
                                        </p:attrNameLst>
                                      </p:cBhvr>
                                      <p:to>
                                        <p:strVal val="visible"/>
                                      </p:to>
                                    </p:set>
                                    <p:anim calcmode="lin" valueType="num">
                                      <p:cBhvr additive="base">
                                        <p:cTn id="80" dur="500"/>
                                        <p:tgtEl>
                                          <p:spTgt spid="9">
                                            <p:txEl>
                                              <p:pRg st="12" end="12"/>
                                            </p:txEl>
                                          </p:spTgt>
                                        </p:tgtEl>
                                        <p:attrNameLst>
                                          <p:attrName>ppt_y</p:attrName>
                                        </p:attrNameLst>
                                      </p:cBhvr>
                                      <p:tavLst>
                                        <p:tav tm="0">
                                          <p:val>
                                            <p:strVal val="#ppt_y-#ppt_h*1.125000"/>
                                          </p:val>
                                        </p:tav>
                                        <p:tav tm="100000">
                                          <p:val>
                                            <p:strVal val="#ppt_y"/>
                                          </p:val>
                                        </p:tav>
                                      </p:tavLst>
                                    </p:anim>
                                    <p:animEffect transition="in" filter="wipe(down)">
                                      <p:cBhvr>
                                        <p:cTn id="81" dur="500"/>
                                        <p:tgtEl>
                                          <p:spTgt spid="9">
                                            <p:txEl>
                                              <p:pRg st="12" end="12"/>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12" presetClass="entr" presetSubtype="1" fill="hold" grpId="0" nodeType="clickEffect">
                                  <p:stCondLst>
                                    <p:cond delay="0"/>
                                  </p:stCondLst>
                                  <p:iterate type="wd">
                                    <p:tmPct val="10000"/>
                                  </p:iterate>
                                  <p:childTnLst>
                                    <p:set>
                                      <p:cBhvr>
                                        <p:cTn id="85" dur="1" fill="hold">
                                          <p:stCondLst>
                                            <p:cond delay="0"/>
                                          </p:stCondLst>
                                        </p:cTn>
                                        <p:tgtEl>
                                          <p:spTgt spid="9">
                                            <p:txEl>
                                              <p:pRg st="13" end="13"/>
                                            </p:txEl>
                                          </p:spTgt>
                                        </p:tgtEl>
                                        <p:attrNameLst>
                                          <p:attrName>style.visibility</p:attrName>
                                        </p:attrNameLst>
                                      </p:cBhvr>
                                      <p:to>
                                        <p:strVal val="visible"/>
                                      </p:to>
                                    </p:set>
                                    <p:anim calcmode="lin" valueType="num">
                                      <p:cBhvr additive="base">
                                        <p:cTn id="86" dur="500"/>
                                        <p:tgtEl>
                                          <p:spTgt spid="9">
                                            <p:txEl>
                                              <p:pRg st="13" end="13"/>
                                            </p:txEl>
                                          </p:spTgt>
                                        </p:tgtEl>
                                        <p:attrNameLst>
                                          <p:attrName>ppt_y</p:attrName>
                                        </p:attrNameLst>
                                      </p:cBhvr>
                                      <p:tavLst>
                                        <p:tav tm="0">
                                          <p:val>
                                            <p:strVal val="#ppt_y-#ppt_h*1.125000"/>
                                          </p:val>
                                        </p:tav>
                                        <p:tav tm="100000">
                                          <p:val>
                                            <p:strVal val="#ppt_y"/>
                                          </p:val>
                                        </p:tav>
                                      </p:tavLst>
                                    </p:anim>
                                    <p:animEffect transition="in" filter="wipe(down)">
                                      <p:cBhvr>
                                        <p:cTn id="87" dur="500"/>
                                        <p:tgtEl>
                                          <p:spTgt spid="9">
                                            <p:txEl>
                                              <p:pRg st="13" end="13"/>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53" presetClass="exit" presetSubtype="32" fill="hold" grpId="1" nodeType="clickEffect">
                                  <p:stCondLst>
                                    <p:cond delay="0"/>
                                  </p:stCondLst>
                                  <p:childTnLst>
                                    <p:anim calcmode="lin" valueType="num">
                                      <p:cBhvr>
                                        <p:cTn id="91" dur="500"/>
                                        <p:tgtEl>
                                          <p:spTgt spid="8">
                                            <p:txEl>
                                              <p:pRg st="0" end="0"/>
                                            </p:txEl>
                                          </p:spTgt>
                                        </p:tgtEl>
                                        <p:attrNameLst>
                                          <p:attrName>ppt_w</p:attrName>
                                        </p:attrNameLst>
                                      </p:cBhvr>
                                      <p:tavLst>
                                        <p:tav tm="0">
                                          <p:val>
                                            <p:strVal val="ppt_w"/>
                                          </p:val>
                                        </p:tav>
                                        <p:tav tm="100000">
                                          <p:val>
                                            <p:fltVal val="0"/>
                                          </p:val>
                                        </p:tav>
                                      </p:tavLst>
                                    </p:anim>
                                    <p:anim calcmode="lin" valueType="num">
                                      <p:cBhvr>
                                        <p:cTn id="92"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93" dur="500"/>
                                        <p:tgtEl>
                                          <p:spTgt spid="8">
                                            <p:txEl>
                                              <p:pRg st="0" end="0"/>
                                            </p:txEl>
                                          </p:spTgt>
                                        </p:tgtEl>
                                      </p:cBhvr>
                                    </p:animEffect>
                                    <p:set>
                                      <p:cBhvr>
                                        <p:cTn id="94" dur="1" fill="hold">
                                          <p:stCondLst>
                                            <p:cond delay="499"/>
                                          </p:stCondLst>
                                        </p:cTn>
                                        <p:tgtEl>
                                          <p:spTgt spid="8">
                                            <p:txEl>
                                              <p:pRg st="0" end="0"/>
                                            </p:txEl>
                                          </p:spTgt>
                                        </p:tgtEl>
                                        <p:attrNameLst>
                                          <p:attrName>style.visibility</p:attrName>
                                        </p:attrNameLst>
                                      </p:cBhvr>
                                      <p:to>
                                        <p:strVal val="hidden"/>
                                      </p:to>
                                    </p:set>
                                  </p:childTnLst>
                                </p:cTn>
                              </p:par>
                              <p:par>
                                <p:cTn id="95" presetID="53" presetClass="exit" presetSubtype="32" fill="hold" grpId="1" nodeType="withEffect">
                                  <p:stCondLst>
                                    <p:cond delay="0"/>
                                  </p:stCondLst>
                                  <p:iterate type="wd">
                                    <p:tmPct val="0"/>
                                  </p:iterate>
                                  <p:childTnLst>
                                    <p:anim calcmode="lin" valueType="num">
                                      <p:cBhvr>
                                        <p:cTn id="96" dur="500"/>
                                        <p:tgtEl>
                                          <p:spTgt spid="9">
                                            <p:txEl>
                                              <p:pRg st="0" end="0"/>
                                            </p:txEl>
                                          </p:spTgt>
                                        </p:tgtEl>
                                        <p:attrNameLst>
                                          <p:attrName>ppt_w</p:attrName>
                                        </p:attrNameLst>
                                      </p:cBhvr>
                                      <p:tavLst>
                                        <p:tav tm="0">
                                          <p:val>
                                            <p:strVal val="ppt_w"/>
                                          </p:val>
                                        </p:tav>
                                        <p:tav tm="100000">
                                          <p:val>
                                            <p:fltVal val="0"/>
                                          </p:val>
                                        </p:tav>
                                      </p:tavLst>
                                    </p:anim>
                                    <p:anim calcmode="lin" valueType="num">
                                      <p:cBhvr>
                                        <p:cTn id="97" dur="500"/>
                                        <p:tgtEl>
                                          <p:spTgt spid="9">
                                            <p:txEl>
                                              <p:pRg st="0" end="0"/>
                                            </p:txEl>
                                          </p:spTgt>
                                        </p:tgtEl>
                                        <p:attrNameLst>
                                          <p:attrName>ppt_h</p:attrName>
                                        </p:attrNameLst>
                                      </p:cBhvr>
                                      <p:tavLst>
                                        <p:tav tm="0">
                                          <p:val>
                                            <p:strVal val="ppt_h"/>
                                          </p:val>
                                        </p:tav>
                                        <p:tav tm="100000">
                                          <p:val>
                                            <p:fltVal val="0"/>
                                          </p:val>
                                        </p:tav>
                                      </p:tavLst>
                                    </p:anim>
                                    <p:animEffect transition="out" filter="fade">
                                      <p:cBhvr>
                                        <p:cTn id="98" dur="500"/>
                                        <p:tgtEl>
                                          <p:spTgt spid="9">
                                            <p:txEl>
                                              <p:pRg st="0" end="0"/>
                                            </p:txEl>
                                          </p:spTgt>
                                        </p:tgtEl>
                                      </p:cBhvr>
                                    </p:animEffect>
                                    <p:set>
                                      <p:cBhvr>
                                        <p:cTn id="99" dur="1" fill="hold">
                                          <p:stCondLst>
                                            <p:cond delay="499"/>
                                          </p:stCondLst>
                                        </p:cTn>
                                        <p:tgtEl>
                                          <p:spTgt spid="9">
                                            <p:txEl>
                                              <p:pRg st="0" end="0"/>
                                            </p:txEl>
                                          </p:spTgt>
                                        </p:tgtEl>
                                        <p:attrNameLst>
                                          <p:attrName>style.visibility</p:attrName>
                                        </p:attrNameLst>
                                      </p:cBhvr>
                                      <p:to>
                                        <p:strVal val="hidden"/>
                                      </p:to>
                                    </p:set>
                                  </p:childTnLst>
                                </p:cTn>
                              </p:par>
                              <p:par>
                                <p:cTn id="100" presetID="53" presetClass="exit" presetSubtype="32" fill="hold" grpId="1" nodeType="withEffect">
                                  <p:stCondLst>
                                    <p:cond delay="0"/>
                                  </p:stCondLst>
                                  <p:iterate type="wd">
                                    <p:tmPct val="0"/>
                                  </p:iterate>
                                  <p:childTnLst>
                                    <p:anim calcmode="lin" valueType="num">
                                      <p:cBhvr>
                                        <p:cTn id="101" dur="500"/>
                                        <p:tgtEl>
                                          <p:spTgt spid="9">
                                            <p:txEl>
                                              <p:pRg st="2" end="2"/>
                                            </p:txEl>
                                          </p:spTgt>
                                        </p:tgtEl>
                                        <p:attrNameLst>
                                          <p:attrName>ppt_w</p:attrName>
                                        </p:attrNameLst>
                                      </p:cBhvr>
                                      <p:tavLst>
                                        <p:tav tm="0">
                                          <p:val>
                                            <p:strVal val="ppt_w"/>
                                          </p:val>
                                        </p:tav>
                                        <p:tav tm="100000">
                                          <p:val>
                                            <p:fltVal val="0"/>
                                          </p:val>
                                        </p:tav>
                                      </p:tavLst>
                                    </p:anim>
                                    <p:anim calcmode="lin" valueType="num">
                                      <p:cBhvr>
                                        <p:cTn id="102" dur="500"/>
                                        <p:tgtEl>
                                          <p:spTgt spid="9">
                                            <p:txEl>
                                              <p:pRg st="2" end="2"/>
                                            </p:txEl>
                                          </p:spTgt>
                                        </p:tgtEl>
                                        <p:attrNameLst>
                                          <p:attrName>ppt_h</p:attrName>
                                        </p:attrNameLst>
                                      </p:cBhvr>
                                      <p:tavLst>
                                        <p:tav tm="0">
                                          <p:val>
                                            <p:strVal val="ppt_h"/>
                                          </p:val>
                                        </p:tav>
                                        <p:tav tm="100000">
                                          <p:val>
                                            <p:fltVal val="0"/>
                                          </p:val>
                                        </p:tav>
                                      </p:tavLst>
                                    </p:anim>
                                    <p:animEffect transition="out" filter="fade">
                                      <p:cBhvr>
                                        <p:cTn id="103" dur="500"/>
                                        <p:tgtEl>
                                          <p:spTgt spid="9">
                                            <p:txEl>
                                              <p:pRg st="2" end="2"/>
                                            </p:txEl>
                                          </p:spTgt>
                                        </p:tgtEl>
                                      </p:cBhvr>
                                    </p:animEffect>
                                    <p:set>
                                      <p:cBhvr>
                                        <p:cTn id="104" dur="1" fill="hold">
                                          <p:stCondLst>
                                            <p:cond delay="499"/>
                                          </p:stCondLst>
                                        </p:cTn>
                                        <p:tgtEl>
                                          <p:spTgt spid="9">
                                            <p:txEl>
                                              <p:pRg st="2" end="2"/>
                                            </p:txEl>
                                          </p:spTgt>
                                        </p:tgtEl>
                                        <p:attrNameLst>
                                          <p:attrName>style.visibility</p:attrName>
                                        </p:attrNameLst>
                                      </p:cBhvr>
                                      <p:to>
                                        <p:strVal val="hidden"/>
                                      </p:to>
                                    </p:set>
                                  </p:childTnLst>
                                </p:cTn>
                              </p:par>
                              <p:par>
                                <p:cTn id="105" presetID="53" presetClass="exit" presetSubtype="32" fill="hold" grpId="1" nodeType="withEffect">
                                  <p:stCondLst>
                                    <p:cond delay="0"/>
                                  </p:stCondLst>
                                  <p:iterate type="wd">
                                    <p:tmPct val="0"/>
                                  </p:iterate>
                                  <p:childTnLst>
                                    <p:anim calcmode="lin" valueType="num">
                                      <p:cBhvr>
                                        <p:cTn id="106" dur="500"/>
                                        <p:tgtEl>
                                          <p:spTgt spid="9">
                                            <p:txEl>
                                              <p:pRg st="3" end="3"/>
                                            </p:txEl>
                                          </p:spTgt>
                                        </p:tgtEl>
                                        <p:attrNameLst>
                                          <p:attrName>ppt_w</p:attrName>
                                        </p:attrNameLst>
                                      </p:cBhvr>
                                      <p:tavLst>
                                        <p:tav tm="0">
                                          <p:val>
                                            <p:strVal val="ppt_w"/>
                                          </p:val>
                                        </p:tav>
                                        <p:tav tm="100000">
                                          <p:val>
                                            <p:fltVal val="0"/>
                                          </p:val>
                                        </p:tav>
                                      </p:tavLst>
                                    </p:anim>
                                    <p:anim calcmode="lin" valueType="num">
                                      <p:cBhvr>
                                        <p:cTn id="107" dur="500"/>
                                        <p:tgtEl>
                                          <p:spTgt spid="9">
                                            <p:txEl>
                                              <p:pRg st="3" end="3"/>
                                            </p:txEl>
                                          </p:spTgt>
                                        </p:tgtEl>
                                        <p:attrNameLst>
                                          <p:attrName>ppt_h</p:attrName>
                                        </p:attrNameLst>
                                      </p:cBhvr>
                                      <p:tavLst>
                                        <p:tav tm="0">
                                          <p:val>
                                            <p:strVal val="ppt_h"/>
                                          </p:val>
                                        </p:tav>
                                        <p:tav tm="100000">
                                          <p:val>
                                            <p:fltVal val="0"/>
                                          </p:val>
                                        </p:tav>
                                      </p:tavLst>
                                    </p:anim>
                                    <p:animEffect transition="out" filter="fade">
                                      <p:cBhvr>
                                        <p:cTn id="108" dur="500"/>
                                        <p:tgtEl>
                                          <p:spTgt spid="9">
                                            <p:txEl>
                                              <p:pRg st="3" end="3"/>
                                            </p:txEl>
                                          </p:spTgt>
                                        </p:tgtEl>
                                      </p:cBhvr>
                                    </p:animEffect>
                                    <p:set>
                                      <p:cBhvr>
                                        <p:cTn id="109" dur="1" fill="hold">
                                          <p:stCondLst>
                                            <p:cond delay="499"/>
                                          </p:stCondLst>
                                        </p:cTn>
                                        <p:tgtEl>
                                          <p:spTgt spid="9">
                                            <p:txEl>
                                              <p:pRg st="3" end="3"/>
                                            </p:txEl>
                                          </p:spTgt>
                                        </p:tgtEl>
                                        <p:attrNameLst>
                                          <p:attrName>style.visibility</p:attrName>
                                        </p:attrNameLst>
                                      </p:cBhvr>
                                      <p:to>
                                        <p:strVal val="hidden"/>
                                      </p:to>
                                    </p:set>
                                  </p:childTnLst>
                                </p:cTn>
                              </p:par>
                              <p:par>
                                <p:cTn id="110" presetID="53" presetClass="exit" presetSubtype="32" fill="hold" grpId="1" nodeType="withEffect">
                                  <p:stCondLst>
                                    <p:cond delay="0"/>
                                  </p:stCondLst>
                                  <p:iterate type="wd">
                                    <p:tmPct val="0"/>
                                  </p:iterate>
                                  <p:childTnLst>
                                    <p:anim calcmode="lin" valueType="num">
                                      <p:cBhvr>
                                        <p:cTn id="111" dur="500"/>
                                        <p:tgtEl>
                                          <p:spTgt spid="9">
                                            <p:txEl>
                                              <p:pRg st="4" end="4"/>
                                            </p:txEl>
                                          </p:spTgt>
                                        </p:tgtEl>
                                        <p:attrNameLst>
                                          <p:attrName>ppt_w</p:attrName>
                                        </p:attrNameLst>
                                      </p:cBhvr>
                                      <p:tavLst>
                                        <p:tav tm="0">
                                          <p:val>
                                            <p:strVal val="ppt_w"/>
                                          </p:val>
                                        </p:tav>
                                        <p:tav tm="100000">
                                          <p:val>
                                            <p:fltVal val="0"/>
                                          </p:val>
                                        </p:tav>
                                      </p:tavLst>
                                    </p:anim>
                                    <p:anim calcmode="lin" valueType="num">
                                      <p:cBhvr>
                                        <p:cTn id="112" dur="500"/>
                                        <p:tgtEl>
                                          <p:spTgt spid="9">
                                            <p:txEl>
                                              <p:pRg st="4" end="4"/>
                                            </p:txEl>
                                          </p:spTgt>
                                        </p:tgtEl>
                                        <p:attrNameLst>
                                          <p:attrName>ppt_h</p:attrName>
                                        </p:attrNameLst>
                                      </p:cBhvr>
                                      <p:tavLst>
                                        <p:tav tm="0">
                                          <p:val>
                                            <p:strVal val="ppt_h"/>
                                          </p:val>
                                        </p:tav>
                                        <p:tav tm="100000">
                                          <p:val>
                                            <p:fltVal val="0"/>
                                          </p:val>
                                        </p:tav>
                                      </p:tavLst>
                                    </p:anim>
                                    <p:animEffect transition="out" filter="fade">
                                      <p:cBhvr>
                                        <p:cTn id="113" dur="500"/>
                                        <p:tgtEl>
                                          <p:spTgt spid="9">
                                            <p:txEl>
                                              <p:pRg st="4" end="4"/>
                                            </p:txEl>
                                          </p:spTgt>
                                        </p:tgtEl>
                                      </p:cBhvr>
                                    </p:animEffect>
                                    <p:set>
                                      <p:cBhvr>
                                        <p:cTn id="114" dur="1" fill="hold">
                                          <p:stCondLst>
                                            <p:cond delay="499"/>
                                          </p:stCondLst>
                                        </p:cTn>
                                        <p:tgtEl>
                                          <p:spTgt spid="9">
                                            <p:txEl>
                                              <p:pRg st="4" end="4"/>
                                            </p:txEl>
                                          </p:spTgt>
                                        </p:tgtEl>
                                        <p:attrNameLst>
                                          <p:attrName>style.visibility</p:attrName>
                                        </p:attrNameLst>
                                      </p:cBhvr>
                                      <p:to>
                                        <p:strVal val="hidden"/>
                                      </p:to>
                                    </p:set>
                                  </p:childTnLst>
                                </p:cTn>
                              </p:par>
                              <p:par>
                                <p:cTn id="115" presetID="53" presetClass="exit" presetSubtype="32" fill="hold" grpId="1" nodeType="withEffect">
                                  <p:stCondLst>
                                    <p:cond delay="0"/>
                                  </p:stCondLst>
                                  <p:iterate type="wd">
                                    <p:tmPct val="0"/>
                                  </p:iterate>
                                  <p:childTnLst>
                                    <p:anim calcmode="lin" valueType="num">
                                      <p:cBhvr>
                                        <p:cTn id="116" dur="500"/>
                                        <p:tgtEl>
                                          <p:spTgt spid="9">
                                            <p:txEl>
                                              <p:pRg st="5" end="5"/>
                                            </p:txEl>
                                          </p:spTgt>
                                        </p:tgtEl>
                                        <p:attrNameLst>
                                          <p:attrName>ppt_w</p:attrName>
                                        </p:attrNameLst>
                                      </p:cBhvr>
                                      <p:tavLst>
                                        <p:tav tm="0">
                                          <p:val>
                                            <p:strVal val="ppt_w"/>
                                          </p:val>
                                        </p:tav>
                                        <p:tav tm="100000">
                                          <p:val>
                                            <p:fltVal val="0"/>
                                          </p:val>
                                        </p:tav>
                                      </p:tavLst>
                                    </p:anim>
                                    <p:anim calcmode="lin" valueType="num">
                                      <p:cBhvr>
                                        <p:cTn id="117" dur="500"/>
                                        <p:tgtEl>
                                          <p:spTgt spid="9">
                                            <p:txEl>
                                              <p:pRg st="5" end="5"/>
                                            </p:txEl>
                                          </p:spTgt>
                                        </p:tgtEl>
                                        <p:attrNameLst>
                                          <p:attrName>ppt_h</p:attrName>
                                        </p:attrNameLst>
                                      </p:cBhvr>
                                      <p:tavLst>
                                        <p:tav tm="0">
                                          <p:val>
                                            <p:strVal val="ppt_h"/>
                                          </p:val>
                                        </p:tav>
                                        <p:tav tm="100000">
                                          <p:val>
                                            <p:fltVal val="0"/>
                                          </p:val>
                                        </p:tav>
                                      </p:tavLst>
                                    </p:anim>
                                    <p:animEffect transition="out" filter="fade">
                                      <p:cBhvr>
                                        <p:cTn id="118" dur="500"/>
                                        <p:tgtEl>
                                          <p:spTgt spid="9">
                                            <p:txEl>
                                              <p:pRg st="5" end="5"/>
                                            </p:txEl>
                                          </p:spTgt>
                                        </p:tgtEl>
                                      </p:cBhvr>
                                    </p:animEffect>
                                    <p:set>
                                      <p:cBhvr>
                                        <p:cTn id="119" dur="1" fill="hold">
                                          <p:stCondLst>
                                            <p:cond delay="499"/>
                                          </p:stCondLst>
                                        </p:cTn>
                                        <p:tgtEl>
                                          <p:spTgt spid="9">
                                            <p:txEl>
                                              <p:pRg st="5" end="5"/>
                                            </p:txEl>
                                          </p:spTgt>
                                        </p:tgtEl>
                                        <p:attrNameLst>
                                          <p:attrName>style.visibility</p:attrName>
                                        </p:attrNameLst>
                                      </p:cBhvr>
                                      <p:to>
                                        <p:strVal val="hidden"/>
                                      </p:to>
                                    </p:set>
                                  </p:childTnLst>
                                </p:cTn>
                              </p:par>
                              <p:par>
                                <p:cTn id="120" presetID="53" presetClass="exit" presetSubtype="32" fill="hold" grpId="1" nodeType="withEffect">
                                  <p:stCondLst>
                                    <p:cond delay="0"/>
                                  </p:stCondLst>
                                  <p:iterate type="wd">
                                    <p:tmPct val="0"/>
                                  </p:iterate>
                                  <p:childTnLst>
                                    <p:anim calcmode="lin" valueType="num">
                                      <p:cBhvr>
                                        <p:cTn id="121" dur="500"/>
                                        <p:tgtEl>
                                          <p:spTgt spid="9">
                                            <p:txEl>
                                              <p:pRg st="6" end="6"/>
                                            </p:txEl>
                                          </p:spTgt>
                                        </p:tgtEl>
                                        <p:attrNameLst>
                                          <p:attrName>ppt_w</p:attrName>
                                        </p:attrNameLst>
                                      </p:cBhvr>
                                      <p:tavLst>
                                        <p:tav tm="0">
                                          <p:val>
                                            <p:strVal val="ppt_w"/>
                                          </p:val>
                                        </p:tav>
                                        <p:tav tm="100000">
                                          <p:val>
                                            <p:fltVal val="0"/>
                                          </p:val>
                                        </p:tav>
                                      </p:tavLst>
                                    </p:anim>
                                    <p:anim calcmode="lin" valueType="num">
                                      <p:cBhvr>
                                        <p:cTn id="122" dur="500"/>
                                        <p:tgtEl>
                                          <p:spTgt spid="9">
                                            <p:txEl>
                                              <p:pRg st="6" end="6"/>
                                            </p:txEl>
                                          </p:spTgt>
                                        </p:tgtEl>
                                        <p:attrNameLst>
                                          <p:attrName>ppt_h</p:attrName>
                                        </p:attrNameLst>
                                      </p:cBhvr>
                                      <p:tavLst>
                                        <p:tav tm="0">
                                          <p:val>
                                            <p:strVal val="ppt_h"/>
                                          </p:val>
                                        </p:tav>
                                        <p:tav tm="100000">
                                          <p:val>
                                            <p:fltVal val="0"/>
                                          </p:val>
                                        </p:tav>
                                      </p:tavLst>
                                    </p:anim>
                                    <p:animEffect transition="out" filter="fade">
                                      <p:cBhvr>
                                        <p:cTn id="123" dur="500"/>
                                        <p:tgtEl>
                                          <p:spTgt spid="9">
                                            <p:txEl>
                                              <p:pRg st="6" end="6"/>
                                            </p:txEl>
                                          </p:spTgt>
                                        </p:tgtEl>
                                      </p:cBhvr>
                                    </p:animEffect>
                                    <p:set>
                                      <p:cBhvr>
                                        <p:cTn id="124" dur="1" fill="hold">
                                          <p:stCondLst>
                                            <p:cond delay="499"/>
                                          </p:stCondLst>
                                        </p:cTn>
                                        <p:tgtEl>
                                          <p:spTgt spid="9">
                                            <p:txEl>
                                              <p:pRg st="6" end="6"/>
                                            </p:txEl>
                                          </p:spTgt>
                                        </p:tgtEl>
                                        <p:attrNameLst>
                                          <p:attrName>style.visibility</p:attrName>
                                        </p:attrNameLst>
                                      </p:cBhvr>
                                      <p:to>
                                        <p:strVal val="hidden"/>
                                      </p:to>
                                    </p:set>
                                  </p:childTnLst>
                                </p:cTn>
                              </p:par>
                              <p:par>
                                <p:cTn id="125" presetID="53" presetClass="exit" presetSubtype="32" fill="hold" grpId="1" nodeType="withEffect">
                                  <p:stCondLst>
                                    <p:cond delay="0"/>
                                  </p:stCondLst>
                                  <p:iterate type="wd">
                                    <p:tmPct val="0"/>
                                  </p:iterate>
                                  <p:childTnLst>
                                    <p:anim calcmode="lin" valueType="num">
                                      <p:cBhvr>
                                        <p:cTn id="126" dur="500"/>
                                        <p:tgtEl>
                                          <p:spTgt spid="9">
                                            <p:txEl>
                                              <p:pRg st="7" end="7"/>
                                            </p:txEl>
                                          </p:spTgt>
                                        </p:tgtEl>
                                        <p:attrNameLst>
                                          <p:attrName>ppt_w</p:attrName>
                                        </p:attrNameLst>
                                      </p:cBhvr>
                                      <p:tavLst>
                                        <p:tav tm="0">
                                          <p:val>
                                            <p:strVal val="ppt_w"/>
                                          </p:val>
                                        </p:tav>
                                        <p:tav tm="100000">
                                          <p:val>
                                            <p:fltVal val="0"/>
                                          </p:val>
                                        </p:tav>
                                      </p:tavLst>
                                    </p:anim>
                                    <p:anim calcmode="lin" valueType="num">
                                      <p:cBhvr>
                                        <p:cTn id="127" dur="500"/>
                                        <p:tgtEl>
                                          <p:spTgt spid="9">
                                            <p:txEl>
                                              <p:pRg st="7" end="7"/>
                                            </p:txEl>
                                          </p:spTgt>
                                        </p:tgtEl>
                                        <p:attrNameLst>
                                          <p:attrName>ppt_h</p:attrName>
                                        </p:attrNameLst>
                                      </p:cBhvr>
                                      <p:tavLst>
                                        <p:tav tm="0">
                                          <p:val>
                                            <p:strVal val="ppt_h"/>
                                          </p:val>
                                        </p:tav>
                                        <p:tav tm="100000">
                                          <p:val>
                                            <p:fltVal val="0"/>
                                          </p:val>
                                        </p:tav>
                                      </p:tavLst>
                                    </p:anim>
                                    <p:animEffect transition="out" filter="fade">
                                      <p:cBhvr>
                                        <p:cTn id="128" dur="500"/>
                                        <p:tgtEl>
                                          <p:spTgt spid="9">
                                            <p:txEl>
                                              <p:pRg st="7" end="7"/>
                                            </p:txEl>
                                          </p:spTgt>
                                        </p:tgtEl>
                                      </p:cBhvr>
                                    </p:animEffect>
                                    <p:set>
                                      <p:cBhvr>
                                        <p:cTn id="129" dur="1" fill="hold">
                                          <p:stCondLst>
                                            <p:cond delay="499"/>
                                          </p:stCondLst>
                                        </p:cTn>
                                        <p:tgtEl>
                                          <p:spTgt spid="9">
                                            <p:txEl>
                                              <p:pRg st="7" end="7"/>
                                            </p:txEl>
                                          </p:spTgt>
                                        </p:tgtEl>
                                        <p:attrNameLst>
                                          <p:attrName>style.visibility</p:attrName>
                                        </p:attrNameLst>
                                      </p:cBhvr>
                                      <p:to>
                                        <p:strVal val="hidden"/>
                                      </p:to>
                                    </p:set>
                                  </p:childTnLst>
                                </p:cTn>
                              </p:par>
                              <p:par>
                                <p:cTn id="130" presetID="53" presetClass="exit" presetSubtype="32" fill="hold" grpId="1" nodeType="withEffect">
                                  <p:stCondLst>
                                    <p:cond delay="0"/>
                                  </p:stCondLst>
                                  <p:iterate type="wd">
                                    <p:tmPct val="0"/>
                                  </p:iterate>
                                  <p:childTnLst>
                                    <p:anim calcmode="lin" valueType="num">
                                      <p:cBhvr>
                                        <p:cTn id="131" dur="500"/>
                                        <p:tgtEl>
                                          <p:spTgt spid="9">
                                            <p:txEl>
                                              <p:pRg st="8" end="8"/>
                                            </p:txEl>
                                          </p:spTgt>
                                        </p:tgtEl>
                                        <p:attrNameLst>
                                          <p:attrName>ppt_w</p:attrName>
                                        </p:attrNameLst>
                                      </p:cBhvr>
                                      <p:tavLst>
                                        <p:tav tm="0">
                                          <p:val>
                                            <p:strVal val="ppt_w"/>
                                          </p:val>
                                        </p:tav>
                                        <p:tav tm="100000">
                                          <p:val>
                                            <p:fltVal val="0"/>
                                          </p:val>
                                        </p:tav>
                                      </p:tavLst>
                                    </p:anim>
                                    <p:anim calcmode="lin" valueType="num">
                                      <p:cBhvr>
                                        <p:cTn id="132" dur="500"/>
                                        <p:tgtEl>
                                          <p:spTgt spid="9">
                                            <p:txEl>
                                              <p:pRg st="8" end="8"/>
                                            </p:txEl>
                                          </p:spTgt>
                                        </p:tgtEl>
                                        <p:attrNameLst>
                                          <p:attrName>ppt_h</p:attrName>
                                        </p:attrNameLst>
                                      </p:cBhvr>
                                      <p:tavLst>
                                        <p:tav tm="0">
                                          <p:val>
                                            <p:strVal val="ppt_h"/>
                                          </p:val>
                                        </p:tav>
                                        <p:tav tm="100000">
                                          <p:val>
                                            <p:fltVal val="0"/>
                                          </p:val>
                                        </p:tav>
                                      </p:tavLst>
                                    </p:anim>
                                    <p:animEffect transition="out" filter="fade">
                                      <p:cBhvr>
                                        <p:cTn id="133" dur="500"/>
                                        <p:tgtEl>
                                          <p:spTgt spid="9">
                                            <p:txEl>
                                              <p:pRg st="8" end="8"/>
                                            </p:txEl>
                                          </p:spTgt>
                                        </p:tgtEl>
                                      </p:cBhvr>
                                    </p:animEffect>
                                    <p:set>
                                      <p:cBhvr>
                                        <p:cTn id="134" dur="1" fill="hold">
                                          <p:stCondLst>
                                            <p:cond delay="499"/>
                                          </p:stCondLst>
                                        </p:cTn>
                                        <p:tgtEl>
                                          <p:spTgt spid="9">
                                            <p:txEl>
                                              <p:pRg st="8" end="8"/>
                                            </p:txEl>
                                          </p:spTgt>
                                        </p:tgtEl>
                                        <p:attrNameLst>
                                          <p:attrName>style.visibility</p:attrName>
                                        </p:attrNameLst>
                                      </p:cBhvr>
                                      <p:to>
                                        <p:strVal val="hidden"/>
                                      </p:to>
                                    </p:set>
                                  </p:childTnLst>
                                </p:cTn>
                              </p:par>
                              <p:par>
                                <p:cTn id="135" presetID="53" presetClass="exit" presetSubtype="32" fill="hold" grpId="1" nodeType="withEffect">
                                  <p:stCondLst>
                                    <p:cond delay="0"/>
                                  </p:stCondLst>
                                  <p:iterate type="wd">
                                    <p:tmPct val="0"/>
                                  </p:iterate>
                                  <p:childTnLst>
                                    <p:anim calcmode="lin" valueType="num">
                                      <p:cBhvr>
                                        <p:cTn id="136" dur="500"/>
                                        <p:tgtEl>
                                          <p:spTgt spid="9">
                                            <p:txEl>
                                              <p:pRg st="9" end="9"/>
                                            </p:txEl>
                                          </p:spTgt>
                                        </p:tgtEl>
                                        <p:attrNameLst>
                                          <p:attrName>ppt_w</p:attrName>
                                        </p:attrNameLst>
                                      </p:cBhvr>
                                      <p:tavLst>
                                        <p:tav tm="0">
                                          <p:val>
                                            <p:strVal val="ppt_w"/>
                                          </p:val>
                                        </p:tav>
                                        <p:tav tm="100000">
                                          <p:val>
                                            <p:fltVal val="0"/>
                                          </p:val>
                                        </p:tav>
                                      </p:tavLst>
                                    </p:anim>
                                    <p:anim calcmode="lin" valueType="num">
                                      <p:cBhvr>
                                        <p:cTn id="137" dur="500"/>
                                        <p:tgtEl>
                                          <p:spTgt spid="9">
                                            <p:txEl>
                                              <p:pRg st="9" end="9"/>
                                            </p:txEl>
                                          </p:spTgt>
                                        </p:tgtEl>
                                        <p:attrNameLst>
                                          <p:attrName>ppt_h</p:attrName>
                                        </p:attrNameLst>
                                      </p:cBhvr>
                                      <p:tavLst>
                                        <p:tav tm="0">
                                          <p:val>
                                            <p:strVal val="ppt_h"/>
                                          </p:val>
                                        </p:tav>
                                        <p:tav tm="100000">
                                          <p:val>
                                            <p:fltVal val="0"/>
                                          </p:val>
                                        </p:tav>
                                      </p:tavLst>
                                    </p:anim>
                                    <p:animEffect transition="out" filter="fade">
                                      <p:cBhvr>
                                        <p:cTn id="138" dur="500"/>
                                        <p:tgtEl>
                                          <p:spTgt spid="9">
                                            <p:txEl>
                                              <p:pRg st="9" end="9"/>
                                            </p:txEl>
                                          </p:spTgt>
                                        </p:tgtEl>
                                      </p:cBhvr>
                                    </p:animEffect>
                                    <p:set>
                                      <p:cBhvr>
                                        <p:cTn id="139" dur="1" fill="hold">
                                          <p:stCondLst>
                                            <p:cond delay="499"/>
                                          </p:stCondLst>
                                        </p:cTn>
                                        <p:tgtEl>
                                          <p:spTgt spid="9">
                                            <p:txEl>
                                              <p:pRg st="9" end="9"/>
                                            </p:txEl>
                                          </p:spTgt>
                                        </p:tgtEl>
                                        <p:attrNameLst>
                                          <p:attrName>style.visibility</p:attrName>
                                        </p:attrNameLst>
                                      </p:cBhvr>
                                      <p:to>
                                        <p:strVal val="hidden"/>
                                      </p:to>
                                    </p:set>
                                  </p:childTnLst>
                                </p:cTn>
                              </p:par>
                              <p:par>
                                <p:cTn id="140" presetID="53" presetClass="exit" presetSubtype="32" fill="hold" grpId="1" nodeType="withEffect">
                                  <p:stCondLst>
                                    <p:cond delay="0"/>
                                  </p:stCondLst>
                                  <p:iterate type="wd">
                                    <p:tmPct val="0"/>
                                  </p:iterate>
                                  <p:childTnLst>
                                    <p:anim calcmode="lin" valueType="num">
                                      <p:cBhvr>
                                        <p:cTn id="141" dur="500"/>
                                        <p:tgtEl>
                                          <p:spTgt spid="9">
                                            <p:txEl>
                                              <p:pRg st="10" end="10"/>
                                            </p:txEl>
                                          </p:spTgt>
                                        </p:tgtEl>
                                        <p:attrNameLst>
                                          <p:attrName>ppt_w</p:attrName>
                                        </p:attrNameLst>
                                      </p:cBhvr>
                                      <p:tavLst>
                                        <p:tav tm="0">
                                          <p:val>
                                            <p:strVal val="ppt_w"/>
                                          </p:val>
                                        </p:tav>
                                        <p:tav tm="100000">
                                          <p:val>
                                            <p:fltVal val="0"/>
                                          </p:val>
                                        </p:tav>
                                      </p:tavLst>
                                    </p:anim>
                                    <p:anim calcmode="lin" valueType="num">
                                      <p:cBhvr>
                                        <p:cTn id="142" dur="500"/>
                                        <p:tgtEl>
                                          <p:spTgt spid="9">
                                            <p:txEl>
                                              <p:pRg st="10" end="10"/>
                                            </p:txEl>
                                          </p:spTgt>
                                        </p:tgtEl>
                                        <p:attrNameLst>
                                          <p:attrName>ppt_h</p:attrName>
                                        </p:attrNameLst>
                                      </p:cBhvr>
                                      <p:tavLst>
                                        <p:tav tm="0">
                                          <p:val>
                                            <p:strVal val="ppt_h"/>
                                          </p:val>
                                        </p:tav>
                                        <p:tav tm="100000">
                                          <p:val>
                                            <p:fltVal val="0"/>
                                          </p:val>
                                        </p:tav>
                                      </p:tavLst>
                                    </p:anim>
                                    <p:animEffect transition="out" filter="fade">
                                      <p:cBhvr>
                                        <p:cTn id="143" dur="500"/>
                                        <p:tgtEl>
                                          <p:spTgt spid="9">
                                            <p:txEl>
                                              <p:pRg st="10" end="10"/>
                                            </p:txEl>
                                          </p:spTgt>
                                        </p:tgtEl>
                                      </p:cBhvr>
                                    </p:animEffect>
                                    <p:set>
                                      <p:cBhvr>
                                        <p:cTn id="144" dur="1" fill="hold">
                                          <p:stCondLst>
                                            <p:cond delay="499"/>
                                          </p:stCondLst>
                                        </p:cTn>
                                        <p:tgtEl>
                                          <p:spTgt spid="9">
                                            <p:txEl>
                                              <p:pRg st="10" end="10"/>
                                            </p:txEl>
                                          </p:spTgt>
                                        </p:tgtEl>
                                        <p:attrNameLst>
                                          <p:attrName>style.visibility</p:attrName>
                                        </p:attrNameLst>
                                      </p:cBhvr>
                                      <p:to>
                                        <p:strVal val="hidden"/>
                                      </p:to>
                                    </p:set>
                                  </p:childTnLst>
                                </p:cTn>
                              </p:par>
                              <p:par>
                                <p:cTn id="145" presetID="53" presetClass="exit" presetSubtype="32" fill="hold" grpId="1" nodeType="withEffect">
                                  <p:stCondLst>
                                    <p:cond delay="0"/>
                                  </p:stCondLst>
                                  <p:iterate type="wd">
                                    <p:tmPct val="0"/>
                                  </p:iterate>
                                  <p:childTnLst>
                                    <p:anim calcmode="lin" valueType="num">
                                      <p:cBhvr>
                                        <p:cTn id="146" dur="500"/>
                                        <p:tgtEl>
                                          <p:spTgt spid="9">
                                            <p:txEl>
                                              <p:pRg st="11" end="11"/>
                                            </p:txEl>
                                          </p:spTgt>
                                        </p:tgtEl>
                                        <p:attrNameLst>
                                          <p:attrName>ppt_w</p:attrName>
                                        </p:attrNameLst>
                                      </p:cBhvr>
                                      <p:tavLst>
                                        <p:tav tm="0">
                                          <p:val>
                                            <p:strVal val="ppt_w"/>
                                          </p:val>
                                        </p:tav>
                                        <p:tav tm="100000">
                                          <p:val>
                                            <p:fltVal val="0"/>
                                          </p:val>
                                        </p:tav>
                                      </p:tavLst>
                                    </p:anim>
                                    <p:anim calcmode="lin" valueType="num">
                                      <p:cBhvr>
                                        <p:cTn id="147" dur="500"/>
                                        <p:tgtEl>
                                          <p:spTgt spid="9">
                                            <p:txEl>
                                              <p:pRg st="11" end="11"/>
                                            </p:txEl>
                                          </p:spTgt>
                                        </p:tgtEl>
                                        <p:attrNameLst>
                                          <p:attrName>ppt_h</p:attrName>
                                        </p:attrNameLst>
                                      </p:cBhvr>
                                      <p:tavLst>
                                        <p:tav tm="0">
                                          <p:val>
                                            <p:strVal val="ppt_h"/>
                                          </p:val>
                                        </p:tav>
                                        <p:tav tm="100000">
                                          <p:val>
                                            <p:fltVal val="0"/>
                                          </p:val>
                                        </p:tav>
                                      </p:tavLst>
                                    </p:anim>
                                    <p:animEffect transition="out" filter="fade">
                                      <p:cBhvr>
                                        <p:cTn id="148" dur="500"/>
                                        <p:tgtEl>
                                          <p:spTgt spid="9">
                                            <p:txEl>
                                              <p:pRg st="11" end="11"/>
                                            </p:txEl>
                                          </p:spTgt>
                                        </p:tgtEl>
                                      </p:cBhvr>
                                    </p:animEffect>
                                    <p:set>
                                      <p:cBhvr>
                                        <p:cTn id="149" dur="1" fill="hold">
                                          <p:stCondLst>
                                            <p:cond delay="499"/>
                                          </p:stCondLst>
                                        </p:cTn>
                                        <p:tgtEl>
                                          <p:spTgt spid="9">
                                            <p:txEl>
                                              <p:pRg st="11" end="11"/>
                                            </p:txEl>
                                          </p:spTgt>
                                        </p:tgtEl>
                                        <p:attrNameLst>
                                          <p:attrName>style.visibility</p:attrName>
                                        </p:attrNameLst>
                                      </p:cBhvr>
                                      <p:to>
                                        <p:strVal val="hidden"/>
                                      </p:to>
                                    </p:set>
                                  </p:childTnLst>
                                </p:cTn>
                              </p:par>
                              <p:par>
                                <p:cTn id="150" presetID="53" presetClass="exit" presetSubtype="32" fill="hold" grpId="1" nodeType="withEffect">
                                  <p:stCondLst>
                                    <p:cond delay="0"/>
                                  </p:stCondLst>
                                  <p:iterate type="wd">
                                    <p:tmPct val="0"/>
                                  </p:iterate>
                                  <p:childTnLst>
                                    <p:anim calcmode="lin" valueType="num">
                                      <p:cBhvr>
                                        <p:cTn id="151" dur="500"/>
                                        <p:tgtEl>
                                          <p:spTgt spid="9">
                                            <p:txEl>
                                              <p:pRg st="12" end="12"/>
                                            </p:txEl>
                                          </p:spTgt>
                                        </p:tgtEl>
                                        <p:attrNameLst>
                                          <p:attrName>ppt_w</p:attrName>
                                        </p:attrNameLst>
                                      </p:cBhvr>
                                      <p:tavLst>
                                        <p:tav tm="0">
                                          <p:val>
                                            <p:strVal val="ppt_w"/>
                                          </p:val>
                                        </p:tav>
                                        <p:tav tm="100000">
                                          <p:val>
                                            <p:fltVal val="0"/>
                                          </p:val>
                                        </p:tav>
                                      </p:tavLst>
                                    </p:anim>
                                    <p:anim calcmode="lin" valueType="num">
                                      <p:cBhvr>
                                        <p:cTn id="152" dur="500"/>
                                        <p:tgtEl>
                                          <p:spTgt spid="9">
                                            <p:txEl>
                                              <p:pRg st="12" end="12"/>
                                            </p:txEl>
                                          </p:spTgt>
                                        </p:tgtEl>
                                        <p:attrNameLst>
                                          <p:attrName>ppt_h</p:attrName>
                                        </p:attrNameLst>
                                      </p:cBhvr>
                                      <p:tavLst>
                                        <p:tav tm="0">
                                          <p:val>
                                            <p:strVal val="ppt_h"/>
                                          </p:val>
                                        </p:tav>
                                        <p:tav tm="100000">
                                          <p:val>
                                            <p:fltVal val="0"/>
                                          </p:val>
                                        </p:tav>
                                      </p:tavLst>
                                    </p:anim>
                                    <p:animEffect transition="out" filter="fade">
                                      <p:cBhvr>
                                        <p:cTn id="153" dur="500"/>
                                        <p:tgtEl>
                                          <p:spTgt spid="9">
                                            <p:txEl>
                                              <p:pRg st="12" end="12"/>
                                            </p:txEl>
                                          </p:spTgt>
                                        </p:tgtEl>
                                      </p:cBhvr>
                                    </p:animEffect>
                                    <p:set>
                                      <p:cBhvr>
                                        <p:cTn id="154" dur="1" fill="hold">
                                          <p:stCondLst>
                                            <p:cond delay="499"/>
                                          </p:stCondLst>
                                        </p:cTn>
                                        <p:tgtEl>
                                          <p:spTgt spid="9">
                                            <p:txEl>
                                              <p:pRg st="12" end="12"/>
                                            </p:txEl>
                                          </p:spTgt>
                                        </p:tgtEl>
                                        <p:attrNameLst>
                                          <p:attrName>style.visibility</p:attrName>
                                        </p:attrNameLst>
                                      </p:cBhvr>
                                      <p:to>
                                        <p:strVal val="hidden"/>
                                      </p:to>
                                    </p:set>
                                  </p:childTnLst>
                                </p:cTn>
                              </p:par>
                              <p:par>
                                <p:cTn id="155" presetID="53" presetClass="exit" presetSubtype="32" fill="hold" grpId="1" nodeType="withEffect">
                                  <p:stCondLst>
                                    <p:cond delay="0"/>
                                  </p:stCondLst>
                                  <p:iterate type="wd">
                                    <p:tmPct val="0"/>
                                  </p:iterate>
                                  <p:childTnLst>
                                    <p:anim calcmode="lin" valueType="num">
                                      <p:cBhvr>
                                        <p:cTn id="156" dur="500"/>
                                        <p:tgtEl>
                                          <p:spTgt spid="9">
                                            <p:txEl>
                                              <p:pRg st="13" end="13"/>
                                            </p:txEl>
                                          </p:spTgt>
                                        </p:tgtEl>
                                        <p:attrNameLst>
                                          <p:attrName>ppt_w</p:attrName>
                                        </p:attrNameLst>
                                      </p:cBhvr>
                                      <p:tavLst>
                                        <p:tav tm="0">
                                          <p:val>
                                            <p:strVal val="ppt_w"/>
                                          </p:val>
                                        </p:tav>
                                        <p:tav tm="100000">
                                          <p:val>
                                            <p:fltVal val="0"/>
                                          </p:val>
                                        </p:tav>
                                      </p:tavLst>
                                    </p:anim>
                                    <p:anim calcmode="lin" valueType="num">
                                      <p:cBhvr>
                                        <p:cTn id="157" dur="500"/>
                                        <p:tgtEl>
                                          <p:spTgt spid="9">
                                            <p:txEl>
                                              <p:pRg st="13" end="13"/>
                                            </p:txEl>
                                          </p:spTgt>
                                        </p:tgtEl>
                                        <p:attrNameLst>
                                          <p:attrName>ppt_h</p:attrName>
                                        </p:attrNameLst>
                                      </p:cBhvr>
                                      <p:tavLst>
                                        <p:tav tm="0">
                                          <p:val>
                                            <p:strVal val="ppt_h"/>
                                          </p:val>
                                        </p:tav>
                                        <p:tav tm="100000">
                                          <p:val>
                                            <p:fltVal val="0"/>
                                          </p:val>
                                        </p:tav>
                                      </p:tavLst>
                                    </p:anim>
                                    <p:animEffect transition="out" filter="fade">
                                      <p:cBhvr>
                                        <p:cTn id="158" dur="500"/>
                                        <p:tgtEl>
                                          <p:spTgt spid="9">
                                            <p:txEl>
                                              <p:pRg st="13" end="13"/>
                                            </p:txEl>
                                          </p:spTgt>
                                        </p:tgtEl>
                                      </p:cBhvr>
                                    </p:animEffect>
                                    <p:set>
                                      <p:cBhvr>
                                        <p:cTn id="159" dur="1" fill="hold">
                                          <p:stCondLst>
                                            <p:cond delay="499"/>
                                          </p:stCondLst>
                                        </p:cTn>
                                        <p:tgtEl>
                                          <p:spTgt spid="9">
                                            <p:txEl>
                                              <p:pRg st="13" end="1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8" grpId="1" build="allAtOnce"/>
      <p:bldP spid="9" grpId="0" build="allAtOnce"/>
      <p:bldP spid="9" grpId="1" build="allAtOnce"/>
    </p:bldLst>
  </p:timing>
</p:sld>
</file>

<file path=ppt/slides/slide50.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D4AB93B1-6750-A2B0-51A0-5B2375281EA1}"/>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636200A5-4162-D660-EA99-8B8039BA6359}"/>
              </a:ext>
            </a:extLst>
          </p:cNvPr>
          <p:cNvSpPr/>
          <p:nvPr/>
        </p:nvSpPr>
        <p:spPr>
          <a:xfrm>
            <a:off x="1219473" y="2884347"/>
            <a:ext cx="6705054" cy="1089307"/>
          </a:xfrm>
          <a:prstGeom prst="roundRect">
            <a:avLst/>
          </a:prstGeom>
          <a:solidFill>
            <a:srgbClr val="0060FF">
              <a:alpha val="15000"/>
            </a:srgbClr>
          </a:solidFill>
          <a:ln w="25400">
            <a:gradFill>
              <a:gsLst>
                <a:gs pos="0">
                  <a:srgbClr val="0060FF"/>
                </a:gs>
                <a:gs pos="33000">
                  <a:srgbClr val="00CED1"/>
                </a:gs>
                <a:gs pos="66000">
                  <a:srgbClr val="00FF66"/>
                </a:gs>
                <a:gs pos="100000">
                  <a:srgbClr val="7D00FF"/>
                </a:gs>
              </a:gsLst>
              <a:lin ang="0" scaled="0"/>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4FF5097-9D13-C500-879B-A33F029A5954}"/>
              </a:ext>
            </a:extLst>
          </p:cNvPr>
          <p:cNvSpPr/>
          <p:nvPr/>
        </p:nvSpPr>
        <p:spPr>
          <a:xfrm>
            <a:off x="274318" y="6191790"/>
            <a:ext cx="8595360" cy="45719"/>
          </a:xfrm>
          <a:prstGeom prst="rect">
            <a:avLst/>
          </a:prstGeom>
          <a:gradFill>
            <a:gsLst>
              <a:gs pos="0">
                <a:srgbClr val="0060FF"/>
              </a:gs>
              <a:gs pos="33000">
                <a:srgbClr val="00CED1"/>
              </a:gs>
              <a:gs pos="66000">
                <a:srgbClr val="00FF66"/>
              </a:gs>
              <a:gs pos="100000">
                <a:srgbClr val="7D00FF"/>
              </a:gs>
            </a:gsLst>
            <a:lin ang="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C58DDB8-B949-2A14-DDF9-B5D7303A7F6A}"/>
              </a:ext>
            </a:extLst>
          </p:cNvPr>
          <p:cNvSpPr/>
          <p:nvPr/>
        </p:nvSpPr>
        <p:spPr>
          <a:xfrm>
            <a:off x="274319" y="497840"/>
            <a:ext cx="8595360" cy="45719"/>
          </a:xfrm>
          <a:prstGeom prst="rect">
            <a:avLst/>
          </a:prstGeom>
          <a:gradFill>
            <a:gsLst>
              <a:gs pos="0">
                <a:srgbClr val="0060FF"/>
              </a:gs>
              <a:gs pos="33000">
                <a:srgbClr val="00CED1"/>
              </a:gs>
              <a:gs pos="66000">
                <a:srgbClr val="00FF66"/>
              </a:gs>
              <a:gs pos="100000">
                <a:srgbClr val="7D00FF"/>
              </a:gs>
            </a:gsLst>
            <a:lin ang="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A blue and green circle&#10;&#10;AI-generated content may be incorrect.">
            <a:extLst>
              <a:ext uri="{FF2B5EF4-FFF2-40B4-BE49-F238E27FC236}">
                <a16:creationId xmlns:a16="http://schemas.microsoft.com/office/drawing/2014/main" id="{C4E87D3B-E4C7-31A8-BD74-452F08B654B4}"/>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26F0822E-9A69-652E-CE55-7E9CB891F671}"/>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sp>
        <p:nvSpPr>
          <p:cNvPr id="2" name="TextBox 1">
            <a:extLst>
              <a:ext uri="{FF2B5EF4-FFF2-40B4-BE49-F238E27FC236}">
                <a16:creationId xmlns:a16="http://schemas.microsoft.com/office/drawing/2014/main" id="{E98775A5-32BA-928E-895E-B318F8BF8376}"/>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5" name="TextBox 4">
            <a:extLst>
              <a:ext uri="{FF2B5EF4-FFF2-40B4-BE49-F238E27FC236}">
                <a16:creationId xmlns:a16="http://schemas.microsoft.com/office/drawing/2014/main" id="{BF20E683-F697-AE03-391E-7E24B03D404C}"/>
              </a:ext>
            </a:extLst>
          </p:cNvPr>
          <p:cNvSpPr txBox="1"/>
          <p:nvPr/>
        </p:nvSpPr>
        <p:spPr>
          <a:xfrm>
            <a:off x="1219473" y="3198167"/>
            <a:ext cx="6705054" cy="461665"/>
          </a:xfrm>
          <a:prstGeom prst="rect">
            <a:avLst/>
          </a:prstGeom>
          <a:noFill/>
        </p:spPr>
        <p:txBody>
          <a:bodyPr wrap="square" rtlCol="0" anchor="ctr">
            <a:spAutoFit/>
          </a:bodyPr>
          <a:lstStyle/>
          <a:p>
            <a:pPr algn="ctr"/>
            <a:r>
              <a:rPr lang="en-US" sz="2400" b="1" spc="300" dirty="0">
                <a:solidFill>
                  <a:schemeClr val="bg1"/>
                </a:solidFill>
                <a:effectLst>
                  <a:outerShdw blurRad="50800" dist="38100" dir="2700000" algn="tl" rotWithShape="0">
                    <a:prstClr val="black">
                      <a:alpha val="40000"/>
                    </a:prstClr>
                  </a:outerShdw>
                </a:effectLst>
                <a:latin typeface="Orbitron Black" pitchFamily="2" charset="0"/>
              </a:rPr>
              <a:t>Comparative Analysis</a:t>
            </a:r>
          </a:p>
        </p:txBody>
      </p:sp>
    </p:spTree>
    <p:extLst>
      <p:ext uri="{BB962C8B-B14F-4D97-AF65-F5344CB8AC3E}">
        <p14:creationId xmlns:p14="http://schemas.microsoft.com/office/powerpoint/2010/main" val="9887913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DE1DE772-9B6D-0FFA-8EDD-E644FD6427EA}"/>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C1CB0289-928E-718C-6410-1A0CD2C27B98}"/>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C5EBBF9B-F9A8-BBFE-3CB0-AFD5FBA03A00}"/>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0251F98A-CA2D-B27D-8DFF-16926B21BE11}"/>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965E7402-5F7B-0747-232A-F55FBC13AF1B}"/>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A8AC7E55-322E-46C8-56CA-A3FA940EF75A}"/>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275B4339-DF7E-B8CF-C357-688DC64C84C0}"/>
              </a:ext>
            </a:extLst>
          </p:cNvPr>
          <p:cNvSpPr/>
          <p:nvPr/>
        </p:nvSpPr>
        <p:spPr>
          <a:xfrm>
            <a:off x="1219473" y="1677082"/>
            <a:ext cx="6705054" cy="4177119"/>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114C5B5A-AD1E-3D1A-458C-D92D8EF12437}"/>
              </a:ext>
            </a:extLst>
          </p:cNvPr>
          <p:cNvSpPr/>
          <p:nvPr/>
        </p:nvSpPr>
        <p:spPr>
          <a:xfrm>
            <a:off x="1219473" y="904672"/>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44E98DA-30F6-C4A7-67D8-11C20885469B}"/>
              </a:ext>
            </a:extLst>
          </p:cNvPr>
          <p:cNvSpPr txBox="1"/>
          <p:nvPr/>
        </p:nvSpPr>
        <p:spPr>
          <a:xfrm>
            <a:off x="1184078" y="100360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Who is Synergy Compared To?</a:t>
            </a:r>
            <a:endParaRPr lang="en-US" sz="2000" b="1" spc="300" dirty="0">
              <a:solidFill>
                <a:schemeClr val="bg1"/>
              </a:solidFill>
              <a:latin typeface="Orbitron Black" pitchFamily="2" charset="0"/>
            </a:endParaRPr>
          </a:p>
        </p:txBody>
      </p:sp>
      <p:sp>
        <p:nvSpPr>
          <p:cNvPr id="9" name="TextBox 8">
            <a:extLst>
              <a:ext uri="{FF2B5EF4-FFF2-40B4-BE49-F238E27FC236}">
                <a16:creationId xmlns:a16="http://schemas.microsoft.com/office/drawing/2014/main" id="{C2D832A3-70C7-4BD3-EF94-20F4CD5CB9A9}"/>
              </a:ext>
            </a:extLst>
          </p:cNvPr>
          <p:cNvSpPr txBox="1"/>
          <p:nvPr/>
        </p:nvSpPr>
        <p:spPr>
          <a:xfrm>
            <a:off x="1641290" y="1995906"/>
            <a:ext cx="6063021" cy="3554819"/>
          </a:xfrm>
          <a:prstGeom prst="rect">
            <a:avLst/>
          </a:prstGeom>
          <a:noFill/>
        </p:spPr>
        <p:txBody>
          <a:bodyPr wrap="square" rtlCol="0" anchor="ctr">
            <a:spAutoFit/>
          </a:bodyPr>
          <a:lstStyle/>
          <a:p>
            <a:pPr marL="285750" indent="-285750">
              <a:lnSpc>
                <a:spcPct val="150000"/>
              </a:lnSpc>
              <a:buFont typeface="Wingdings" pitchFamily="2" charset="2"/>
              <a:buChar char="v"/>
            </a:pPr>
            <a:r>
              <a:rPr lang="en-US" dirty="0" err="1">
                <a:solidFill>
                  <a:schemeClr val="bg1"/>
                </a:solidFill>
                <a:latin typeface="Inter" panose="02000503000000020004" pitchFamily="2" charset="0"/>
                <a:ea typeface="Inter" panose="02000503000000020004" pitchFamily="2" charset="0"/>
              </a:rPr>
              <a:t>Polkadot</a:t>
            </a:r>
            <a:endParaRPr lang="en-US" dirty="0">
              <a:solidFill>
                <a:schemeClr val="bg1"/>
              </a:solidFill>
              <a:latin typeface="Inter" panose="02000503000000020004" pitchFamily="2" charset="0"/>
              <a:ea typeface="Inter" panose="02000503000000020004" pitchFamily="2" charset="0"/>
            </a:endParaRPr>
          </a:p>
          <a:p>
            <a:pPr marL="285750" indent="-285750">
              <a:lnSpc>
                <a:spcPct val="150000"/>
              </a:lnSpc>
              <a:buFont typeface="Wingdings" pitchFamily="2" charset="2"/>
              <a:buChar char="v"/>
            </a:pPr>
            <a:r>
              <a:rPr lang="en-US" dirty="0" err="1">
                <a:solidFill>
                  <a:schemeClr val="bg1"/>
                </a:solidFill>
                <a:latin typeface="Inter" panose="02000503000000020004" pitchFamily="2" charset="0"/>
                <a:ea typeface="Inter" panose="02000503000000020004" pitchFamily="2" charset="0"/>
              </a:rPr>
              <a:t>Axelar</a:t>
            </a:r>
            <a:endParaRPr lang="en-US" dirty="0">
              <a:solidFill>
                <a:schemeClr val="bg1"/>
              </a:solidFill>
              <a:latin typeface="Inter" panose="02000503000000020004" pitchFamily="2" charset="0"/>
              <a:ea typeface="Inter" panose="02000503000000020004" pitchFamily="2" charset="0"/>
            </a:endParaRPr>
          </a:p>
          <a:p>
            <a:pPr marL="285750" indent="-285750">
              <a:lnSpc>
                <a:spcPct val="150000"/>
              </a:lnSpc>
              <a:buFont typeface="Wingdings" pitchFamily="2" charset="2"/>
              <a:buChar char="v"/>
            </a:pPr>
            <a:r>
              <a:rPr lang="en-US" dirty="0" err="1">
                <a:solidFill>
                  <a:schemeClr val="bg1"/>
                </a:solidFill>
                <a:latin typeface="Inter" panose="02000503000000020004" pitchFamily="2" charset="0"/>
                <a:ea typeface="Inter" panose="02000503000000020004" pitchFamily="2" charset="0"/>
              </a:rPr>
              <a:t>LayerZero</a:t>
            </a:r>
            <a:endParaRPr lang="en-US" dirty="0">
              <a:solidFill>
                <a:schemeClr val="bg1"/>
              </a:solidFill>
              <a:latin typeface="Inter" panose="02000503000000020004" pitchFamily="2" charset="0"/>
              <a:ea typeface="Inter" panose="02000503000000020004" pitchFamily="2" charset="0"/>
            </a:endParaRPr>
          </a:p>
          <a:p>
            <a:pPr marL="285750" indent="-285750">
              <a:lnSpc>
                <a:spcPct val="150000"/>
              </a:lnSpc>
              <a:buFont typeface="Wingdings" pitchFamily="2" charset="2"/>
              <a:buChar char="v"/>
            </a:pPr>
            <a:r>
              <a:rPr lang="en-US" dirty="0">
                <a:solidFill>
                  <a:schemeClr val="bg1"/>
                </a:solidFill>
                <a:latin typeface="Inter" panose="02000503000000020004" pitchFamily="2" charset="0"/>
                <a:ea typeface="Inter" panose="02000503000000020004" pitchFamily="2" charset="0"/>
              </a:rPr>
              <a:t>Cosmos</a:t>
            </a:r>
          </a:p>
          <a:p>
            <a:pPr marL="285750" indent="-285750">
              <a:lnSpc>
                <a:spcPct val="150000"/>
              </a:lnSpc>
              <a:buFont typeface="Wingdings" pitchFamily="2" charset="2"/>
              <a:buChar char="v"/>
            </a:pPr>
            <a:r>
              <a:rPr lang="en-US" dirty="0">
                <a:solidFill>
                  <a:schemeClr val="bg1"/>
                </a:solidFill>
                <a:latin typeface="Inter" panose="02000503000000020004" pitchFamily="2" charset="0"/>
                <a:ea typeface="Inter" panose="02000503000000020004" pitchFamily="2" charset="0"/>
              </a:rPr>
              <a:t>Lossless</a:t>
            </a:r>
          </a:p>
          <a:p>
            <a:pPr marL="285750" indent="-285750">
              <a:lnSpc>
                <a:spcPct val="150000"/>
              </a:lnSpc>
              <a:buFont typeface="Wingdings" pitchFamily="2" charset="2"/>
              <a:buChar char="v"/>
            </a:pPr>
            <a:r>
              <a:rPr lang="en-US" dirty="0" err="1">
                <a:solidFill>
                  <a:schemeClr val="bg1"/>
                </a:solidFill>
                <a:latin typeface="Inter" panose="02000503000000020004" pitchFamily="2" charset="0"/>
                <a:ea typeface="Inter" panose="02000503000000020004" pitchFamily="2" charset="0"/>
              </a:rPr>
              <a:t>Chainlink</a:t>
            </a:r>
            <a:endParaRPr lang="en-US" dirty="0">
              <a:solidFill>
                <a:schemeClr val="bg1"/>
              </a:solidFill>
              <a:latin typeface="Inter" panose="02000503000000020004" pitchFamily="2" charset="0"/>
              <a:ea typeface="Inter" panose="02000503000000020004" pitchFamily="2" charset="0"/>
            </a:endParaRPr>
          </a:p>
          <a:p>
            <a:pPr marL="285750" indent="-285750">
              <a:lnSpc>
                <a:spcPct val="150000"/>
              </a:lnSpc>
              <a:buFont typeface="Wingdings" pitchFamily="2" charset="2"/>
              <a:buChar char="v"/>
            </a:pPr>
            <a:r>
              <a:rPr lang="en-US" dirty="0" err="1">
                <a:solidFill>
                  <a:schemeClr val="bg1"/>
                </a:solidFill>
                <a:latin typeface="Inter" panose="02000503000000020004" pitchFamily="2" charset="0"/>
                <a:ea typeface="Inter" panose="02000503000000020004" pitchFamily="2" charset="0"/>
              </a:rPr>
              <a:t>QANplatform</a:t>
            </a:r>
            <a:endParaRPr lang="en-US" dirty="0">
              <a:solidFill>
                <a:schemeClr val="bg1"/>
              </a:solidFill>
              <a:latin typeface="Inter" panose="02000503000000020004" pitchFamily="2" charset="0"/>
              <a:ea typeface="Inter" panose="02000503000000020004" pitchFamily="2" charset="0"/>
            </a:endParaRP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Synergy outperforms all of them across key metrics.</a:t>
            </a:r>
          </a:p>
        </p:txBody>
      </p:sp>
    </p:spTree>
    <p:extLst>
      <p:ext uri="{BB962C8B-B14F-4D97-AF65-F5344CB8AC3E}">
        <p14:creationId xmlns:p14="http://schemas.microsoft.com/office/powerpoint/2010/main" val="15005108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1" fill="hold" grpId="0" nodeType="clickEffect">
                                  <p:stCondLst>
                                    <p:cond delay="0"/>
                                  </p:stCondLst>
                                  <p:iterate type="wd">
                                    <p:tmPct val="10000"/>
                                  </p:iterate>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additive="base">
                                        <p:cTn id="14"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down)">
                                      <p:cBhvr>
                                        <p:cTn id="15" dur="5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grpId="0" nodeType="clickEffect">
                                  <p:stCondLst>
                                    <p:cond delay="0"/>
                                  </p:stCondLst>
                                  <p:iterate type="wd">
                                    <p:tmPct val="10000"/>
                                  </p:iterate>
                                  <p:childTnLst>
                                    <p:set>
                                      <p:cBhvr>
                                        <p:cTn id="19" dur="1" fill="hold">
                                          <p:stCondLst>
                                            <p:cond delay="0"/>
                                          </p:stCondLst>
                                        </p:cTn>
                                        <p:tgtEl>
                                          <p:spTgt spid="9">
                                            <p:txEl>
                                              <p:pRg st="1" end="1"/>
                                            </p:txEl>
                                          </p:spTgt>
                                        </p:tgtEl>
                                        <p:attrNameLst>
                                          <p:attrName>style.visibility</p:attrName>
                                        </p:attrNameLst>
                                      </p:cBhvr>
                                      <p:to>
                                        <p:strVal val="visible"/>
                                      </p:to>
                                    </p:set>
                                    <p:anim calcmode="lin" valueType="num">
                                      <p:cBhvr additive="base">
                                        <p:cTn id="20" dur="500"/>
                                        <p:tgtEl>
                                          <p:spTgt spid="9">
                                            <p:txEl>
                                              <p:pRg st="1" end="1"/>
                                            </p:txEl>
                                          </p:spTgt>
                                        </p:tgtEl>
                                        <p:attrNameLst>
                                          <p:attrName>ppt_y</p:attrName>
                                        </p:attrNameLst>
                                      </p:cBhvr>
                                      <p:tavLst>
                                        <p:tav tm="0">
                                          <p:val>
                                            <p:strVal val="#ppt_y-#ppt_h*1.125000"/>
                                          </p:val>
                                        </p:tav>
                                        <p:tav tm="100000">
                                          <p:val>
                                            <p:strVal val="#ppt_y"/>
                                          </p:val>
                                        </p:tav>
                                      </p:tavLst>
                                    </p:anim>
                                    <p:animEffect transition="in" filter="wipe(down)">
                                      <p:cBhvr>
                                        <p:cTn id="21" dur="500"/>
                                        <p:tgtEl>
                                          <p:spTgt spid="9">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iterate type="wd">
                                    <p:tmPct val="10000"/>
                                  </p:iterate>
                                  <p:childTnLst>
                                    <p:set>
                                      <p:cBhvr>
                                        <p:cTn id="25" dur="1" fill="hold">
                                          <p:stCondLst>
                                            <p:cond delay="0"/>
                                          </p:stCondLst>
                                        </p:cTn>
                                        <p:tgtEl>
                                          <p:spTgt spid="9">
                                            <p:txEl>
                                              <p:pRg st="2" end="2"/>
                                            </p:txEl>
                                          </p:spTgt>
                                        </p:tgtEl>
                                        <p:attrNameLst>
                                          <p:attrName>style.visibility</p:attrName>
                                        </p:attrNameLst>
                                      </p:cBhvr>
                                      <p:to>
                                        <p:strVal val="visible"/>
                                      </p:to>
                                    </p:set>
                                    <p:anim calcmode="lin" valueType="num">
                                      <p:cBhvr additive="base">
                                        <p:cTn id="26"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down)">
                                      <p:cBhvr>
                                        <p:cTn id="27" dur="500"/>
                                        <p:tgtEl>
                                          <p:spTgt spid="9">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iterate type="wd">
                                    <p:tmPct val="10000"/>
                                  </p:iterate>
                                  <p:childTnLst>
                                    <p:set>
                                      <p:cBhvr>
                                        <p:cTn id="31" dur="1" fill="hold">
                                          <p:stCondLst>
                                            <p:cond delay="0"/>
                                          </p:stCondLst>
                                        </p:cTn>
                                        <p:tgtEl>
                                          <p:spTgt spid="9">
                                            <p:txEl>
                                              <p:pRg st="3" end="3"/>
                                            </p:txEl>
                                          </p:spTgt>
                                        </p:tgtEl>
                                        <p:attrNameLst>
                                          <p:attrName>style.visibility</p:attrName>
                                        </p:attrNameLst>
                                      </p:cBhvr>
                                      <p:to>
                                        <p:strVal val="visible"/>
                                      </p:to>
                                    </p:set>
                                    <p:anim calcmode="lin" valueType="num">
                                      <p:cBhvr additive="base">
                                        <p:cTn id="32" dur="500"/>
                                        <p:tgtEl>
                                          <p:spTgt spid="9">
                                            <p:txEl>
                                              <p:pRg st="3" end="3"/>
                                            </p:txEl>
                                          </p:spTgt>
                                        </p:tgtEl>
                                        <p:attrNameLst>
                                          <p:attrName>ppt_y</p:attrName>
                                        </p:attrNameLst>
                                      </p:cBhvr>
                                      <p:tavLst>
                                        <p:tav tm="0">
                                          <p:val>
                                            <p:strVal val="#ppt_y-#ppt_h*1.125000"/>
                                          </p:val>
                                        </p:tav>
                                        <p:tav tm="100000">
                                          <p:val>
                                            <p:strVal val="#ppt_y"/>
                                          </p:val>
                                        </p:tav>
                                      </p:tavLst>
                                    </p:anim>
                                    <p:animEffect transition="in" filter="wipe(down)">
                                      <p:cBhvr>
                                        <p:cTn id="33" dur="500"/>
                                        <p:tgtEl>
                                          <p:spTgt spid="9">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grpId="0" nodeType="clickEffect">
                                  <p:stCondLst>
                                    <p:cond delay="0"/>
                                  </p:stCondLst>
                                  <p:iterate type="wd">
                                    <p:tmPct val="10000"/>
                                  </p:iterate>
                                  <p:childTnLst>
                                    <p:set>
                                      <p:cBhvr>
                                        <p:cTn id="37" dur="1" fill="hold">
                                          <p:stCondLst>
                                            <p:cond delay="0"/>
                                          </p:stCondLst>
                                        </p:cTn>
                                        <p:tgtEl>
                                          <p:spTgt spid="9">
                                            <p:txEl>
                                              <p:pRg st="4" end="4"/>
                                            </p:txEl>
                                          </p:spTgt>
                                        </p:tgtEl>
                                        <p:attrNameLst>
                                          <p:attrName>style.visibility</p:attrName>
                                        </p:attrNameLst>
                                      </p:cBhvr>
                                      <p:to>
                                        <p:strVal val="visible"/>
                                      </p:to>
                                    </p:set>
                                    <p:anim calcmode="lin" valueType="num">
                                      <p:cBhvr additive="base">
                                        <p:cTn id="38" dur="500"/>
                                        <p:tgtEl>
                                          <p:spTgt spid="9">
                                            <p:txEl>
                                              <p:pRg st="4" end="4"/>
                                            </p:txEl>
                                          </p:spTgt>
                                        </p:tgtEl>
                                        <p:attrNameLst>
                                          <p:attrName>ppt_y</p:attrName>
                                        </p:attrNameLst>
                                      </p:cBhvr>
                                      <p:tavLst>
                                        <p:tav tm="0">
                                          <p:val>
                                            <p:strVal val="#ppt_y-#ppt_h*1.125000"/>
                                          </p:val>
                                        </p:tav>
                                        <p:tav tm="100000">
                                          <p:val>
                                            <p:strVal val="#ppt_y"/>
                                          </p:val>
                                        </p:tav>
                                      </p:tavLst>
                                    </p:anim>
                                    <p:animEffect transition="in" filter="wipe(down)">
                                      <p:cBhvr>
                                        <p:cTn id="39" dur="500"/>
                                        <p:tgtEl>
                                          <p:spTgt spid="9">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1" fill="hold" grpId="0" nodeType="clickEffect">
                                  <p:stCondLst>
                                    <p:cond delay="0"/>
                                  </p:stCondLst>
                                  <p:iterate type="wd">
                                    <p:tmPct val="10000"/>
                                  </p:iterate>
                                  <p:childTnLst>
                                    <p:set>
                                      <p:cBhvr>
                                        <p:cTn id="43" dur="1" fill="hold">
                                          <p:stCondLst>
                                            <p:cond delay="0"/>
                                          </p:stCondLst>
                                        </p:cTn>
                                        <p:tgtEl>
                                          <p:spTgt spid="9">
                                            <p:txEl>
                                              <p:pRg st="5" end="5"/>
                                            </p:txEl>
                                          </p:spTgt>
                                        </p:tgtEl>
                                        <p:attrNameLst>
                                          <p:attrName>style.visibility</p:attrName>
                                        </p:attrNameLst>
                                      </p:cBhvr>
                                      <p:to>
                                        <p:strVal val="visible"/>
                                      </p:to>
                                    </p:set>
                                    <p:anim calcmode="lin" valueType="num">
                                      <p:cBhvr additive="base">
                                        <p:cTn id="44" dur="500"/>
                                        <p:tgtEl>
                                          <p:spTgt spid="9">
                                            <p:txEl>
                                              <p:pRg st="5" end="5"/>
                                            </p:txEl>
                                          </p:spTgt>
                                        </p:tgtEl>
                                        <p:attrNameLst>
                                          <p:attrName>ppt_y</p:attrName>
                                        </p:attrNameLst>
                                      </p:cBhvr>
                                      <p:tavLst>
                                        <p:tav tm="0">
                                          <p:val>
                                            <p:strVal val="#ppt_y-#ppt_h*1.125000"/>
                                          </p:val>
                                        </p:tav>
                                        <p:tav tm="100000">
                                          <p:val>
                                            <p:strVal val="#ppt_y"/>
                                          </p:val>
                                        </p:tav>
                                      </p:tavLst>
                                    </p:anim>
                                    <p:animEffect transition="in" filter="wipe(down)">
                                      <p:cBhvr>
                                        <p:cTn id="45" dur="500"/>
                                        <p:tgtEl>
                                          <p:spTgt spid="9">
                                            <p:txEl>
                                              <p:pRg st="5" end="5"/>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1" fill="hold" grpId="0" nodeType="clickEffect">
                                  <p:stCondLst>
                                    <p:cond delay="0"/>
                                  </p:stCondLst>
                                  <p:iterate type="wd">
                                    <p:tmPct val="10000"/>
                                  </p:iterate>
                                  <p:childTnLst>
                                    <p:set>
                                      <p:cBhvr>
                                        <p:cTn id="49" dur="1" fill="hold">
                                          <p:stCondLst>
                                            <p:cond delay="0"/>
                                          </p:stCondLst>
                                        </p:cTn>
                                        <p:tgtEl>
                                          <p:spTgt spid="9">
                                            <p:txEl>
                                              <p:pRg st="6" end="6"/>
                                            </p:txEl>
                                          </p:spTgt>
                                        </p:tgtEl>
                                        <p:attrNameLst>
                                          <p:attrName>style.visibility</p:attrName>
                                        </p:attrNameLst>
                                      </p:cBhvr>
                                      <p:to>
                                        <p:strVal val="visible"/>
                                      </p:to>
                                    </p:set>
                                    <p:anim calcmode="lin" valueType="num">
                                      <p:cBhvr additive="base">
                                        <p:cTn id="50" dur="500"/>
                                        <p:tgtEl>
                                          <p:spTgt spid="9">
                                            <p:txEl>
                                              <p:pRg st="6" end="6"/>
                                            </p:txEl>
                                          </p:spTgt>
                                        </p:tgtEl>
                                        <p:attrNameLst>
                                          <p:attrName>ppt_y</p:attrName>
                                        </p:attrNameLst>
                                      </p:cBhvr>
                                      <p:tavLst>
                                        <p:tav tm="0">
                                          <p:val>
                                            <p:strVal val="#ppt_y-#ppt_h*1.125000"/>
                                          </p:val>
                                        </p:tav>
                                        <p:tav tm="100000">
                                          <p:val>
                                            <p:strVal val="#ppt_y"/>
                                          </p:val>
                                        </p:tav>
                                      </p:tavLst>
                                    </p:anim>
                                    <p:animEffect transition="in" filter="wipe(down)">
                                      <p:cBhvr>
                                        <p:cTn id="51" dur="500"/>
                                        <p:tgtEl>
                                          <p:spTgt spid="9">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1" fill="hold" grpId="0" nodeType="clickEffect">
                                  <p:stCondLst>
                                    <p:cond delay="0"/>
                                  </p:stCondLst>
                                  <p:iterate type="wd">
                                    <p:tmPct val="10000"/>
                                  </p:iterate>
                                  <p:childTnLst>
                                    <p:set>
                                      <p:cBhvr>
                                        <p:cTn id="55" dur="1" fill="hold">
                                          <p:stCondLst>
                                            <p:cond delay="0"/>
                                          </p:stCondLst>
                                        </p:cTn>
                                        <p:tgtEl>
                                          <p:spTgt spid="9">
                                            <p:txEl>
                                              <p:pRg st="8" end="8"/>
                                            </p:txEl>
                                          </p:spTgt>
                                        </p:tgtEl>
                                        <p:attrNameLst>
                                          <p:attrName>style.visibility</p:attrName>
                                        </p:attrNameLst>
                                      </p:cBhvr>
                                      <p:to>
                                        <p:strVal val="visible"/>
                                      </p:to>
                                    </p:set>
                                    <p:anim calcmode="lin" valueType="num">
                                      <p:cBhvr additive="base">
                                        <p:cTn id="56" dur="500"/>
                                        <p:tgtEl>
                                          <p:spTgt spid="9">
                                            <p:txEl>
                                              <p:pRg st="8" end="8"/>
                                            </p:txEl>
                                          </p:spTgt>
                                        </p:tgtEl>
                                        <p:attrNameLst>
                                          <p:attrName>ppt_y</p:attrName>
                                        </p:attrNameLst>
                                      </p:cBhvr>
                                      <p:tavLst>
                                        <p:tav tm="0">
                                          <p:val>
                                            <p:strVal val="#ppt_y-#ppt_h*1.125000"/>
                                          </p:val>
                                        </p:tav>
                                        <p:tav tm="100000">
                                          <p:val>
                                            <p:strVal val="#ppt_y"/>
                                          </p:val>
                                        </p:tav>
                                      </p:tavLst>
                                    </p:anim>
                                    <p:animEffect transition="in" filter="wipe(down)">
                                      <p:cBhvr>
                                        <p:cTn id="57" dur="500"/>
                                        <p:tgtEl>
                                          <p:spTgt spid="9">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xit" presetSubtype="32" fill="hold" grpId="1" nodeType="clickEffect">
                                  <p:stCondLst>
                                    <p:cond delay="0"/>
                                  </p:stCondLst>
                                  <p:childTnLst>
                                    <p:anim calcmode="lin" valueType="num">
                                      <p:cBhvr>
                                        <p:cTn id="61" dur="500"/>
                                        <p:tgtEl>
                                          <p:spTgt spid="8">
                                            <p:txEl>
                                              <p:pRg st="0" end="0"/>
                                            </p:txEl>
                                          </p:spTgt>
                                        </p:tgtEl>
                                        <p:attrNameLst>
                                          <p:attrName>ppt_w</p:attrName>
                                        </p:attrNameLst>
                                      </p:cBhvr>
                                      <p:tavLst>
                                        <p:tav tm="0">
                                          <p:val>
                                            <p:strVal val="ppt_w"/>
                                          </p:val>
                                        </p:tav>
                                        <p:tav tm="100000">
                                          <p:val>
                                            <p:fltVal val="0"/>
                                          </p:val>
                                        </p:tav>
                                      </p:tavLst>
                                    </p:anim>
                                    <p:anim calcmode="lin" valueType="num">
                                      <p:cBhvr>
                                        <p:cTn id="62"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63" dur="500"/>
                                        <p:tgtEl>
                                          <p:spTgt spid="8">
                                            <p:txEl>
                                              <p:pRg st="0" end="0"/>
                                            </p:txEl>
                                          </p:spTgt>
                                        </p:tgtEl>
                                      </p:cBhvr>
                                    </p:animEffect>
                                    <p:set>
                                      <p:cBhvr>
                                        <p:cTn id="64" dur="1" fill="hold">
                                          <p:stCondLst>
                                            <p:cond delay="499"/>
                                          </p:stCondLst>
                                        </p:cTn>
                                        <p:tgtEl>
                                          <p:spTgt spid="8">
                                            <p:txEl>
                                              <p:pRg st="0" end="0"/>
                                            </p:txEl>
                                          </p:spTgt>
                                        </p:tgtEl>
                                        <p:attrNameLst>
                                          <p:attrName>style.visibility</p:attrName>
                                        </p:attrNameLst>
                                      </p:cBhvr>
                                      <p:to>
                                        <p:strVal val="hidden"/>
                                      </p:to>
                                    </p:set>
                                  </p:childTnLst>
                                </p:cTn>
                              </p:par>
                              <p:par>
                                <p:cTn id="65" presetID="53" presetClass="exit" presetSubtype="32" fill="hold" grpId="1" nodeType="withEffect">
                                  <p:stCondLst>
                                    <p:cond delay="0"/>
                                  </p:stCondLst>
                                  <p:iterate type="wd">
                                    <p:tmPct val="0"/>
                                  </p:iterate>
                                  <p:childTnLst>
                                    <p:anim calcmode="lin" valueType="num">
                                      <p:cBhvr>
                                        <p:cTn id="66" dur="500"/>
                                        <p:tgtEl>
                                          <p:spTgt spid="9">
                                            <p:txEl>
                                              <p:pRg st="0" end="0"/>
                                            </p:txEl>
                                          </p:spTgt>
                                        </p:tgtEl>
                                        <p:attrNameLst>
                                          <p:attrName>ppt_w</p:attrName>
                                        </p:attrNameLst>
                                      </p:cBhvr>
                                      <p:tavLst>
                                        <p:tav tm="0">
                                          <p:val>
                                            <p:strVal val="ppt_w"/>
                                          </p:val>
                                        </p:tav>
                                        <p:tav tm="100000">
                                          <p:val>
                                            <p:fltVal val="0"/>
                                          </p:val>
                                        </p:tav>
                                      </p:tavLst>
                                    </p:anim>
                                    <p:anim calcmode="lin" valueType="num">
                                      <p:cBhvr>
                                        <p:cTn id="67" dur="500"/>
                                        <p:tgtEl>
                                          <p:spTgt spid="9">
                                            <p:txEl>
                                              <p:pRg st="0" end="0"/>
                                            </p:txEl>
                                          </p:spTgt>
                                        </p:tgtEl>
                                        <p:attrNameLst>
                                          <p:attrName>ppt_h</p:attrName>
                                        </p:attrNameLst>
                                      </p:cBhvr>
                                      <p:tavLst>
                                        <p:tav tm="0">
                                          <p:val>
                                            <p:strVal val="ppt_h"/>
                                          </p:val>
                                        </p:tav>
                                        <p:tav tm="100000">
                                          <p:val>
                                            <p:fltVal val="0"/>
                                          </p:val>
                                        </p:tav>
                                      </p:tavLst>
                                    </p:anim>
                                    <p:animEffect transition="out" filter="fade">
                                      <p:cBhvr>
                                        <p:cTn id="68" dur="500"/>
                                        <p:tgtEl>
                                          <p:spTgt spid="9">
                                            <p:txEl>
                                              <p:pRg st="0" end="0"/>
                                            </p:txEl>
                                          </p:spTgt>
                                        </p:tgtEl>
                                      </p:cBhvr>
                                    </p:animEffect>
                                    <p:set>
                                      <p:cBhvr>
                                        <p:cTn id="69" dur="1" fill="hold">
                                          <p:stCondLst>
                                            <p:cond delay="499"/>
                                          </p:stCondLst>
                                        </p:cTn>
                                        <p:tgtEl>
                                          <p:spTgt spid="9">
                                            <p:txEl>
                                              <p:pRg st="0" end="0"/>
                                            </p:txEl>
                                          </p:spTgt>
                                        </p:tgtEl>
                                        <p:attrNameLst>
                                          <p:attrName>style.visibility</p:attrName>
                                        </p:attrNameLst>
                                      </p:cBhvr>
                                      <p:to>
                                        <p:strVal val="hidden"/>
                                      </p:to>
                                    </p:set>
                                  </p:childTnLst>
                                </p:cTn>
                              </p:par>
                              <p:par>
                                <p:cTn id="70" presetID="53" presetClass="exit" presetSubtype="32" fill="hold" grpId="1" nodeType="withEffect">
                                  <p:stCondLst>
                                    <p:cond delay="0"/>
                                  </p:stCondLst>
                                  <p:iterate type="wd">
                                    <p:tmPct val="0"/>
                                  </p:iterate>
                                  <p:childTnLst>
                                    <p:anim calcmode="lin" valueType="num">
                                      <p:cBhvr>
                                        <p:cTn id="71" dur="500"/>
                                        <p:tgtEl>
                                          <p:spTgt spid="9">
                                            <p:txEl>
                                              <p:pRg st="1" end="1"/>
                                            </p:txEl>
                                          </p:spTgt>
                                        </p:tgtEl>
                                        <p:attrNameLst>
                                          <p:attrName>ppt_w</p:attrName>
                                        </p:attrNameLst>
                                      </p:cBhvr>
                                      <p:tavLst>
                                        <p:tav tm="0">
                                          <p:val>
                                            <p:strVal val="ppt_w"/>
                                          </p:val>
                                        </p:tav>
                                        <p:tav tm="100000">
                                          <p:val>
                                            <p:fltVal val="0"/>
                                          </p:val>
                                        </p:tav>
                                      </p:tavLst>
                                    </p:anim>
                                    <p:anim calcmode="lin" valueType="num">
                                      <p:cBhvr>
                                        <p:cTn id="72" dur="500"/>
                                        <p:tgtEl>
                                          <p:spTgt spid="9">
                                            <p:txEl>
                                              <p:pRg st="1" end="1"/>
                                            </p:txEl>
                                          </p:spTgt>
                                        </p:tgtEl>
                                        <p:attrNameLst>
                                          <p:attrName>ppt_h</p:attrName>
                                        </p:attrNameLst>
                                      </p:cBhvr>
                                      <p:tavLst>
                                        <p:tav tm="0">
                                          <p:val>
                                            <p:strVal val="ppt_h"/>
                                          </p:val>
                                        </p:tav>
                                        <p:tav tm="100000">
                                          <p:val>
                                            <p:fltVal val="0"/>
                                          </p:val>
                                        </p:tav>
                                      </p:tavLst>
                                    </p:anim>
                                    <p:animEffect transition="out" filter="fade">
                                      <p:cBhvr>
                                        <p:cTn id="73" dur="500"/>
                                        <p:tgtEl>
                                          <p:spTgt spid="9">
                                            <p:txEl>
                                              <p:pRg st="1" end="1"/>
                                            </p:txEl>
                                          </p:spTgt>
                                        </p:tgtEl>
                                      </p:cBhvr>
                                    </p:animEffect>
                                    <p:set>
                                      <p:cBhvr>
                                        <p:cTn id="74" dur="1" fill="hold">
                                          <p:stCondLst>
                                            <p:cond delay="499"/>
                                          </p:stCondLst>
                                        </p:cTn>
                                        <p:tgtEl>
                                          <p:spTgt spid="9">
                                            <p:txEl>
                                              <p:pRg st="1" end="1"/>
                                            </p:txEl>
                                          </p:spTgt>
                                        </p:tgtEl>
                                        <p:attrNameLst>
                                          <p:attrName>style.visibility</p:attrName>
                                        </p:attrNameLst>
                                      </p:cBhvr>
                                      <p:to>
                                        <p:strVal val="hidden"/>
                                      </p:to>
                                    </p:set>
                                  </p:childTnLst>
                                </p:cTn>
                              </p:par>
                              <p:par>
                                <p:cTn id="75" presetID="53" presetClass="exit" presetSubtype="32" fill="hold" grpId="1" nodeType="withEffect">
                                  <p:stCondLst>
                                    <p:cond delay="0"/>
                                  </p:stCondLst>
                                  <p:iterate type="wd">
                                    <p:tmPct val="0"/>
                                  </p:iterate>
                                  <p:childTnLst>
                                    <p:anim calcmode="lin" valueType="num">
                                      <p:cBhvr>
                                        <p:cTn id="76" dur="500"/>
                                        <p:tgtEl>
                                          <p:spTgt spid="9">
                                            <p:txEl>
                                              <p:pRg st="2" end="2"/>
                                            </p:txEl>
                                          </p:spTgt>
                                        </p:tgtEl>
                                        <p:attrNameLst>
                                          <p:attrName>ppt_w</p:attrName>
                                        </p:attrNameLst>
                                      </p:cBhvr>
                                      <p:tavLst>
                                        <p:tav tm="0">
                                          <p:val>
                                            <p:strVal val="ppt_w"/>
                                          </p:val>
                                        </p:tav>
                                        <p:tav tm="100000">
                                          <p:val>
                                            <p:fltVal val="0"/>
                                          </p:val>
                                        </p:tav>
                                      </p:tavLst>
                                    </p:anim>
                                    <p:anim calcmode="lin" valueType="num">
                                      <p:cBhvr>
                                        <p:cTn id="77" dur="500"/>
                                        <p:tgtEl>
                                          <p:spTgt spid="9">
                                            <p:txEl>
                                              <p:pRg st="2" end="2"/>
                                            </p:txEl>
                                          </p:spTgt>
                                        </p:tgtEl>
                                        <p:attrNameLst>
                                          <p:attrName>ppt_h</p:attrName>
                                        </p:attrNameLst>
                                      </p:cBhvr>
                                      <p:tavLst>
                                        <p:tav tm="0">
                                          <p:val>
                                            <p:strVal val="ppt_h"/>
                                          </p:val>
                                        </p:tav>
                                        <p:tav tm="100000">
                                          <p:val>
                                            <p:fltVal val="0"/>
                                          </p:val>
                                        </p:tav>
                                      </p:tavLst>
                                    </p:anim>
                                    <p:animEffect transition="out" filter="fade">
                                      <p:cBhvr>
                                        <p:cTn id="78" dur="500"/>
                                        <p:tgtEl>
                                          <p:spTgt spid="9">
                                            <p:txEl>
                                              <p:pRg st="2" end="2"/>
                                            </p:txEl>
                                          </p:spTgt>
                                        </p:tgtEl>
                                      </p:cBhvr>
                                    </p:animEffect>
                                    <p:set>
                                      <p:cBhvr>
                                        <p:cTn id="79" dur="1" fill="hold">
                                          <p:stCondLst>
                                            <p:cond delay="499"/>
                                          </p:stCondLst>
                                        </p:cTn>
                                        <p:tgtEl>
                                          <p:spTgt spid="9">
                                            <p:txEl>
                                              <p:pRg st="2" end="2"/>
                                            </p:txEl>
                                          </p:spTgt>
                                        </p:tgtEl>
                                        <p:attrNameLst>
                                          <p:attrName>style.visibility</p:attrName>
                                        </p:attrNameLst>
                                      </p:cBhvr>
                                      <p:to>
                                        <p:strVal val="hidden"/>
                                      </p:to>
                                    </p:set>
                                  </p:childTnLst>
                                </p:cTn>
                              </p:par>
                              <p:par>
                                <p:cTn id="80" presetID="53" presetClass="exit" presetSubtype="32" fill="hold" grpId="1" nodeType="withEffect">
                                  <p:stCondLst>
                                    <p:cond delay="0"/>
                                  </p:stCondLst>
                                  <p:iterate type="wd">
                                    <p:tmPct val="0"/>
                                  </p:iterate>
                                  <p:childTnLst>
                                    <p:anim calcmode="lin" valueType="num">
                                      <p:cBhvr>
                                        <p:cTn id="81" dur="500"/>
                                        <p:tgtEl>
                                          <p:spTgt spid="9">
                                            <p:txEl>
                                              <p:pRg st="3" end="3"/>
                                            </p:txEl>
                                          </p:spTgt>
                                        </p:tgtEl>
                                        <p:attrNameLst>
                                          <p:attrName>ppt_w</p:attrName>
                                        </p:attrNameLst>
                                      </p:cBhvr>
                                      <p:tavLst>
                                        <p:tav tm="0">
                                          <p:val>
                                            <p:strVal val="ppt_w"/>
                                          </p:val>
                                        </p:tav>
                                        <p:tav tm="100000">
                                          <p:val>
                                            <p:fltVal val="0"/>
                                          </p:val>
                                        </p:tav>
                                      </p:tavLst>
                                    </p:anim>
                                    <p:anim calcmode="lin" valueType="num">
                                      <p:cBhvr>
                                        <p:cTn id="82" dur="500"/>
                                        <p:tgtEl>
                                          <p:spTgt spid="9">
                                            <p:txEl>
                                              <p:pRg st="3" end="3"/>
                                            </p:txEl>
                                          </p:spTgt>
                                        </p:tgtEl>
                                        <p:attrNameLst>
                                          <p:attrName>ppt_h</p:attrName>
                                        </p:attrNameLst>
                                      </p:cBhvr>
                                      <p:tavLst>
                                        <p:tav tm="0">
                                          <p:val>
                                            <p:strVal val="ppt_h"/>
                                          </p:val>
                                        </p:tav>
                                        <p:tav tm="100000">
                                          <p:val>
                                            <p:fltVal val="0"/>
                                          </p:val>
                                        </p:tav>
                                      </p:tavLst>
                                    </p:anim>
                                    <p:animEffect transition="out" filter="fade">
                                      <p:cBhvr>
                                        <p:cTn id="83" dur="500"/>
                                        <p:tgtEl>
                                          <p:spTgt spid="9">
                                            <p:txEl>
                                              <p:pRg st="3" end="3"/>
                                            </p:txEl>
                                          </p:spTgt>
                                        </p:tgtEl>
                                      </p:cBhvr>
                                    </p:animEffect>
                                    <p:set>
                                      <p:cBhvr>
                                        <p:cTn id="84" dur="1" fill="hold">
                                          <p:stCondLst>
                                            <p:cond delay="499"/>
                                          </p:stCondLst>
                                        </p:cTn>
                                        <p:tgtEl>
                                          <p:spTgt spid="9">
                                            <p:txEl>
                                              <p:pRg st="3" end="3"/>
                                            </p:txEl>
                                          </p:spTgt>
                                        </p:tgtEl>
                                        <p:attrNameLst>
                                          <p:attrName>style.visibility</p:attrName>
                                        </p:attrNameLst>
                                      </p:cBhvr>
                                      <p:to>
                                        <p:strVal val="hidden"/>
                                      </p:to>
                                    </p:set>
                                  </p:childTnLst>
                                </p:cTn>
                              </p:par>
                              <p:par>
                                <p:cTn id="85" presetID="53" presetClass="exit" presetSubtype="32" fill="hold" grpId="1" nodeType="withEffect">
                                  <p:stCondLst>
                                    <p:cond delay="0"/>
                                  </p:stCondLst>
                                  <p:iterate type="wd">
                                    <p:tmPct val="0"/>
                                  </p:iterate>
                                  <p:childTnLst>
                                    <p:anim calcmode="lin" valueType="num">
                                      <p:cBhvr>
                                        <p:cTn id="86" dur="500"/>
                                        <p:tgtEl>
                                          <p:spTgt spid="9">
                                            <p:txEl>
                                              <p:pRg st="4" end="4"/>
                                            </p:txEl>
                                          </p:spTgt>
                                        </p:tgtEl>
                                        <p:attrNameLst>
                                          <p:attrName>ppt_w</p:attrName>
                                        </p:attrNameLst>
                                      </p:cBhvr>
                                      <p:tavLst>
                                        <p:tav tm="0">
                                          <p:val>
                                            <p:strVal val="ppt_w"/>
                                          </p:val>
                                        </p:tav>
                                        <p:tav tm="100000">
                                          <p:val>
                                            <p:fltVal val="0"/>
                                          </p:val>
                                        </p:tav>
                                      </p:tavLst>
                                    </p:anim>
                                    <p:anim calcmode="lin" valueType="num">
                                      <p:cBhvr>
                                        <p:cTn id="87" dur="500"/>
                                        <p:tgtEl>
                                          <p:spTgt spid="9">
                                            <p:txEl>
                                              <p:pRg st="4" end="4"/>
                                            </p:txEl>
                                          </p:spTgt>
                                        </p:tgtEl>
                                        <p:attrNameLst>
                                          <p:attrName>ppt_h</p:attrName>
                                        </p:attrNameLst>
                                      </p:cBhvr>
                                      <p:tavLst>
                                        <p:tav tm="0">
                                          <p:val>
                                            <p:strVal val="ppt_h"/>
                                          </p:val>
                                        </p:tav>
                                        <p:tav tm="100000">
                                          <p:val>
                                            <p:fltVal val="0"/>
                                          </p:val>
                                        </p:tav>
                                      </p:tavLst>
                                    </p:anim>
                                    <p:animEffect transition="out" filter="fade">
                                      <p:cBhvr>
                                        <p:cTn id="88" dur="500"/>
                                        <p:tgtEl>
                                          <p:spTgt spid="9">
                                            <p:txEl>
                                              <p:pRg st="4" end="4"/>
                                            </p:txEl>
                                          </p:spTgt>
                                        </p:tgtEl>
                                      </p:cBhvr>
                                    </p:animEffect>
                                    <p:set>
                                      <p:cBhvr>
                                        <p:cTn id="89" dur="1" fill="hold">
                                          <p:stCondLst>
                                            <p:cond delay="499"/>
                                          </p:stCondLst>
                                        </p:cTn>
                                        <p:tgtEl>
                                          <p:spTgt spid="9">
                                            <p:txEl>
                                              <p:pRg st="4" end="4"/>
                                            </p:txEl>
                                          </p:spTgt>
                                        </p:tgtEl>
                                        <p:attrNameLst>
                                          <p:attrName>style.visibility</p:attrName>
                                        </p:attrNameLst>
                                      </p:cBhvr>
                                      <p:to>
                                        <p:strVal val="hidden"/>
                                      </p:to>
                                    </p:set>
                                  </p:childTnLst>
                                </p:cTn>
                              </p:par>
                              <p:par>
                                <p:cTn id="90" presetID="53" presetClass="exit" presetSubtype="32" fill="hold" grpId="1" nodeType="withEffect">
                                  <p:stCondLst>
                                    <p:cond delay="0"/>
                                  </p:stCondLst>
                                  <p:iterate type="wd">
                                    <p:tmPct val="0"/>
                                  </p:iterate>
                                  <p:childTnLst>
                                    <p:anim calcmode="lin" valueType="num">
                                      <p:cBhvr>
                                        <p:cTn id="91" dur="500"/>
                                        <p:tgtEl>
                                          <p:spTgt spid="9">
                                            <p:txEl>
                                              <p:pRg st="5" end="5"/>
                                            </p:txEl>
                                          </p:spTgt>
                                        </p:tgtEl>
                                        <p:attrNameLst>
                                          <p:attrName>ppt_w</p:attrName>
                                        </p:attrNameLst>
                                      </p:cBhvr>
                                      <p:tavLst>
                                        <p:tav tm="0">
                                          <p:val>
                                            <p:strVal val="ppt_w"/>
                                          </p:val>
                                        </p:tav>
                                        <p:tav tm="100000">
                                          <p:val>
                                            <p:fltVal val="0"/>
                                          </p:val>
                                        </p:tav>
                                      </p:tavLst>
                                    </p:anim>
                                    <p:anim calcmode="lin" valueType="num">
                                      <p:cBhvr>
                                        <p:cTn id="92" dur="500"/>
                                        <p:tgtEl>
                                          <p:spTgt spid="9">
                                            <p:txEl>
                                              <p:pRg st="5" end="5"/>
                                            </p:txEl>
                                          </p:spTgt>
                                        </p:tgtEl>
                                        <p:attrNameLst>
                                          <p:attrName>ppt_h</p:attrName>
                                        </p:attrNameLst>
                                      </p:cBhvr>
                                      <p:tavLst>
                                        <p:tav tm="0">
                                          <p:val>
                                            <p:strVal val="ppt_h"/>
                                          </p:val>
                                        </p:tav>
                                        <p:tav tm="100000">
                                          <p:val>
                                            <p:fltVal val="0"/>
                                          </p:val>
                                        </p:tav>
                                      </p:tavLst>
                                    </p:anim>
                                    <p:animEffect transition="out" filter="fade">
                                      <p:cBhvr>
                                        <p:cTn id="93" dur="500"/>
                                        <p:tgtEl>
                                          <p:spTgt spid="9">
                                            <p:txEl>
                                              <p:pRg st="5" end="5"/>
                                            </p:txEl>
                                          </p:spTgt>
                                        </p:tgtEl>
                                      </p:cBhvr>
                                    </p:animEffect>
                                    <p:set>
                                      <p:cBhvr>
                                        <p:cTn id="94" dur="1" fill="hold">
                                          <p:stCondLst>
                                            <p:cond delay="499"/>
                                          </p:stCondLst>
                                        </p:cTn>
                                        <p:tgtEl>
                                          <p:spTgt spid="9">
                                            <p:txEl>
                                              <p:pRg st="5" end="5"/>
                                            </p:txEl>
                                          </p:spTgt>
                                        </p:tgtEl>
                                        <p:attrNameLst>
                                          <p:attrName>style.visibility</p:attrName>
                                        </p:attrNameLst>
                                      </p:cBhvr>
                                      <p:to>
                                        <p:strVal val="hidden"/>
                                      </p:to>
                                    </p:set>
                                  </p:childTnLst>
                                </p:cTn>
                              </p:par>
                              <p:par>
                                <p:cTn id="95" presetID="53" presetClass="exit" presetSubtype="32" fill="hold" grpId="1" nodeType="withEffect">
                                  <p:stCondLst>
                                    <p:cond delay="0"/>
                                  </p:stCondLst>
                                  <p:iterate type="wd">
                                    <p:tmPct val="0"/>
                                  </p:iterate>
                                  <p:childTnLst>
                                    <p:anim calcmode="lin" valueType="num">
                                      <p:cBhvr>
                                        <p:cTn id="96" dur="500"/>
                                        <p:tgtEl>
                                          <p:spTgt spid="9">
                                            <p:txEl>
                                              <p:pRg st="6" end="6"/>
                                            </p:txEl>
                                          </p:spTgt>
                                        </p:tgtEl>
                                        <p:attrNameLst>
                                          <p:attrName>ppt_w</p:attrName>
                                        </p:attrNameLst>
                                      </p:cBhvr>
                                      <p:tavLst>
                                        <p:tav tm="0">
                                          <p:val>
                                            <p:strVal val="ppt_w"/>
                                          </p:val>
                                        </p:tav>
                                        <p:tav tm="100000">
                                          <p:val>
                                            <p:fltVal val="0"/>
                                          </p:val>
                                        </p:tav>
                                      </p:tavLst>
                                    </p:anim>
                                    <p:anim calcmode="lin" valueType="num">
                                      <p:cBhvr>
                                        <p:cTn id="97" dur="500"/>
                                        <p:tgtEl>
                                          <p:spTgt spid="9">
                                            <p:txEl>
                                              <p:pRg st="6" end="6"/>
                                            </p:txEl>
                                          </p:spTgt>
                                        </p:tgtEl>
                                        <p:attrNameLst>
                                          <p:attrName>ppt_h</p:attrName>
                                        </p:attrNameLst>
                                      </p:cBhvr>
                                      <p:tavLst>
                                        <p:tav tm="0">
                                          <p:val>
                                            <p:strVal val="ppt_h"/>
                                          </p:val>
                                        </p:tav>
                                        <p:tav tm="100000">
                                          <p:val>
                                            <p:fltVal val="0"/>
                                          </p:val>
                                        </p:tav>
                                      </p:tavLst>
                                    </p:anim>
                                    <p:animEffect transition="out" filter="fade">
                                      <p:cBhvr>
                                        <p:cTn id="98" dur="500"/>
                                        <p:tgtEl>
                                          <p:spTgt spid="9">
                                            <p:txEl>
                                              <p:pRg st="6" end="6"/>
                                            </p:txEl>
                                          </p:spTgt>
                                        </p:tgtEl>
                                      </p:cBhvr>
                                    </p:animEffect>
                                    <p:set>
                                      <p:cBhvr>
                                        <p:cTn id="99" dur="1" fill="hold">
                                          <p:stCondLst>
                                            <p:cond delay="499"/>
                                          </p:stCondLst>
                                        </p:cTn>
                                        <p:tgtEl>
                                          <p:spTgt spid="9">
                                            <p:txEl>
                                              <p:pRg st="6" end="6"/>
                                            </p:txEl>
                                          </p:spTgt>
                                        </p:tgtEl>
                                        <p:attrNameLst>
                                          <p:attrName>style.visibility</p:attrName>
                                        </p:attrNameLst>
                                      </p:cBhvr>
                                      <p:to>
                                        <p:strVal val="hidden"/>
                                      </p:to>
                                    </p:set>
                                  </p:childTnLst>
                                </p:cTn>
                              </p:par>
                              <p:par>
                                <p:cTn id="100" presetID="53" presetClass="exit" presetSubtype="32" fill="hold" grpId="1" nodeType="withEffect">
                                  <p:stCondLst>
                                    <p:cond delay="0"/>
                                  </p:stCondLst>
                                  <p:iterate type="wd">
                                    <p:tmPct val="0"/>
                                  </p:iterate>
                                  <p:childTnLst>
                                    <p:anim calcmode="lin" valueType="num">
                                      <p:cBhvr>
                                        <p:cTn id="101" dur="500"/>
                                        <p:tgtEl>
                                          <p:spTgt spid="9">
                                            <p:txEl>
                                              <p:pRg st="8" end="8"/>
                                            </p:txEl>
                                          </p:spTgt>
                                        </p:tgtEl>
                                        <p:attrNameLst>
                                          <p:attrName>ppt_w</p:attrName>
                                        </p:attrNameLst>
                                      </p:cBhvr>
                                      <p:tavLst>
                                        <p:tav tm="0">
                                          <p:val>
                                            <p:strVal val="ppt_w"/>
                                          </p:val>
                                        </p:tav>
                                        <p:tav tm="100000">
                                          <p:val>
                                            <p:fltVal val="0"/>
                                          </p:val>
                                        </p:tav>
                                      </p:tavLst>
                                    </p:anim>
                                    <p:anim calcmode="lin" valueType="num">
                                      <p:cBhvr>
                                        <p:cTn id="102" dur="500"/>
                                        <p:tgtEl>
                                          <p:spTgt spid="9">
                                            <p:txEl>
                                              <p:pRg st="8" end="8"/>
                                            </p:txEl>
                                          </p:spTgt>
                                        </p:tgtEl>
                                        <p:attrNameLst>
                                          <p:attrName>ppt_h</p:attrName>
                                        </p:attrNameLst>
                                      </p:cBhvr>
                                      <p:tavLst>
                                        <p:tav tm="0">
                                          <p:val>
                                            <p:strVal val="ppt_h"/>
                                          </p:val>
                                        </p:tav>
                                        <p:tav tm="100000">
                                          <p:val>
                                            <p:fltVal val="0"/>
                                          </p:val>
                                        </p:tav>
                                      </p:tavLst>
                                    </p:anim>
                                    <p:animEffect transition="out" filter="fade">
                                      <p:cBhvr>
                                        <p:cTn id="103" dur="500"/>
                                        <p:tgtEl>
                                          <p:spTgt spid="9">
                                            <p:txEl>
                                              <p:pRg st="8" end="8"/>
                                            </p:txEl>
                                          </p:spTgt>
                                        </p:tgtEl>
                                      </p:cBhvr>
                                    </p:animEffect>
                                    <p:set>
                                      <p:cBhvr>
                                        <p:cTn id="104" dur="1" fill="hold">
                                          <p:stCondLst>
                                            <p:cond delay="499"/>
                                          </p:stCondLst>
                                        </p:cTn>
                                        <p:tgtEl>
                                          <p:spTgt spid="9">
                                            <p:txEl>
                                              <p:pRg st="8" end="8"/>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8" grpId="1" build="allAtOnce"/>
      <p:bldP spid="9" grpId="0" build="allAtOnce"/>
      <p:bldP spid="9" grpId="1" build="allAtOnce"/>
    </p:bldLst>
  </p:timing>
</p:sld>
</file>

<file path=ppt/slides/slide52.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BABB6173-64E3-6B73-E0E1-6A07A3605ED7}"/>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D64C99EF-56A3-6C38-2A51-E09A35E58148}"/>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7BF28042-D92A-9B47-AC1F-7425B8C41D50}"/>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D802E273-BA0B-5907-5BFC-3D9D28174AC2}"/>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F9E7050F-4D5B-558A-95CD-9FC8A82C3528}"/>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34E9C0BA-4383-118D-6D95-A174257F7C01}"/>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B226BC01-D949-73B7-9D06-CCC47AA96120}"/>
              </a:ext>
            </a:extLst>
          </p:cNvPr>
          <p:cNvSpPr/>
          <p:nvPr/>
        </p:nvSpPr>
        <p:spPr>
          <a:xfrm>
            <a:off x="1219473" y="1677082"/>
            <a:ext cx="6705054" cy="4177119"/>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C4191A38-27A0-B3C2-D318-33231C4B6DA2}"/>
              </a:ext>
            </a:extLst>
          </p:cNvPr>
          <p:cNvSpPr/>
          <p:nvPr/>
        </p:nvSpPr>
        <p:spPr>
          <a:xfrm>
            <a:off x="1219473" y="904672"/>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7B213D1-B0EA-43DF-5216-5BE35DEB79A6}"/>
              </a:ext>
            </a:extLst>
          </p:cNvPr>
          <p:cNvSpPr txBox="1"/>
          <p:nvPr/>
        </p:nvSpPr>
        <p:spPr>
          <a:xfrm>
            <a:off x="1184078" y="100360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Competitor Weaknesses</a:t>
            </a:r>
            <a:endParaRPr lang="en-US" sz="2000" b="1" spc="300" dirty="0">
              <a:solidFill>
                <a:schemeClr val="bg1"/>
              </a:solidFill>
              <a:latin typeface="Orbitron Black" pitchFamily="2" charset="0"/>
            </a:endParaRPr>
          </a:p>
        </p:txBody>
      </p:sp>
      <p:sp>
        <p:nvSpPr>
          <p:cNvPr id="9" name="TextBox 8">
            <a:extLst>
              <a:ext uri="{FF2B5EF4-FFF2-40B4-BE49-F238E27FC236}">
                <a16:creationId xmlns:a16="http://schemas.microsoft.com/office/drawing/2014/main" id="{2FEBF4DE-F408-2525-14D3-7E1CB734FB22}"/>
              </a:ext>
            </a:extLst>
          </p:cNvPr>
          <p:cNvSpPr txBox="1"/>
          <p:nvPr/>
        </p:nvSpPr>
        <p:spPr>
          <a:xfrm>
            <a:off x="1641290" y="2203657"/>
            <a:ext cx="6063021" cy="3139321"/>
          </a:xfrm>
          <a:prstGeom prst="rect">
            <a:avLst/>
          </a:prstGeom>
          <a:noFill/>
        </p:spPr>
        <p:txBody>
          <a:bodyPr wrap="square" rtlCol="0" anchor="ctr">
            <a:spAutoFit/>
          </a:bodyPr>
          <a:lstStyle/>
          <a:p>
            <a:pPr marL="285750" indent="-285750">
              <a:buFont typeface="Wingdings" pitchFamily="2" charset="2"/>
              <a:buChar char="v"/>
            </a:pPr>
            <a:r>
              <a:rPr lang="en-US" dirty="0" err="1">
                <a:solidFill>
                  <a:schemeClr val="bg1"/>
                </a:solidFill>
                <a:latin typeface="Inter" panose="02000503000000020004" pitchFamily="2" charset="0"/>
                <a:ea typeface="Inter" panose="02000503000000020004" pitchFamily="2" charset="0"/>
              </a:rPr>
              <a:t>Polkadot</a:t>
            </a:r>
            <a:r>
              <a:rPr lang="en-US" dirty="0">
                <a:solidFill>
                  <a:schemeClr val="bg1"/>
                </a:solidFill>
                <a:latin typeface="Inter" panose="02000503000000020004" pitchFamily="2" charset="0"/>
                <a:ea typeface="Inter" panose="02000503000000020004" pitchFamily="2" charset="0"/>
              </a:rPr>
              <a:t>: insecure bridges, outdated cryptography</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err="1">
                <a:solidFill>
                  <a:schemeClr val="bg1"/>
                </a:solidFill>
                <a:latin typeface="Inter" panose="02000503000000020004" pitchFamily="2" charset="0"/>
                <a:ea typeface="Inter" panose="02000503000000020004" pitchFamily="2" charset="0"/>
              </a:rPr>
              <a:t>Axelar</a:t>
            </a:r>
            <a:r>
              <a:rPr lang="en-US" dirty="0">
                <a:solidFill>
                  <a:schemeClr val="bg1"/>
                </a:solidFill>
                <a:latin typeface="Inter" panose="02000503000000020004" pitchFamily="2" charset="0"/>
                <a:ea typeface="Inter" panose="02000503000000020004" pitchFamily="2" charset="0"/>
              </a:rPr>
              <a:t>: centralized </a:t>
            </a:r>
            <a:r>
              <a:rPr lang="en-US" dirty="0" err="1">
                <a:solidFill>
                  <a:schemeClr val="bg1"/>
                </a:solidFill>
                <a:latin typeface="Inter" panose="02000503000000020004" pitchFamily="2" charset="0"/>
                <a:ea typeface="Inter" panose="02000503000000020004" pitchFamily="2" charset="0"/>
              </a:rPr>
              <a:t>relayers</a:t>
            </a: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err="1">
                <a:solidFill>
                  <a:schemeClr val="bg1"/>
                </a:solidFill>
                <a:latin typeface="Inter" panose="02000503000000020004" pitchFamily="2" charset="0"/>
                <a:ea typeface="Inter" panose="02000503000000020004" pitchFamily="2" charset="0"/>
              </a:rPr>
              <a:t>LayerZero</a:t>
            </a:r>
            <a:r>
              <a:rPr lang="en-US" dirty="0">
                <a:solidFill>
                  <a:schemeClr val="bg1"/>
                </a:solidFill>
                <a:latin typeface="Inter" panose="02000503000000020004" pitchFamily="2" charset="0"/>
                <a:ea typeface="Inter" panose="02000503000000020004" pitchFamily="2" charset="0"/>
              </a:rPr>
              <a:t>: relies on third-party oracles</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Cosmos: fragmented security</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Lossless: limited to fraud detection, not prevention</a:t>
            </a:r>
          </a:p>
          <a:p>
            <a:pPr marL="285750" indent="-285750">
              <a:buFont typeface="Wingdings" pitchFamily="2" charset="2"/>
              <a:buChar char="v"/>
            </a:pPr>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QAN: PQC claims unproven</a:t>
            </a:r>
          </a:p>
        </p:txBody>
      </p:sp>
    </p:spTree>
    <p:extLst>
      <p:ext uri="{BB962C8B-B14F-4D97-AF65-F5344CB8AC3E}">
        <p14:creationId xmlns:p14="http://schemas.microsoft.com/office/powerpoint/2010/main" val="18281444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1" fill="hold" grpId="0" nodeType="clickEffect">
                                  <p:stCondLst>
                                    <p:cond delay="0"/>
                                  </p:stCondLst>
                                  <p:iterate type="wd">
                                    <p:tmPct val="10000"/>
                                  </p:iterate>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additive="base">
                                        <p:cTn id="14"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down)">
                                      <p:cBhvr>
                                        <p:cTn id="15" dur="5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grpId="0" nodeType="clickEffect">
                                  <p:stCondLst>
                                    <p:cond delay="0"/>
                                  </p:stCondLst>
                                  <p:iterate type="wd">
                                    <p:tmPct val="10000"/>
                                  </p:iterate>
                                  <p:childTnLst>
                                    <p:set>
                                      <p:cBhvr>
                                        <p:cTn id="19" dur="1" fill="hold">
                                          <p:stCondLst>
                                            <p:cond delay="0"/>
                                          </p:stCondLst>
                                        </p:cTn>
                                        <p:tgtEl>
                                          <p:spTgt spid="9">
                                            <p:txEl>
                                              <p:pRg st="2" end="2"/>
                                            </p:txEl>
                                          </p:spTgt>
                                        </p:tgtEl>
                                        <p:attrNameLst>
                                          <p:attrName>style.visibility</p:attrName>
                                        </p:attrNameLst>
                                      </p:cBhvr>
                                      <p:to>
                                        <p:strVal val="visible"/>
                                      </p:to>
                                    </p:set>
                                    <p:anim calcmode="lin" valueType="num">
                                      <p:cBhvr additive="base">
                                        <p:cTn id="20"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down)">
                                      <p:cBhvr>
                                        <p:cTn id="21" dur="500"/>
                                        <p:tgtEl>
                                          <p:spTgt spid="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iterate type="wd">
                                    <p:tmPct val="10000"/>
                                  </p:iterate>
                                  <p:childTnLst>
                                    <p:set>
                                      <p:cBhvr>
                                        <p:cTn id="25" dur="1" fill="hold">
                                          <p:stCondLst>
                                            <p:cond delay="0"/>
                                          </p:stCondLst>
                                        </p:cTn>
                                        <p:tgtEl>
                                          <p:spTgt spid="9">
                                            <p:txEl>
                                              <p:pRg st="4" end="4"/>
                                            </p:txEl>
                                          </p:spTgt>
                                        </p:tgtEl>
                                        <p:attrNameLst>
                                          <p:attrName>style.visibility</p:attrName>
                                        </p:attrNameLst>
                                      </p:cBhvr>
                                      <p:to>
                                        <p:strVal val="visible"/>
                                      </p:to>
                                    </p:set>
                                    <p:anim calcmode="lin" valueType="num">
                                      <p:cBhvr additive="base">
                                        <p:cTn id="26" dur="500"/>
                                        <p:tgtEl>
                                          <p:spTgt spid="9">
                                            <p:txEl>
                                              <p:pRg st="4" end="4"/>
                                            </p:txEl>
                                          </p:spTgt>
                                        </p:tgtEl>
                                        <p:attrNameLst>
                                          <p:attrName>ppt_y</p:attrName>
                                        </p:attrNameLst>
                                      </p:cBhvr>
                                      <p:tavLst>
                                        <p:tav tm="0">
                                          <p:val>
                                            <p:strVal val="#ppt_y-#ppt_h*1.125000"/>
                                          </p:val>
                                        </p:tav>
                                        <p:tav tm="100000">
                                          <p:val>
                                            <p:strVal val="#ppt_y"/>
                                          </p:val>
                                        </p:tav>
                                      </p:tavLst>
                                    </p:anim>
                                    <p:animEffect transition="in" filter="wipe(down)">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iterate type="wd">
                                    <p:tmPct val="10000"/>
                                  </p:iterate>
                                  <p:childTnLst>
                                    <p:set>
                                      <p:cBhvr>
                                        <p:cTn id="31" dur="1" fill="hold">
                                          <p:stCondLst>
                                            <p:cond delay="0"/>
                                          </p:stCondLst>
                                        </p:cTn>
                                        <p:tgtEl>
                                          <p:spTgt spid="9">
                                            <p:txEl>
                                              <p:pRg st="6" end="6"/>
                                            </p:txEl>
                                          </p:spTgt>
                                        </p:tgtEl>
                                        <p:attrNameLst>
                                          <p:attrName>style.visibility</p:attrName>
                                        </p:attrNameLst>
                                      </p:cBhvr>
                                      <p:to>
                                        <p:strVal val="visible"/>
                                      </p:to>
                                    </p:set>
                                    <p:anim calcmode="lin" valueType="num">
                                      <p:cBhvr additive="base">
                                        <p:cTn id="32" dur="500"/>
                                        <p:tgtEl>
                                          <p:spTgt spid="9">
                                            <p:txEl>
                                              <p:pRg st="6" end="6"/>
                                            </p:txEl>
                                          </p:spTgt>
                                        </p:tgtEl>
                                        <p:attrNameLst>
                                          <p:attrName>ppt_y</p:attrName>
                                        </p:attrNameLst>
                                      </p:cBhvr>
                                      <p:tavLst>
                                        <p:tav tm="0">
                                          <p:val>
                                            <p:strVal val="#ppt_y-#ppt_h*1.125000"/>
                                          </p:val>
                                        </p:tav>
                                        <p:tav tm="100000">
                                          <p:val>
                                            <p:strVal val="#ppt_y"/>
                                          </p:val>
                                        </p:tav>
                                      </p:tavLst>
                                    </p:anim>
                                    <p:animEffect transition="in" filter="wipe(down)">
                                      <p:cBhvr>
                                        <p:cTn id="33" dur="500"/>
                                        <p:tgtEl>
                                          <p:spTgt spid="9">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grpId="0" nodeType="clickEffect">
                                  <p:stCondLst>
                                    <p:cond delay="0"/>
                                  </p:stCondLst>
                                  <p:iterate type="wd">
                                    <p:tmPct val="10000"/>
                                  </p:iterate>
                                  <p:childTnLst>
                                    <p:set>
                                      <p:cBhvr>
                                        <p:cTn id="37" dur="1" fill="hold">
                                          <p:stCondLst>
                                            <p:cond delay="0"/>
                                          </p:stCondLst>
                                        </p:cTn>
                                        <p:tgtEl>
                                          <p:spTgt spid="9">
                                            <p:txEl>
                                              <p:pRg st="8" end="8"/>
                                            </p:txEl>
                                          </p:spTgt>
                                        </p:tgtEl>
                                        <p:attrNameLst>
                                          <p:attrName>style.visibility</p:attrName>
                                        </p:attrNameLst>
                                      </p:cBhvr>
                                      <p:to>
                                        <p:strVal val="visible"/>
                                      </p:to>
                                    </p:set>
                                    <p:anim calcmode="lin" valueType="num">
                                      <p:cBhvr additive="base">
                                        <p:cTn id="38" dur="500"/>
                                        <p:tgtEl>
                                          <p:spTgt spid="9">
                                            <p:txEl>
                                              <p:pRg st="8" end="8"/>
                                            </p:txEl>
                                          </p:spTgt>
                                        </p:tgtEl>
                                        <p:attrNameLst>
                                          <p:attrName>ppt_y</p:attrName>
                                        </p:attrNameLst>
                                      </p:cBhvr>
                                      <p:tavLst>
                                        <p:tav tm="0">
                                          <p:val>
                                            <p:strVal val="#ppt_y-#ppt_h*1.125000"/>
                                          </p:val>
                                        </p:tav>
                                        <p:tav tm="100000">
                                          <p:val>
                                            <p:strVal val="#ppt_y"/>
                                          </p:val>
                                        </p:tav>
                                      </p:tavLst>
                                    </p:anim>
                                    <p:animEffect transition="in" filter="wipe(down)">
                                      <p:cBhvr>
                                        <p:cTn id="39" dur="500"/>
                                        <p:tgtEl>
                                          <p:spTgt spid="9">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1" fill="hold" grpId="0" nodeType="clickEffect">
                                  <p:stCondLst>
                                    <p:cond delay="0"/>
                                  </p:stCondLst>
                                  <p:iterate type="wd">
                                    <p:tmPct val="10000"/>
                                  </p:iterate>
                                  <p:childTnLst>
                                    <p:set>
                                      <p:cBhvr>
                                        <p:cTn id="43" dur="1" fill="hold">
                                          <p:stCondLst>
                                            <p:cond delay="0"/>
                                          </p:stCondLst>
                                        </p:cTn>
                                        <p:tgtEl>
                                          <p:spTgt spid="9">
                                            <p:txEl>
                                              <p:pRg st="10" end="10"/>
                                            </p:txEl>
                                          </p:spTgt>
                                        </p:tgtEl>
                                        <p:attrNameLst>
                                          <p:attrName>style.visibility</p:attrName>
                                        </p:attrNameLst>
                                      </p:cBhvr>
                                      <p:to>
                                        <p:strVal val="visible"/>
                                      </p:to>
                                    </p:set>
                                    <p:anim calcmode="lin" valueType="num">
                                      <p:cBhvr additive="base">
                                        <p:cTn id="44" dur="500"/>
                                        <p:tgtEl>
                                          <p:spTgt spid="9">
                                            <p:txEl>
                                              <p:pRg st="10" end="10"/>
                                            </p:txEl>
                                          </p:spTgt>
                                        </p:tgtEl>
                                        <p:attrNameLst>
                                          <p:attrName>ppt_y</p:attrName>
                                        </p:attrNameLst>
                                      </p:cBhvr>
                                      <p:tavLst>
                                        <p:tav tm="0">
                                          <p:val>
                                            <p:strVal val="#ppt_y-#ppt_h*1.125000"/>
                                          </p:val>
                                        </p:tav>
                                        <p:tav tm="100000">
                                          <p:val>
                                            <p:strVal val="#ppt_y"/>
                                          </p:val>
                                        </p:tav>
                                      </p:tavLst>
                                    </p:anim>
                                    <p:animEffect transition="in" filter="wipe(down)">
                                      <p:cBhvr>
                                        <p:cTn id="45" dur="500"/>
                                        <p:tgtEl>
                                          <p:spTgt spid="9">
                                            <p:txEl>
                                              <p:pRg st="10" end="1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xit" presetSubtype="32" fill="hold" grpId="1" nodeType="clickEffect">
                                  <p:stCondLst>
                                    <p:cond delay="0"/>
                                  </p:stCondLst>
                                  <p:childTnLst>
                                    <p:anim calcmode="lin" valueType="num">
                                      <p:cBhvr>
                                        <p:cTn id="49" dur="500"/>
                                        <p:tgtEl>
                                          <p:spTgt spid="8">
                                            <p:txEl>
                                              <p:pRg st="0" end="0"/>
                                            </p:txEl>
                                          </p:spTgt>
                                        </p:tgtEl>
                                        <p:attrNameLst>
                                          <p:attrName>ppt_w</p:attrName>
                                        </p:attrNameLst>
                                      </p:cBhvr>
                                      <p:tavLst>
                                        <p:tav tm="0">
                                          <p:val>
                                            <p:strVal val="ppt_w"/>
                                          </p:val>
                                        </p:tav>
                                        <p:tav tm="100000">
                                          <p:val>
                                            <p:fltVal val="0"/>
                                          </p:val>
                                        </p:tav>
                                      </p:tavLst>
                                    </p:anim>
                                    <p:anim calcmode="lin" valueType="num">
                                      <p:cBhvr>
                                        <p:cTn id="50"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51" dur="500"/>
                                        <p:tgtEl>
                                          <p:spTgt spid="8">
                                            <p:txEl>
                                              <p:pRg st="0" end="0"/>
                                            </p:txEl>
                                          </p:spTgt>
                                        </p:tgtEl>
                                      </p:cBhvr>
                                    </p:animEffect>
                                    <p:set>
                                      <p:cBhvr>
                                        <p:cTn id="52" dur="1" fill="hold">
                                          <p:stCondLst>
                                            <p:cond delay="499"/>
                                          </p:stCondLst>
                                        </p:cTn>
                                        <p:tgtEl>
                                          <p:spTgt spid="8">
                                            <p:txEl>
                                              <p:pRg st="0" end="0"/>
                                            </p:txEl>
                                          </p:spTgt>
                                        </p:tgtEl>
                                        <p:attrNameLst>
                                          <p:attrName>style.visibility</p:attrName>
                                        </p:attrNameLst>
                                      </p:cBhvr>
                                      <p:to>
                                        <p:strVal val="hidden"/>
                                      </p:to>
                                    </p:set>
                                  </p:childTnLst>
                                </p:cTn>
                              </p:par>
                              <p:par>
                                <p:cTn id="53" presetID="53" presetClass="exit" presetSubtype="32" fill="hold" grpId="1" nodeType="withEffect">
                                  <p:stCondLst>
                                    <p:cond delay="0"/>
                                  </p:stCondLst>
                                  <p:iterate type="wd">
                                    <p:tmPct val="0"/>
                                  </p:iterate>
                                  <p:childTnLst>
                                    <p:anim calcmode="lin" valueType="num">
                                      <p:cBhvr>
                                        <p:cTn id="54" dur="500"/>
                                        <p:tgtEl>
                                          <p:spTgt spid="9">
                                            <p:txEl>
                                              <p:pRg st="0" end="0"/>
                                            </p:txEl>
                                          </p:spTgt>
                                        </p:tgtEl>
                                        <p:attrNameLst>
                                          <p:attrName>ppt_w</p:attrName>
                                        </p:attrNameLst>
                                      </p:cBhvr>
                                      <p:tavLst>
                                        <p:tav tm="0">
                                          <p:val>
                                            <p:strVal val="ppt_w"/>
                                          </p:val>
                                        </p:tav>
                                        <p:tav tm="100000">
                                          <p:val>
                                            <p:fltVal val="0"/>
                                          </p:val>
                                        </p:tav>
                                      </p:tavLst>
                                    </p:anim>
                                    <p:anim calcmode="lin" valueType="num">
                                      <p:cBhvr>
                                        <p:cTn id="55" dur="500"/>
                                        <p:tgtEl>
                                          <p:spTgt spid="9">
                                            <p:txEl>
                                              <p:pRg st="0" end="0"/>
                                            </p:txEl>
                                          </p:spTgt>
                                        </p:tgtEl>
                                        <p:attrNameLst>
                                          <p:attrName>ppt_h</p:attrName>
                                        </p:attrNameLst>
                                      </p:cBhvr>
                                      <p:tavLst>
                                        <p:tav tm="0">
                                          <p:val>
                                            <p:strVal val="ppt_h"/>
                                          </p:val>
                                        </p:tav>
                                        <p:tav tm="100000">
                                          <p:val>
                                            <p:fltVal val="0"/>
                                          </p:val>
                                        </p:tav>
                                      </p:tavLst>
                                    </p:anim>
                                    <p:animEffect transition="out" filter="fade">
                                      <p:cBhvr>
                                        <p:cTn id="56" dur="500"/>
                                        <p:tgtEl>
                                          <p:spTgt spid="9">
                                            <p:txEl>
                                              <p:pRg st="0" end="0"/>
                                            </p:txEl>
                                          </p:spTgt>
                                        </p:tgtEl>
                                      </p:cBhvr>
                                    </p:animEffect>
                                    <p:set>
                                      <p:cBhvr>
                                        <p:cTn id="57" dur="1" fill="hold">
                                          <p:stCondLst>
                                            <p:cond delay="499"/>
                                          </p:stCondLst>
                                        </p:cTn>
                                        <p:tgtEl>
                                          <p:spTgt spid="9">
                                            <p:txEl>
                                              <p:pRg st="0" end="0"/>
                                            </p:txEl>
                                          </p:spTgt>
                                        </p:tgtEl>
                                        <p:attrNameLst>
                                          <p:attrName>style.visibility</p:attrName>
                                        </p:attrNameLst>
                                      </p:cBhvr>
                                      <p:to>
                                        <p:strVal val="hidden"/>
                                      </p:to>
                                    </p:set>
                                  </p:childTnLst>
                                </p:cTn>
                              </p:par>
                              <p:par>
                                <p:cTn id="58" presetID="53" presetClass="exit" presetSubtype="32" fill="hold" grpId="1" nodeType="withEffect">
                                  <p:stCondLst>
                                    <p:cond delay="0"/>
                                  </p:stCondLst>
                                  <p:iterate type="wd">
                                    <p:tmPct val="0"/>
                                  </p:iterate>
                                  <p:childTnLst>
                                    <p:anim calcmode="lin" valueType="num">
                                      <p:cBhvr>
                                        <p:cTn id="59" dur="500"/>
                                        <p:tgtEl>
                                          <p:spTgt spid="9">
                                            <p:txEl>
                                              <p:pRg st="2" end="2"/>
                                            </p:txEl>
                                          </p:spTgt>
                                        </p:tgtEl>
                                        <p:attrNameLst>
                                          <p:attrName>ppt_w</p:attrName>
                                        </p:attrNameLst>
                                      </p:cBhvr>
                                      <p:tavLst>
                                        <p:tav tm="0">
                                          <p:val>
                                            <p:strVal val="ppt_w"/>
                                          </p:val>
                                        </p:tav>
                                        <p:tav tm="100000">
                                          <p:val>
                                            <p:fltVal val="0"/>
                                          </p:val>
                                        </p:tav>
                                      </p:tavLst>
                                    </p:anim>
                                    <p:anim calcmode="lin" valueType="num">
                                      <p:cBhvr>
                                        <p:cTn id="60" dur="500"/>
                                        <p:tgtEl>
                                          <p:spTgt spid="9">
                                            <p:txEl>
                                              <p:pRg st="2" end="2"/>
                                            </p:txEl>
                                          </p:spTgt>
                                        </p:tgtEl>
                                        <p:attrNameLst>
                                          <p:attrName>ppt_h</p:attrName>
                                        </p:attrNameLst>
                                      </p:cBhvr>
                                      <p:tavLst>
                                        <p:tav tm="0">
                                          <p:val>
                                            <p:strVal val="ppt_h"/>
                                          </p:val>
                                        </p:tav>
                                        <p:tav tm="100000">
                                          <p:val>
                                            <p:fltVal val="0"/>
                                          </p:val>
                                        </p:tav>
                                      </p:tavLst>
                                    </p:anim>
                                    <p:animEffect transition="out" filter="fade">
                                      <p:cBhvr>
                                        <p:cTn id="61" dur="500"/>
                                        <p:tgtEl>
                                          <p:spTgt spid="9">
                                            <p:txEl>
                                              <p:pRg st="2" end="2"/>
                                            </p:txEl>
                                          </p:spTgt>
                                        </p:tgtEl>
                                      </p:cBhvr>
                                    </p:animEffect>
                                    <p:set>
                                      <p:cBhvr>
                                        <p:cTn id="62" dur="1" fill="hold">
                                          <p:stCondLst>
                                            <p:cond delay="499"/>
                                          </p:stCondLst>
                                        </p:cTn>
                                        <p:tgtEl>
                                          <p:spTgt spid="9">
                                            <p:txEl>
                                              <p:pRg st="2" end="2"/>
                                            </p:txEl>
                                          </p:spTgt>
                                        </p:tgtEl>
                                        <p:attrNameLst>
                                          <p:attrName>style.visibility</p:attrName>
                                        </p:attrNameLst>
                                      </p:cBhvr>
                                      <p:to>
                                        <p:strVal val="hidden"/>
                                      </p:to>
                                    </p:set>
                                  </p:childTnLst>
                                </p:cTn>
                              </p:par>
                              <p:par>
                                <p:cTn id="63" presetID="53" presetClass="exit" presetSubtype="32" fill="hold" grpId="1" nodeType="withEffect">
                                  <p:stCondLst>
                                    <p:cond delay="0"/>
                                  </p:stCondLst>
                                  <p:iterate type="wd">
                                    <p:tmPct val="0"/>
                                  </p:iterate>
                                  <p:childTnLst>
                                    <p:anim calcmode="lin" valueType="num">
                                      <p:cBhvr>
                                        <p:cTn id="64" dur="500"/>
                                        <p:tgtEl>
                                          <p:spTgt spid="9">
                                            <p:txEl>
                                              <p:pRg st="4" end="4"/>
                                            </p:txEl>
                                          </p:spTgt>
                                        </p:tgtEl>
                                        <p:attrNameLst>
                                          <p:attrName>ppt_w</p:attrName>
                                        </p:attrNameLst>
                                      </p:cBhvr>
                                      <p:tavLst>
                                        <p:tav tm="0">
                                          <p:val>
                                            <p:strVal val="ppt_w"/>
                                          </p:val>
                                        </p:tav>
                                        <p:tav tm="100000">
                                          <p:val>
                                            <p:fltVal val="0"/>
                                          </p:val>
                                        </p:tav>
                                      </p:tavLst>
                                    </p:anim>
                                    <p:anim calcmode="lin" valueType="num">
                                      <p:cBhvr>
                                        <p:cTn id="65" dur="500"/>
                                        <p:tgtEl>
                                          <p:spTgt spid="9">
                                            <p:txEl>
                                              <p:pRg st="4" end="4"/>
                                            </p:txEl>
                                          </p:spTgt>
                                        </p:tgtEl>
                                        <p:attrNameLst>
                                          <p:attrName>ppt_h</p:attrName>
                                        </p:attrNameLst>
                                      </p:cBhvr>
                                      <p:tavLst>
                                        <p:tav tm="0">
                                          <p:val>
                                            <p:strVal val="ppt_h"/>
                                          </p:val>
                                        </p:tav>
                                        <p:tav tm="100000">
                                          <p:val>
                                            <p:fltVal val="0"/>
                                          </p:val>
                                        </p:tav>
                                      </p:tavLst>
                                    </p:anim>
                                    <p:animEffect transition="out" filter="fade">
                                      <p:cBhvr>
                                        <p:cTn id="66" dur="500"/>
                                        <p:tgtEl>
                                          <p:spTgt spid="9">
                                            <p:txEl>
                                              <p:pRg st="4" end="4"/>
                                            </p:txEl>
                                          </p:spTgt>
                                        </p:tgtEl>
                                      </p:cBhvr>
                                    </p:animEffect>
                                    <p:set>
                                      <p:cBhvr>
                                        <p:cTn id="67" dur="1" fill="hold">
                                          <p:stCondLst>
                                            <p:cond delay="499"/>
                                          </p:stCondLst>
                                        </p:cTn>
                                        <p:tgtEl>
                                          <p:spTgt spid="9">
                                            <p:txEl>
                                              <p:pRg st="4" end="4"/>
                                            </p:txEl>
                                          </p:spTgt>
                                        </p:tgtEl>
                                        <p:attrNameLst>
                                          <p:attrName>style.visibility</p:attrName>
                                        </p:attrNameLst>
                                      </p:cBhvr>
                                      <p:to>
                                        <p:strVal val="hidden"/>
                                      </p:to>
                                    </p:set>
                                  </p:childTnLst>
                                </p:cTn>
                              </p:par>
                              <p:par>
                                <p:cTn id="68" presetID="53" presetClass="exit" presetSubtype="32" fill="hold" grpId="1" nodeType="withEffect">
                                  <p:stCondLst>
                                    <p:cond delay="0"/>
                                  </p:stCondLst>
                                  <p:iterate type="wd">
                                    <p:tmPct val="0"/>
                                  </p:iterate>
                                  <p:childTnLst>
                                    <p:anim calcmode="lin" valueType="num">
                                      <p:cBhvr>
                                        <p:cTn id="69" dur="500"/>
                                        <p:tgtEl>
                                          <p:spTgt spid="9">
                                            <p:txEl>
                                              <p:pRg st="6" end="6"/>
                                            </p:txEl>
                                          </p:spTgt>
                                        </p:tgtEl>
                                        <p:attrNameLst>
                                          <p:attrName>ppt_w</p:attrName>
                                        </p:attrNameLst>
                                      </p:cBhvr>
                                      <p:tavLst>
                                        <p:tav tm="0">
                                          <p:val>
                                            <p:strVal val="ppt_w"/>
                                          </p:val>
                                        </p:tav>
                                        <p:tav tm="100000">
                                          <p:val>
                                            <p:fltVal val="0"/>
                                          </p:val>
                                        </p:tav>
                                      </p:tavLst>
                                    </p:anim>
                                    <p:anim calcmode="lin" valueType="num">
                                      <p:cBhvr>
                                        <p:cTn id="70" dur="500"/>
                                        <p:tgtEl>
                                          <p:spTgt spid="9">
                                            <p:txEl>
                                              <p:pRg st="6" end="6"/>
                                            </p:txEl>
                                          </p:spTgt>
                                        </p:tgtEl>
                                        <p:attrNameLst>
                                          <p:attrName>ppt_h</p:attrName>
                                        </p:attrNameLst>
                                      </p:cBhvr>
                                      <p:tavLst>
                                        <p:tav tm="0">
                                          <p:val>
                                            <p:strVal val="ppt_h"/>
                                          </p:val>
                                        </p:tav>
                                        <p:tav tm="100000">
                                          <p:val>
                                            <p:fltVal val="0"/>
                                          </p:val>
                                        </p:tav>
                                      </p:tavLst>
                                    </p:anim>
                                    <p:animEffect transition="out" filter="fade">
                                      <p:cBhvr>
                                        <p:cTn id="71" dur="500"/>
                                        <p:tgtEl>
                                          <p:spTgt spid="9">
                                            <p:txEl>
                                              <p:pRg st="6" end="6"/>
                                            </p:txEl>
                                          </p:spTgt>
                                        </p:tgtEl>
                                      </p:cBhvr>
                                    </p:animEffect>
                                    <p:set>
                                      <p:cBhvr>
                                        <p:cTn id="72" dur="1" fill="hold">
                                          <p:stCondLst>
                                            <p:cond delay="499"/>
                                          </p:stCondLst>
                                        </p:cTn>
                                        <p:tgtEl>
                                          <p:spTgt spid="9">
                                            <p:txEl>
                                              <p:pRg st="6" end="6"/>
                                            </p:txEl>
                                          </p:spTgt>
                                        </p:tgtEl>
                                        <p:attrNameLst>
                                          <p:attrName>style.visibility</p:attrName>
                                        </p:attrNameLst>
                                      </p:cBhvr>
                                      <p:to>
                                        <p:strVal val="hidden"/>
                                      </p:to>
                                    </p:set>
                                  </p:childTnLst>
                                </p:cTn>
                              </p:par>
                              <p:par>
                                <p:cTn id="73" presetID="53" presetClass="exit" presetSubtype="32" fill="hold" grpId="1" nodeType="withEffect">
                                  <p:stCondLst>
                                    <p:cond delay="0"/>
                                  </p:stCondLst>
                                  <p:iterate type="wd">
                                    <p:tmPct val="0"/>
                                  </p:iterate>
                                  <p:childTnLst>
                                    <p:anim calcmode="lin" valueType="num">
                                      <p:cBhvr>
                                        <p:cTn id="74" dur="500"/>
                                        <p:tgtEl>
                                          <p:spTgt spid="9">
                                            <p:txEl>
                                              <p:pRg st="8" end="8"/>
                                            </p:txEl>
                                          </p:spTgt>
                                        </p:tgtEl>
                                        <p:attrNameLst>
                                          <p:attrName>ppt_w</p:attrName>
                                        </p:attrNameLst>
                                      </p:cBhvr>
                                      <p:tavLst>
                                        <p:tav tm="0">
                                          <p:val>
                                            <p:strVal val="ppt_w"/>
                                          </p:val>
                                        </p:tav>
                                        <p:tav tm="100000">
                                          <p:val>
                                            <p:fltVal val="0"/>
                                          </p:val>
                                        </p:tav>
                                      </p:tavLst>
                                    </p:anim>
                                    <p:anim calcmode="lin" valueType="num">
                                      <p:cBhvr>
                                        <p:cTn id="75" dur="500"/>
                                        <p:tgtEl>
                                          <p:spTgt spid="9">
                                            <p:txEl>
                                              <p:pRg st="8" end="8"/>
                                            </p:txEl>
                                          </p:spTgt>
                                        </p:tgtEl>
                                        <p:attrNameLst>
                                          <p:attrName>ppt_h</p:attrName>
                                        </p:attrNameLst>
                                      </p:cBhvr>
                                      <p:tavLst>
                                        <p:tav tm="0">
                                          <p:val>
                                            <p:strVal val="ppt_h"/>
                                          </p:val>
                                        </p:tav>
                                        <p:tav tm="100000">
                                          <p:val>
                                            <p:fltVal val="0"/>
                                          </p:val>
                                        </p:tav>
                                      </p:tavLst>
                                    </p:anim>
                                    <p:animEffect transition="out" filter="fade">
                                      <p:cBhvr>
                                        <p:cTn id="76" dur="500"/>
                                        <p:tgtEl>
                                          <p:spTgt spid="9">
                                            <p:txEl>
                                              <p:pRg st="8" end="8"/>
                                            </p:txEl>
                                          </p:spTgt>
                                        </p:tgtEl>
                                      </p:cBhvr>
                                    </p:animEffect>
                                    <p:set>
                                      <p:cBhvr>
                                        <p:cTn id="77" dur="1" fill="hold">
                                          <p:stCondLst>
                                            <p:cond delay="499"/>
                                          </p:stCondLst>
                                        </p:cTn>
                                        <p:tgtEl>
                                          <p:spTgt spid="9">
                                            <p:txEl>
                                              <p:pRg st="8" end="8"/>
                                            </p:txEl>
                                          </p:spTgt>
                                        </p:tgtEl>
                                        <p:attrNameLst>
                                          <p:attrName>style.visibility</p:attrName>
                                        </p:attrNameLst>
                                      </p:cBhvr>
                                      <p:to>
                                        <p:strVal val="hidden"/>
                                      </p:to>
                                    </p:set>
                                  </p:childTnLst>
                                </p:cTn>
                              </p:par>
                              <p:par>
                                <p:cTn id="78" presetID="53" presetClass="exit" presetSubtype="32" fill="hold" grpId="1" nodeType="withEffect">
                                  <p:stCondLst>
                                    <p:cond delay="0"/>
                                  </p:stCondLst>
                                  <p:iterate type="wd">
                                    <p:tmPct val="0"/>
                                  </p:iterate>
                                  <p:childTnLst>
                                    <p:anim calcmode="lin" valueType="num">
                                      <p:cBhvr>
                                        <p:cTn id="79" dur="500"/>
                                        <p:tgtEl>
                                          <p:spTgt spid="9">
                                            <p:txEl>
                                              <p:pRg st="10" end="10"/>
                                            </p:txEl>
                                          </p:spTgt>
                                        </p:tgtEl>
                                        <p:attrNameLst>
                                          <p:attrName>ppt_w</p:attrName>
                                        </p:attrNameLst>
                                      </p:cBhvr>
                                      <p:tavLst>
                                        <p:tav tm="0">
                                          <p:val>
                                            <p:strVal val="ppt_w"/>
                                          </p:val>
                                        </p:tav>
                                        <p:tav tm="100000">
                                          <p:val>
                                            <p:fltVal val="0"/>
                                          </p:val>
                                        </p:tav>
                                      </p:tavLst>
                                    </p:anim>
                                    <p:anim calcmode="lin" valueType="num">
                                      <p:cBhvr>
                                        <p:cTn id="80" dur="500"/>
                                        <p:tgtEl>
                                          <p:spTgt spid="9">
                                            <p:txEl>
                                              <p:pRg st="10" end="10"/>
                                            </p:txEl>
                                          </p:spTgt>
                                        </p:tgtEl>
                                        <p:attrNameLst>
                                          <p:attrName>ppt_h</p:attrName>
                                        </p:attrNameLst>
                                      </p:cBhvr>
                                      <p:tavLst>
                                        <p:tav tm="0">
                                          <p:val>
                                            <p:strVal val="ppt_h"/>
                                          </p:val>
                                        </p:tav>
                                        <p:tav tm="100000">
                                          <p:val>
                                            <p:fltVal val="0"/>
                                          </p:val>
                                        </p:tav>
                                      </p:tavLst>
                                    </p:anim>
                                    <p:animEffect transition="out" filter="fade">
                                      <p:cBhvr>
                                        <p:cTn id="81" dur="500"/>
                                        <p:tgtEl>
                                          <p:spTgt spid="9">
                                            <p:txEl>
                                              <p:pRg st="10" end="10"/>
                                            </p:txEl>
                                          </p:spTgt>
                                        </p:tgtEl>
                                      </p:cBhvr>
                                    </p:animEffect>
                                    <p:set>
                                      <p:cBhvr>
                                        <p:cTn id="82" dur="1" fill="hold">
                                          <p:stCondLst>
                                            <p:cond delay="499"/>
                                          </p:stCondLst>
                                        </p:cTn>
                                        <p:tgtEl>
                                          <p:spTgt spid="9">
                                            <p:txEl>
                                              <p:pRg st="10" end="1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8" grpId="1" build="allAtOnce"/>
      <p:bldP spid="9" grpId="0" build="allAtOnce"/>
      <p:bldP spid="9" grpId="1" build="allAtOnce"/>
    </p:bldLst>
  </p:timing>
</p:sld>
</file>

<file path=ppt/slides/slide53.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692F5706-8F2C-72AB-EAC3-D1CC21B4329F}"/>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478B28E2-39C7-4288-FC63-3C30AAAC01DD}"/>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253B634F-9865-7D69-DDD4-7D26CACE3676}"/>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188AB916-6BF1-8585-2BB9-F72AACE60D07}"/>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FA563983-57A6-AB77-4BB6-DCAD5F316CCC}"/>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F86AB6A5-E8F4-FD40-D476-42D55F9CD191}"/>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9895C148-CCD0-5745-FA04-DCF680A1D255}"/>
              </a:ext>
            </a:extLst>
          </p:cNvPr>
          <p:cNvSpPr/>
          <p:nvPr/>
        </p:nvSpPr>
        <p:spPr>
          <a:xfrm>
            <a:off x="1219473" y="1677082"/>
            <a:ext cx="6705054" cy="4177119"/>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05BD499-A1C3-C7D2-B611-E5AF28844BDB}"/>
              </a:ext>
            </a:extLst>
          </p:cNvPr>
          <p:cNvSpPr/>
          <p:nvPr/>
        </p:nvSpPr>
        <p:spPr>
          <a:xfrm>
            <a:off x="1219473" y="904672"/>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5B89560-F1F8-E1EF-AB65-50AD32DBCAE4}"/>
              </a:ext>
            </a:extLst>
          </p:cNvPr>
          <p:cNvSpPr txBox="1"/>
          <p:nvPr/>
        </p:nvSpPr>
        <p:spPr>
          <a:xfrm>
            <a:off x="1184078" y="100360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Synergy’s Competitive Moat</a:t>
            </a:r>
            <a:endParaRPr lang="en-US" sz="2000" b="1" spc="300" dirty="0">
              <a:solidFill>
                <a:schemeClr val="bg1"/>
              </a:solidFill>
              <a:latin typeface="Orbitron Black" pitchFamily="2" charset="0"/>
            </a:endParaRPr>
          </a:p>
        </p:txBody>
      </p:sp>
      <p:sp>
        <p:nvSpPr>
          <p:cNvPr id="9" name="TextBox 8">
            <a:extLst>
              <a:ext uri="{FF2B5EF4-FFF2-40B4-BE49-F238E27FC236}">
                <a16:creationId xmlns:a16="http://schemas.microsoft.com/office/drawing/2014/main" id="{22AE6E26-B087-B752-411C-3113C4E2F82D}"/>
              </a:ext>
            </a:extLst>
          </p:cNvPr>
          <p:cNvSpPr txBox="1"/>
          <p:nvPr/>
        </p:nvSpPr>
        <p:spPr>
          <a:xfrm>
            <a:off x="1772917" y="2201403"/>
            <a:ext cx="5598160" cy="3139321"/>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Synergy is the only platform with:</a:t>
            </a:r>
          </a:p>
          <a:p>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Native PQC</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Bridgeless interoperability</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Cooperative consensus</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Universal identity</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Quantum-secure smart contracts</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Integrated safety nets</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This stack is impossible to replicate without a full protocol redesign.</a:t>
            </a:r>
          </a:p>
        </p:txBody>
      </p:sp>
    </p:spTree>
    <p:extLst>
      <p:ext uri="{BB962C8B-B14F-4D97-AF65-F5344CB8AC3E}">
        <p14:creationId xmlns:p14="http://schemas.microsoft.com/office/powerpoint/2010/main" val="15606173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1" fill="hold" grpId="0" nodeType="clickEffect">
                                  <p:stCondLst>
                                    <p:cond delay="0"/>
                                  </p:stCondLst>
                                  <p:iterate type="wd">
                                    <p:tmPct val="10000"/>
                                  </p:iterate>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additive="base">
                                        <p:cTn id="14"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down)">
                                      <p:cBhvr>
                                        <p:cTn id="15" dur="5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grpId="0" nodeType="clickEffect">
                                  <p:stCondLst>
                                    <p:cond delay="0"/>
                                  </p:stCondLst>
                                  <p:iterate type="wd">
                                    <p:tmPct val="10000"/>
                                  </p:iterate>
                                  <p:childTnLst>
                                    <p:set>
                                      <p:cBhvr>
                                        <p:cTn id="19" dur="1" fill="hold">
                                          <p:stCondLst>
                                            <p:cond delay="0"/>
                                          </p:stCondLst>
                                        </p:cTn>
                                        <p:tgtEl>
                                          <p:spTgt spid="9">
                                            <p:txEl>
                                              <p:pRg st="2" end="2"/>
                                            </p:txEl>
                                          </p:spTgt>
                                        </p:tgtEl>
                                        <p:attrNameLst>
                                          <p:attrName>style.visibility</p:attrName>
                                        </p:attrNameLst>
                                      </p:cBhvr>
                                      <p:to>
                                        <p:strVal val="visible"/>
                                      </p:to>
                                    </p:set>
                                    <p:anim calcmode="lin" valueType="num">
                                      <p:cBhvr additive="base">
                                        <p:cTn id="20"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down)">
                                      <p:cBhvr>
                                        <p:cTn id="21" dur="500"/>
                                        <p:tgtEl>
                                          <p:spTgt spid="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iterate type="wd">
                                    <p:tmPct val="10000"/>
                                  </p:iterate>
                                  <p:childTnLst>
                                    <p:set>
                                      <p:cBhvr>
                                        <p:cTn id="25" dur="1" fill="hold">
                                          <p:stCondLst>
                                            <p:cond delay="0"/>
                                          </p:stCondLst>
                                        </p:cTn>
                                        <p:tgtEl>
                                          <p:spTgt spid="9">
                                            <p:txEl>
                                              <p:pRg st="3" end="3"/>
                                            </p:txEl>
                                          </p:spTgt>
                                        </p:tgtEl>
                                        <p:attrNameLst>
                                          <p:attrName>style.visibility</p:attrName>
                                        </p:attrNameLst>
                                      </p:cBhvr>
                                      <p:to>
                                        <p:strVal val="visible"/>
                                      </p:to>
                                    </p:set>
                                    <p:anim calcmode="lin" valueType="num">
                                      <p:cBhvr additive="base">
                                        <p:cTn id="26" dur="500"/>
                                        <p:tgtEl>
                                          <p:spTgt spid="9">
                                            <p:txEl>
                                              <p:pRg st="3" end="3"/>
                                            </p:txEl>
                                          </p:spTgt>
                                        </p:tgtEl>
                                        <p:attrNameLst>
                                          <p:attrName>ppt_y</p:attrName>
                                        </p:attrNameLst>
                                      </p:cBhvr>
                                      <p:tavLst>
                                        <p:tav tm="0">
                                          <p:val>
                                            <p:strVal val="#ppt_y-#ppt_h*1.125000"/>
                                          </p:val>
                                        </p:tav>
                                        <p:tav tm="100000">
                                          <p:val>
                                            <p:strVal val="#ppt_y"/>
                                          </p:val>
                                        </p:tav>
                                      </p:tavLst>
                                    </p:anim>
                                    <p:animEffect transition="in" filter="wipe(down)">
                                      <p:cBhvr>
                                        <p:cTn id="27" dur="500"/>
                                        <p:tgtEl>
                                          <p:spTgt spid="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iterate type="wd">
                                    <p:tmPct val="10000"/>
                                  </p:iterate>
                                  <p:childTnLst>
                                    <p:set>
                                      <p:cBhvr>
                                        <p:cTn id="31" dur="1" fill="hold">
                                          <p:stCondLst>
                                            <p:cond delay="0"/>
                                          </p:stCondLst>
                                        </p:cTn>
                                        <p:tgtEl>
                                          <p:spTgt spid="9">
                                            <p:txEl>
                                              <p:pRg st="4" end="4"/>
                                            </p:txEl>
                                          </p:spTgt>
                                        </p:tgtEl>
                                        <p:attrNameLst>
                                          <p:attrName>style.visibility</p:attrName>
                                        </p:attrNameLst>
                                      </p:cBhvr>
                                      <p:to>
                                        <p:strVal val="visible"/>
                                      </p:to>
                                    </p:set>
                                    <p:anim calcmode="lin" valueType="num">
                                      <p:cBhvr additive="base">
                                        <p:cTn id="32" dur="500"/>
                                        <p:tgtEl>
                                          <p:spTgt spid="9">
                                            <p:txEl>
                                              <p:pRg st="4" end="4"/>
                                            </p:txEl>
                                          </p:spTgt>
                                        </p:tgtEl>
                                        <p:attrNameLst>
                                          <p:attrName>ppt_y</p:attrName>
                                        </p:attrNameLst>
                                      </p:cBhvr>
                                      <p:tavLst>
                                        <p:tav tm="0">
                                          <p:val>
                                            <p:strVal val="#ppt_y-#ppt_h*1.125000"/>
                                          </p:val>
                                        </p:tav>
                                        <p:tav tm="100000">
                                          <p:val>
                                            <p:strVal val="#ppt_y"/>
                                          </p:val>
                                        </p:tav>
                                      </p:tavLst>
                                    </p:anim>
                                    <p:animEffect transition="in" filter="wipe(down)">
                                      <p:cBhvr>
                                        <p:cTn id="33" dur="500"/>
                                        <p:tgtEl>
                                          <p:spTgt spid="9">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grpId="0" nodeType="clickEffect">
                                  <p:stCondLst>
                                    <p:cond delay="0"/>
                                  </p:stCondLst>
                                  <p:iterate type="wd">
                                    <p:tmPct val="10000"/>
                                  </p:iterate>
                                  <p:childTnLst>
                                    <p:set>
                                      <p:cBhvr>
                                        <p:cTn id="37" dur="1" fill="hold">
                                          <p:stCondLst>
                                            <p:cond delay="0"/>
                                          </p:stCondLst>
                                        </p:cTn>
                                        <p:tgtEl>
                                          <p:spTgt spid="9">
                                            <p:txEl>
                                              <p:pRg st="5" end="5"/>
                                            </p:txEl>
                                          </p:spTgt>
                                        </p:tgtEl>
                                        <p:attrNameLst>
                                          <p:attrName>style.visibility</p:attrName>
                                        </p:attrNameLst>
                                      </p:cBhvr>
                                      <p:to>
                                        <p:strVal val="visible"/>
                                      </p:to>
                                    </p:set>
                                    <p:anim calcmode="lin" valueType="num">
                                      <p:cBhvr additive="base">
                                        <p:cTn id="38" dur="500"/>
                                        <p:tgtEl>
                                          <p:spTgt spid="9">
                                            <p:txEl>
                                              <p:pRg st="5" end="5"/>
                                            </p:txEl>
                                          </p:spTgt>
                                        </p:tgtEl>
                                        <p:attrNameLst>
                                          <p:attrName>ppt_y</p:attrName>
                                        </p:attrNameLst>
                                      </p:cBhvr>
                                      <p:tavLst>
                                        <p:tav tm="0">
                                          <p:val>
                                            <p:strVal val="#ppt_y-#ppt_h*1.125000"/>
                                          </p:val>
                                        </p:tav>
                                        <p:tav tm="100000">
                                          <p:val>
                                            <p:strVal val="#ppt_y"/>
                                          </p:val>
                                        </p:tav>
                                      </p:tavLst>
                                    </p:anim>
                                    <p:animEffect transition="in" filter="wipe(down)">
                                      <p:cBhvr>
                                        <p:cTn id="39" dur="500"/>
                                        <p:tgtEl>
                                          <p:spTgt spid="9">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1" fill="hold" grpId="0" nodeType="clickEffect">
                                  <p:stCondLst>
                                    <p:cond delay="0"/>
                                  </p:stCondLst>
                                  <p:iterate type="wd">
                                    <p:tmPct val="10000"/>
                                  </p:iterate>
                                  <p:childTnLst>
                                    <p:set>
                                      <p:cBhvr>
                                        <p:cTn id="43" dur="1" fill="hold">
                                          <p:stCondLst>
                                            <p:cond delay="0"/>
                                          </p:stCondLst>
                                        </p:cTn>
                                        <p:tgtEl>
                                          <p:spTgt spid="9">
                                            <p:txEl>
                                              <p:pRg st="6" end="6"/>
                                            </p:txEl>
                                          </p:spTgt>
                                        </p:tgtEl>
                                        <p:attrNameLst>
                                          <p:attrName>style.visibility</p:attrName>
                                        </p:attrNameLst>
                                      </p:cBhvr>
                                      <p:to>
                                        <p:strVal val="visible"/>
                                      </p:to>
                                    </p:set>
                                    <p:anim calcmode="lin" valueType="num">
                                      <p:cBhvr additive="base">
                                        <p:cTn id="44" dur="500"/>
                                        <p:tgtEl>
                                          <p:spTgt spid="9">
                                            <p:txEl>
                                              <p:pRg st="6" end="6"/>
                                            </p:txEl>
                                          </p:spTgt>
                                        </p:tgtEl>
                                        <p:attrNameLst>
                                          <p:attrName>ppt_y</p:attrName>
                                        </p:attrNameLst>
                                      </p:cBhvr>
                                      <p:tavLst>
                                        <p:tav tm="0">
                                          <p:val>
                                            <p:strVal val="#ppt_y-#ppt_h*1.125000"/>
                                          </p:val>
                                        </p:tav>
                                        <p:tav tm="100000">
                                          <p:val>
                                            <p:strVal val="#ppt_y"/>
                                          </p:val>
                                        </p:tav>
                                      </p:tavLst>
                                    </p:anim>
                                    <p:animEffect transition="in" filter="wipe(down)">
                                      <p:cBhvr>
                                        <p:cTn id="45" dur="500"/>
                                        <p:tgtEl>
                                          <p:spTgt spid="9">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1" fill="hold" grpId="0" nodeType="clickEffect">
                                  <p:stCondLst>
                                    <p:cond delay="0"/>
                                  </p:stCondLst>
                                  <p:iterate type="wd">
                                    <p:tmPct val="10000"/>
                                  </p:iterate>
                                  <p:childTnLst>
                                    <p:set>
                                      <p:cBhvr>
                                        <p:cTn id="49" dur="1" fill="hold">
                                          <p:stCondLst>
                                            <p:cond delay="0"/>
                                          </p:stCondLst>
                                        </p:cTn>
                                        <p:tgtEl>
                                          <p:spTgt spid="9">
                                            <p:txEl>
                                              <p:pRg st="7" end="7"/>
                                            </p:txEl>
                                          </p:spTgt>
                                        </p:tgtEl>
                                        <p:attrNameLst>
                                          <p:attrName>style.visibility</p:attrName>
                                        </p:attrNameLst>
                                      </p:cBhvr>
                                      <p:to>
                                        <p:strVal val="visible"/>
                                      </p:to>
                                    </p:set>
                                    <p:anim calcmode="lin" valueType="num">
                                      <p:cBhvr additive="base">
                                        <p:cTn id="50" dur="500"/>
                                        <p:tgtEl>
                                          <p:spTgt spid="9">
                                            <p:txEl>
                                              <p:pRg st="7" end="7"/>
                                            </p:txEl>
                                          </p:spTgt>
                                        </p:tgtEl>
                                        <p:attrNameLst>
                                          <p:attrName>ppt_y</p:attrName>
                                        </p:attrNameLst>
                                      </p:cBhvr>
                                      <p:tavLst>
                                        <p:tav tm="0">
                                          <p:val>
                                            <p:strVal val="#ppt_y-#ppt_h*1.125000"/>
                                          </p:val>
                                        </p:tav>
                                        <p:tav tm="100000">
                                          <p:val>
                                            <p:strVal val="#ppt_y"/>
                                          </p:val>
                                        </p:tav>
                                      </p:tavLst>
                                    </p:anim>
                                    <p:animEffect transition="in" filter="wipe(down)">
                                      <p:cBhvr>
                                        <p:cTn id="51" dur="500"/>
                                        <p:tgtEl>
                                          <p:spTgt spid="9">
                                            <p:txEl>
                                              <p:pRg st="7" end="7"/>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1" fill="hold" grpId="0" nodeType="clickEffect">
                                  <p:stCondLst>
                                    <p:cond delay="0"/>
                                  </p:stCondLst>
                                  <p:iterate type="wd">
                                    <p:tmPct val="10000"/>
                                  </p:iterate>
                                  <p:childTnLst>
                                    <p:set>
                                      <p:cBhvr>
                                        <p:cTn id="55" dur="1" fill="hold">
                                          <p:stCondLst>
                                            <p:cond delay="0"/>
                                          </p:stCondLst>
                                        </p:cTn>
                                        <p:tgtEl>
                                          <p:spTgt spid="9">
                                            <p:txEl>
                                              <p:pRg st="9" end="9"/>
                                            </p:txEl>
                                          </p:spTgt>
                                        </p:tgtEl>
                                        <p:attrNameLst>
                                          <p:attrName>style.visibility</p:attrName>
                                        </p:attrNameLst>
                                      </p:cBhvr>
                                      <p:to>
                                        <p:strVal val="visible"/>
                                      </p:to>
                                    </p:set>
                                    <p:anim calcmode="lin" valueType="num">
                                      <p:cBhvr additive="base">
                                        <p:cTn id="56" dur="500"/>
                                        <p:tgtEl>
                                          <p:spTgt spid="9">
                                            <p:txEl>
                                              <p:pRg st="9" end="9"/>
                                            </p:txEl>
                                          </p:spTgt>
                                        </p:tgtEl>
                                        <p:attrNameLst>
                                          <p:attrName>ppt_y</p:attrName>
                                        </p:attrNameLst>
                                      </p:cBhvr>
                                      <p:tavLst>
                                        <p:tav tm="0">
                                          <p:val>
                                            <p:strVal val="#ppt_y-#ppt_h*1.125000"/>
                                          </p:val>
                                        </p:tav>
                                        <p:tav tm="100000">
                                          <p:val>
                                            <p:strVal val="#ppt_y"/>
                                          </p:val>
                                        </p:tav>
                                      </p:tavLst>
                                    </p:anim>
                                    <p:animEffect transition="in" filter="wipe(down)">
                                      <p:cBhvr>
                                        <p:cTn id="57" dur="500"/>
                                        <p:tgtEl>
                                          <p:spTgt spid="9">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xit" presetSubtype="32" fill="hold" grpId="1" nodeType="clickEffect">
                                  <p:stCondLst>
                                    <p:cond delay="0"/>
                                  </p:stCondLst>
                                  <p:childTnLst>
                                    <p:anim calcmode="lin" valueType="num">
                                      <p:cBhvr>
                                        <p:cTn id="61" dur="500"/>
                                        <p:tgtEl>
                                          <p:spTgt spid="8">
                                            <p:txEl>
                                              <p:pRg st="0" end="0"/>
                                            </p:txEl>
                                          </p:spTgt>
                                        </p:tgtEl>
                                        <p:attrNameLst>
                                          <p:attrName>ppt_w</p:attrName>
                                        </p:attrNameLst>
                                      </p:cBhvr>
                                      <p:tavLst>
                                        <p:tav tm="0">
                                          <p:val>
                                            <p:strVal val="ppt_w"/>
                                          </p:val>
                                        </p:tav>
                                        <p:tav tm="100000">
                                          <p:val>
                                            <p:fltVal val="0"/>
                                          </p:val>
                                        </p:tav>
                                      </p:tavLst>
                                    </p:anim>
                                    <p:anim calcmode="lin" valueType="num">
                                      <p:cBhvr>
                                        <p:cTn id="62"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63" dur="500"/>
                                        <p:tgtEl>
                                          <p:spTgt spid="8">
                                            <p:txEl>
                                              <p:pRg st="0" end="0"/>
                                            </p:txEl>
                                          </p:spTgt>
                                        </p:tgtEl>
                                      </p:cBhvr>
                                    </p:animEffect>
                                    <p:set>
                                      <p:cBhvr>
                                        <p:cTn id="64" dur="1" fill="hold">
                                          <p:stCondLst>
                                            <p:cond delay="499"/>
                                          </p:stCondLst>
                                        </p:cTn>
                                        <p:tgtEl>
                                          <p:spTgt spid="8">
                                            <p:txEl>
                                              <p:pRg st="0" end="0"/>
                                            </p:txEl>
                                          </p:spTgt>
                                        </p:tgtEl>
                                        <p:attrNameLst>
                                          <p:attrName>style.visibility</p:attrName>
                                        </p:attrNameLst>
                                      </p:cBhvr>
                                      <p:to>
                                        <p:strVal val="hidden"/>
                                      </p:to>
                                    </p:set>
                                  </p:childTnLst>
                                </p:cTn>
                              </p:par>
                              <p:par>
                                <p:cTn id="65" presetID="53" presetClass="exit" presetSubtype="32" fill="hold" grpId="1" nodeType="withEffect">
                                  <p:stCondLst>
                                    <p:cond delay="0"/>
                                  </p:stCondLst>
                                  <p:iterate type="wd">
                                    <p:tmPct val="0"/>
                                  </p:iterate>
                                  <p:childTnLst>
                                    <p:anim calcmode="lin" valueType="num">
                                      <p:cBhvr>
                                        <p:cTn id="66" dur="500"/>
                                        <p:tgtEl>
                                          <p:spTgt spid="9">
                                            <p:txEl>
                                              <p:pRg st="0" end="0"/>
                                            </p:txEl>
                                          </p:spTgt>
                                        </p:tgtEl>
                                        <p:attrNameLst>
                                          <p:attrName>ppt_w</p:attrName>
                                        </p:attrNameLst>
                                      </p:cBhvr>
                                      <p:tavLst>
                                        <p:tav tm="0">
                                          <p:val>
                                            <p:strVal val="ppt_w"/>
                                          </p:val>
                                        </p:tav>
                                        <p:tav tm="100000">
                                          <p:val>
                                            <p:fltVal val="0"/>
                                          </p:val>
                                        </p:tav>
                                      </p:tavLst>
                                    </p:anim>
                                    <p:anim calcmode="lin" valueType="num">
                                      <p:cBhvr>
                                        <p:cTn id="67" dur="500"/>
                                        <p:tgtEl>
                                          <p:spTgt spid="9">
                                            <p:txEl>
                                              <p:pRg st="0" end="0"/>
                                            </p:txEl>
                                          </p:spTgt>
                                        </p:tgtEl>
                                        <p:attrNameLst>
                                          <p:attrName>ppt_h</p:attrName>
                                        </p:attrNameLst>
                                      </p:cBhvr>
                                      <p:tavLst>
                                        <p:tav tm="0">
                                          <p:val>
                                            <p:strVal val="ppt_h"/>
                                          </p:val>
                                        </p:tav>
                                        <p:tav tm="100000">
                                          <p:val>
                                            <p:fltVal val="0"/>
                                          </p:val>
                                        </p:tav>
                                      </p:tavLst>
                                    </p:anim>
                                    <p:animEffect transition="out" filter="fade">
                                      <p:cBhvr>
                                        <p:cTn id="68" dur="500"/>
                                        <p:tgtEl>
                                          <p:spTgt spid="9">
                                            <p:txEl>
                                              <p:pRg st="0" end="0"/>
                                            </p:txEl>
                                          </p:spTgt>
                                        </p:tgtEl>
                                      </p:cBhvr>
                                    </p:animEffect>
                                    <p:set>
                                      <p:cBhvr>
                                        <p:cTn id="69" dur="1" fill="hold">
                                          <p:stCondLst>
                                            <p:cond delay="499"/>
                                          </p:stCondLst>
                                        </p:cTn>
                                        <p:tgtEl>
                                          <p:spTgt spid="9">
                                            <p:txEl>
                                              <p:pRg st="0" end="0"/>
                                            </p:txEl>
                                          </p:spTgt>
                                        </p:tgtEl>
                                        <p:attrNameLst>
                                          <p:attrName>style.visibility</p:attrName>
                                        </p:attrNameLst>
                                      </p:cBhvr>
                                      <p:to>
                                        <p:strVal val="hidden"/>
                                      </p:to>
                                    </p:set>
                                  </p:childTnLst>
                                </p:cTn>
                              </p:par>
                              <p:par>
                                <p:cTn id="70" presetID="53" presetClass="exit" presetSubtype="32" fill="hold" grpId="1" nodeType="withEffect">
                                  <p:stCondLst>
                                    <p:cond delay="0"/>
                                  </p:stCondLst>
                                  <p:iterate type="wd">
                                    <p:tmPct val="0"/>
                                  </p:iterate>
                                  <p:childTnLst>
                                    <p:anim calcmode="lin" valueType="num">
                                      <p:cBhvr>
                                        <p:cTn id="71" dur="500"/>
                                        <p:tgtEl>
                                          <p:spTgt spid="9">
                                            <p:txEl>
                                              <p:pRg st="2" end="2"/>
                                            </p:txEl>
                                          </p:spTgt>
                                        </p:tgtEl>
                                        <p:attrNameLst>
                                          <p:attrName>ppt_w</p:attrName>
                                        </p:attrNameLst>
                                      </p:cBhvr>
                                      <p:tavLst>
                                        <p:tav tm="0">
                                          <p:val>
                                            <p:strVal val="ppt_w"/>
                                          </p:val>
                                        </p:tav>
                                        <p:tav tm="100000">
                                          <p:val>
                                            <p:fltVal val="0"/>
                                          </p:val>
                                        </p:tav>
                                      </p:tavLst>
                                    </p:anim>
                                    <p:anim calcmode="lin" valueType="num">
                                      <p:cBhvr>
                                        <p:cTn id="72" dur="500"/>
                                        <p:tgtEl>
                                          <p:spTgt spid="9">
                                            <p:txEl>
                                              <p:pRg st="2" end="2"/>
                                            </p:txEl>
                                          </p:spTgt>
                                        </p:tgtEl>
                                        <p:attrNameLst>
                                          <p:attrName>ppt_h</p:attrName>
                                        </p:attrNameLst>
                                      </p:cBhvr>
                                      <p:tavLst>
                                        <p:tav tm="0">
                                          <p:val>
                                            <p:strVal val="ppt_h"/>
                                          </p:val>
                                        </p:tav>
                                        <p:tav tm="100000">
                                          <p:val>
                                            <p:fltVal val="0"/>
                                          </p:val>
                                        </p:tav>
                                      </p:tavLst>
                                    </p:anim>
                                    <p:animEffect transition="out" filter="fade">
                                      <p:cBhvr>
                                        <p:cTn id="73" dur="500"/>
                                        <p:tgtEl>
                                          <p:spTgt spid="9">
                                            <p:txEl>
                                              <p:pRg st="2" end="2"/>
                                            </p:txEl>
                                          </p:spTgt>
                                        </p:tgtEl>
                                      </p:cBhvr>
                                    </p:animEffect>
                                    <p:set>
                                      <p:cBhvr>
                                        <p:cTn id="74" dur="1" fill="hold">
                                          <p:stCondLst>
                                            <p:cond delay="499"/>
                                          </p:stCondLst>
                                        </p:cTn>
                                        <p:tgtEl>
                                          <p:spTgt spid="9">
                                            <p:txEl>
                                              <p:pRg st="2" end="2"/>
                                            </p:txEl>
                                          </p:spTgt>
                                        </p:tgtEl>
                                        <p:attrNameLst>
                                          <p:attrName>style.visibility</p:attrName>
                                        </p:attrNameLst>
                                      </p:cBhvr>
                                      <p:to>
                                        <p:strVal val="hidden"/>
                                      </p:to>
                                    </p:set>
                                  </p:childTnLst>
                                </p:cTn>
                              </p:par>
                              <p:par>
                                <p:cTn id="75" presetID="53" presetClass="exit" presetSubtype="32" fill="hold" grpId="1" nodeType="withEffect">
                                  <p:stCondLst>
                                    <p:cond delay="0"/>
                                  </p:stCondLst>
                                  <p:iterate type="wd">
                                    <p:tmPct val="0"/>
                                  </p:iterate>
                                  <p:childTnLst>
                                    <p:anim calcmode="lin" valueType="num">
                                      <p:cBhvr>
                                        <p:cTn id="76" dur="500"/>
                                        <p:tgtEl>
                                          <p:spTgt spid="9">
                                            <p:txEl>
                                              <p:pRg st="3" end="3"/>
                                            </p:txEl>
                                          </p:spTgt>
                                        </p:tgtEl>
                                        <p:attrNameLst>
                                          <p:attrName>ppt_w</p:attrName>
                                        </p:attrNameLst>
                                      </p:cBhvr>
                                      <p:tavLst>
                                        <p:tav tm="0">
                                          <p:val>
                                            <p:strVal val="ppt_w"/>
                                          </p:val>
                                        </p:tav>
                                        <p:tav tm="100000">
                                          <p:val>
                                            <p:fltVal val="0"/>
                                          </p:val>
                                        </p:tav>
                                      </p:tavLst>
                                    </p:anim>
                                    <p:anim calcmode="lin" valueType="num">
                                      <p:cBhvr>
                                        <p:cTn id="77" dur="500"/>
                                        <p:tgtEl>
                                          <p:spTgt spid="9">
                                            <p:txEl>
                                              <p:pRg st="3" end="3"/>
                                            </p:txEl>
                                          </p:spTgt>
                                        </p:tgtEl>
                                        <p:attrNameLst>
                                          <p:attrName>ppt_h</p:attrName>
                                        </p:attrNameLst>
                                      </p:cBhvr>
                                      <p:tavLst>
                                        <p:tav tm="0">
                                          <p:val>
                                            <p:strVal val="ppt_h"/>
                                          </p:val>
                                        </p:tav>
                                        <p:tav tm="100000">
                                          <p:val>
                                            <p:fltVal val="0"/>
                                          </p:val>
                                        </p:tav>
                                      </p:tavLst>
                                    </p:anim>
                                    <p:animEffect transition="out" filter="fade">
                                      <p:cBhvr>
                                        <p:cTn id="78" dur="500"/>
                                        <p:tgtEl>
                                          <p:spTgt spid="9">
                                            <p:txEl>
                                              <p:pRg st="3" end="3"/>
                                            </p:txEl>
                                          </p:spTgt>
                                        </p:tgtEl>
                                      </p:cBhvr>
                                    </p:animEffect>
                                    <p:set>
                                      <p:cBhvr>
                                        <p:cTn id="79" dur="1" fill="hold">
                                          <p:stCondLst>
                                            <p:cond delay="499"/>
                                          </p:stCondLst>
                                        </p:cTn>
                                        <p:tgtEl>
                                          <p:spTgt spid="9">
                                            <p:txEl>
                                              <p:pRg st="3" end="3"/>
                                            </p:txEl>
                                          </p:spTgt>
                                        </p:tgtEl>
                                        <p:attrNameLst>
                                          <p:attrName>style.visibility</p:attrName>
                                        </p:attrNameLst>
                                      </p:cBhvr>
                                      <p:to>
                                        <p:strVal val="hidden"/>
                                      </p:to>
                                    </p:set>
                                  </p:childTnLst>
                                </p:cTn>
                              </p:par>
                              <p:par>
                                <p:cTn id="80" presetID="53" presetClass="exit" presetSubtype="32" fill="hold" grpId="1" nodeType="withEffect">
                                  <p:stCondLst>
                                    <p:cond delay="0"/>
                                  </p:stCondLst>
                                  <p:iterate type="wd">
                                    <p:tmPct val="0"/>
                                  </p:iterate>
                                  <p:childTnLst>
                                    <p:anim calcmode="lin" valueType="num">
                                      <p:cBhvr>
                                        <p:cTn id="81" dur="500"/>
                                        <p:tgtEl>
                                          <p:spTgt spid="9">
                                            <p:txEl>
                                              <p:pRg st="4" end="4"/>
                                            </p:txEl>
                                          </p:spTgt>
                                        </p:tgtEl>
                                        <p:attrNameLst>
                                          <p:attrName>ppt_w</p:attrName>
                                        </p:attrNameLst>
                                      </p:cBhvr>
                                      <p:tavLst>
                                        <p:tav tm="0">
                                          <p:val>
                                            <p:strVal val="ppt_w"/>
                                          </p:val>
                                        </p:tav>
                                        <p:tav tm="100000">
                                          <p:val>
                                            <p:fltVal val="0"/>
                                          </p:val>
                                        </p:tav>
                                      </p:tavLst>
                                    </p:anim>
                                    <p:anim calcmode="lin" valueType="num">
                                      <p:cBhvr>
                                        <p:cTn id="82" dur="500"/>
                                        <p:tgtEl>
                                          <p:spTgt spid="9">
                                            <p:txEl>
                                              <p:pRg st="4" end="4"/>
                                            </p:txEl>
                                          </p:spTgt>
                                        </p:tgtEl>
                                        <p:attrNameLst>
                                          <p:attrName>ppt_h</p:attrName>
                                        </p:attrNameLst>
                                      </p:cBhvr>
                                      <p:tavLst>
                                        <p:tav tm="0">
                                          <p:val>
                                            <p:strVal val="ppt_h"/>
                                          </p:val>
                                        </p:tav>
                                        <p:tav tm="100000">
                                          <p:val>
                                            <p:fltVal val="0"/>
                                          </p:val>
                                        </p:tav>
                                      </p:tavLst>
                                    </p:anim>
                                    <p:animEffect transition="out" filter="fade">
                                      <p:cBhvr>
                                        <p:cTn id="83" dur="500"/>
                                        <p:tgtEl>
                                          <p:spTgt spid="9">
                                            <p:txEl>
                                              <p:pRg st="4" end="4"/>
                                            </p:txEl>
                                          </p:spTgt>
                                        </p:tgtEl>
                                      </p:cBhvr>
                                    </p:animEffect>
                                    <p:set>
                                      <p:cBhvr>
                                        <p:cTn id="84" dur="1" fill="hold">
                                          <p:stCondLst>
                                            <p:cond delay="499"/>
                                          </p:stCondLst>
                                        </p:cTn>
                                        <p:tgtEl>
                                          <p:spTgt spid="9">
                                            <p:txEl>
                                              <p:pRg st="4" end="4"/>
                                            </p:txEl>
                                          </p:spTgt>
                                        </p:tgtEl>
                                        <p:attrNameLst>
                                          <p:attrName>style.visibility</p:attrName>
                                        </p:attrNameLst>
                                      </p:cBhvr>
                                      <p:to>
                                        <p:strVal val="hidden"/>
                                      </p:to>
                                    </p:set>
                                  </p:childTnLst>
                                </p:cTn>
                              </p:par>
                              <p:par>
                                <p:cTn id="85" presetID="53" presetClass="exit" presetSubtype="32" fill="hold" grpId="1" nodeType="withEffect">
                                  <p:stCondLst>
                                    <p:cond delay="0"/>
                                  </p:stCondLst>
                                  <p:iterate type="wd">
                                    <p:tmPct val="0"/>
                                  </p:iterate>
                                  <p:childTnLst>
                                    <p:anim calcmode="lin" valueType="num">
                                      <p:cBhvr>
                                        <p:cTn id="86" dur="500"/>
                                        <p:tgtEl>
                                          <p:spTgt spid="9">
                                            <p:txEl>
                                              <p:pRg st="5" end="5"/>
                                            </p:txEl>
                                          </p:spTgt>
                                        </p:tgtEl>
                                        <p:attrNameLst>
                                          <p:attrName>ppt_w</p:attrName>
                                        </p:attrNameLst>
                                      </p:cBhvr>
                                      <p:tavLst>
                                        <p:tav tm="0">
                                          <p:val>
                                            <p:strVal val="ppt_w"/>
                                          </p:val>
                                        </p:tav>
                                        <p:tav tm="100000">
                                          <p:val>
                                            <p:fltVal val="0"/>
                                          </p:val>
                                        </p:tav>
                                      </p:tavLst>
                                    </p:anim>
                                    <p:anim calcmode="lin" valueType="num">
                                      <p:cBhvr>
                                        <p:cTn id="87" dur="500"/>
                                        <p:tgtEl>
                                          <p:spTgt spid="9">
                                            <p:txEl>
                                              <p:pRg st="5" end="5"/>
                                            </p:txEl>
                                          </p:spTgt>
                                        </p:tgtEl>
                                        <p:attrNameLst>
                                          <p:attrName>ppt_h</p:attrName>
                                        </p:attrNameLst>
                                      </p:cBhvr>
                                      <p:tavLst>
                                        <p:tav tm="0">
                                          <p:val>
                                            <p:strVal val="ppt_h"/>
                                          </p:val>
                                        </p:tav>
                                        <p:tav tm="100000">
                                          <p:val>
                                            <p:fltVal val="0"/>
                                          </p:val>
                                        </p:tav>
                                      </p:tavLst>
                                    </p:anim>
                                    <p:animEffect transition="out" filter="fade">
                                      <p:cBhvr>
                                        <p:cTn id="88" dur="500"/>
                                        <p:tgtEl>
                                          <p:spTgt spid="9">
                                            <p:txEl>
                                              <p:pRg st="5" end="5"/>
                                            </p:txEl>
                                          </p:spTgt>
                                        </p:tgtEl>
                                      </p:cBhvr>
                                    </p:animEffect>
                                    <p:set>
                                      <p:cBhvr>
                                        <p:cTn id="89" dur="1" fill="hold">
                                          <p:stCondLst>
                                            <p:cond delay="499"/>
                                          </p:stCondLst>
                                        </p:cTn>
                                        <p:tgtEl>
                                          <p:spTgt spid="9">
                                            <p:txEl>
                                              <p:pRg st="5" end="5"/>
                                            </p:txEl>
                                          </p:spTgt>
                                        </p:tgtEl>
                                        <p:attrNameLst>
                                          <p:attrName>style.visibility</p:attrName>
                                        </p:attrNameLst>
                                      </p:cBhvr>
                                      <p:to>
                                        <p:strVal val="hidden"/>
                                      </p:to>
                                    </p:set>
                                  </p:childTnLst>
                                </p:cTn>
                              </p:par>
                              <p:par>
                                <p:cTn id="90" presetID="53" presetClass="exit" presetSubtype="32" fill="hold" grpId="1" nodeType="withEffect">
                                  <p:stCondLst>
                                    <p:cond delay="0"/>
                                  </p:stCondLst>
                                  <p:iterate type="wd">
                                    <p:tmPct val="0"/>
                                  </p:iterate>
                                  <p:childTnLst>
                                    <p:anim calcmode="lin" valueType="num">
                                      <p:cBhvr>
                                        <p:cTn id="91" dur="500"/>
                                        <p:tgtEl>
                                          <p:spTgt spid="9">
                                            <p:txEl>
                                              <p:pRg st="6" end="6"/>
                                            </p:txEl>
                                          </p:spTgt>
                                        </p:tgtEl>
                                        <p:attrNameLst>
                                          <p:attrName>ppt_w</p:attrName>
                                        </p:attrNameLst>
                                      </p:cBhvr>
                                      <p:tavLst>
                                        <p:tav tm="0">
                                          <p:val>
                                            <p:strVal val="ppt_w"/>
                                          </p:val>
                                        </p:tav>
                                        <p:tav tm="100000">
                                          <p:val>
                                            <p:fltVal val="0"/>
                                          </p:val>
                                        </p:tav>
                                      </p:tavLst>
                                    </p:anim>
                                    <p:anim calcmode="lin" valueType="num">
                                      <p:cBhvr>
                                        <p:cTn id="92" dur="500"/>
                                        <p:tgtEl>
                                          <p:spTgt spid="9">
                                            <p:txEl>
                                              <p:pRg st="6" end="6"/>
                                            </p:txEl>
                                          </p:spTgt>
                                        </p:tgtEl>
                                        <p:attrNameLst>
                                          <p:attrName>ppt_h</p:attrName>
                                        </p:attrNameLst>
                                      </p:cBhvr>
                                      <p:tavLst>
                                        <p:tav tm="0">
                                          <p:val>
                                            <p:strVal val="ppt_h"/>
                                          </p:val>
                                        </p:tav>
                                        <p:tav tm="100000">
                                          <p:val>
                                            <p:fltVal val="0"/>
                                          </p:val>
                                        </p:tav>
                                      </p:tavLst>
                                    </p:anim>
                                    <p:animEffect transition="out" filter="fade">
                                      <p:cBhvr>
                                        <p:cTn id="93" dur="500"/>
                                        <p:tgtEl>
                                          <p:spTgt spid="9">
                                            <p:txEl>
                                              <p:pRg st="6" end="6"/>
                                            </p:txEl>
                                          </p:spTgt>
                                        </p:tgtEl>
                                      </p:cBhvr>
                                    </p:animEffect>
                                    <p:set>
                                      <p:cBhvr>
                                        <p:cTn id="94" dur="1" fill="hold">
                                          <p:stCondLst>
                                            <p:cond delay="499"/>
                                          </p:stCondLst>
                                        </p:cTn>
                                        <p:tgtEl>
                                          <p:spTgt spid="9">
                                            <p:txEl>
                                              <p:pRg st="6" end="6"/>
                                            </p:txEl>
                                          </p:spTgt>
                                        </p:tgtEl>
                                        <p:attrNameLst>
                                          <p:attrName>style.visibility</p:attrName>
                                        </p:attrNameLst>
                                      </p:cBhvr>
                                      <p:to>
                                        <p:strVal val="hidden"/>
                                      </p:to>
                                    </p:set>
                                  </p:childTnLst>
                                </p:cTn>
                              </p:par>
                              <p:par>
                                <p:cTn id="95" presetID="53" presetClass="exit" presetSubtype="32" fill="hold" grpId="1" nodeType="withEffect">
                                  <p:stCondLst>
                                    <p:cond delay="0"/>
                                  </p:stCondLst>
                                  <p:iterate type="wd">
                                    <p:tmPct val="0"/>
                                  </p:iterate>
                                  <p:childTnLst>
                                    <p:anim calcmode="lin" valueType="num">
                                      <p:cBhvr>
                                        <p:cTn id="96" dur="500"/>
                                        <p:tgtEl>
                                          <p:spTgt spid="9">
                                            <p:txEl>
                                              <p:pRg st="7" end="7"/>
                                            </p:txEl>
                                          </p:spTgt>
                                        </p:tgtEl>
                                        <p:attrNameLst>
                                          <p:attrName>ppt_w</p:attrName>
                                        </p:attrNameLst>
                                      </p:cBhvr>
                                      <p:tavLst>
                                        <p:tav tm="0">
                                          <p:val>
                                            <p:strVal val="ppt_w"/>
                                          </p:val>
                                        </p:tav>
                                        <p:tav tm="100000">
                                          <p:val>
                                            <p:fltVal val="0"/>
                                          </p:val>
                                        </p:tav>
                                      </p:tavLst>
                                    </p:anim>
                                    <p:anim calcmode="lin" valueType="num">
                                      <p:cBhvr>
                                        <p:cTn id="97" dur="500"/>
                                        <p:tgtEl>
                                          <p:spTgt spid="9">
                                            <p:txEl>
                                              <p:pRg st="7" end="7"/>
                                            </p:txEl>
                                          </p:spTgt>
                                        </p:tgtEl>
                                        <p:attrNameLst>
                                          <p:attrName>ppt_h</p:attrName>
                                        </p:attrNameLst>
                                      </p:cBhvr>
                                      <p:tavLst>
                                        <p:tav tm="0">
                                          <p:val>
                                            <p:strVal val="ppt_h"/>
                                          </p:val>
                                        </p:tav>
                                        <p:tav tm="100000">
                                          <p:val>
                                            <p:fltVal val="0"/>
                                          </p:val>
                                        </p:tav>
                                      </p:tavLst>
                                    </p:anim>
                                    <p:animEffect transition="out" filter="fade">
                                      <p:cBhvr>
                                        <p:cTn id="98" dur="500"/>
                                        <p:tgtEl>
                                          <p:spTgt spid="9">
                                            <p:txEl>
                                              <p:pRg st="7" end="7"/>
                                            </p:txEl>
                                          </p:spTgt>
                                        </p:tgtEl>
                                      </p:cBhvr>
                                    </p:animEffect>
                                    <p:set>
                                      <p:cBhvr>
                                        <p:cTn id="99" dur="1" fill="hold">
                                          <p:stCondLst>
                                            <p:cond delay="499"/>
                                          </p:stCondLst>
                                        </p:cTn>
                                        <p:tgtEl>
                                          <p:spTgt spid="9">
                                            <p:txEl>
                                              <p:pRg st="7" end="7"/>
                                            </p:txEl>
                                          </p:spTgt>
                                        </p:tgtEl>
                                        <p:attrNameLst>
                                          <p:attrName>style.visibility</p:attrName>
                                        </p:attrNameLst>
                                      </p:cBhvr>
                                      <p:to>
                                        <p:strVal val="hidden"/>
                                      </p:to>
                                    </p:set>
                                  </p:childTnLst>
                                </p:cTn>
                              </p:par>
                              <p:par>
                                <p:cTn id="100" presetID="53" presetClass="exit" presetSubtype="32" fill="hold" grpId="1" nodeType="withEffect">
                                  <p:stCondLst>
                                    <p:cond delay="0"/>
                                  </p:stCondLst>
                                  <p:iterate type="wd">
                                    <p:tmPct val="0"/>
                                  </p:iterate>
                                  <p:childTnLst>
                                    <p:anim calcmode="lin" valueType="num">
                                      <p:cBhvr>
                                        <p:cTn id="101" dur="500"/>
                                        <p:tgtEl>
                                          <p:spTgt spid="9">
                                            <p:txEl>
                                              <p:pRg st="9" end="9"/>
                                            </p:txEl>
                                          </p:spTgt>
                                        </p:tgtEl>
                                        <p:attrNameLst>
                                          <p:attrName>ppt_w</p:attrName>
                                        </p:attrNameLst>
                                      </p:cBhvr>
                                      <p:tavLst>
                                        <p:tav tm="0">
                                          <p:val>
                                            <p:strVal val="ppt_w"/>
                                          </p:val>
                                        </p:tav>
                                        <p:tav tm="100000">
                                          <p:val>
                                            <p:fltVal val="0"/>
                                          </p:val>
                                        </p:tav>
                                      </p:tavLst>
                                    </p:anim>
                                    <p:anim calcmode="lin" valueType="num">
                                      <p:cBhvr>
                                        <p:cTn id="102" dur="500"/>
                                        <p:tgtEl>
                                          <p:spTgt spid="9">
                                            <p:txEl>
                                              <p:pRg st="9" end="9"/>
                                            </p:txEl>
                                          </p:spTgt>
                                        </p:tgtEl>
                                        <p:attrNameLst>
                                          <p:attrName>ppt_h</p:attrName>
                                        </p:attrNameLst>
                                      </p:cBhvr>
                                      <p:tavLst>
                                        <p:tav tm="0">
                                          <p:val>
                                            <p:strVal val="ppt_h"/>
                                          </p:val>
                                        </p:tav>
                                        <p:tav tm="100000">
                                          <p:val>
                                            <p:fltVal val="0"/>
                                          </p:val>
                                        </p:tav>
                                      </p:tavLst>
                                    </p:anim>
                                    <p:animEffect transition="out" filter="fade">
                                      <p:cBhvr>
                                        <p:cTn id="103" dur="500"/>
                                        <p:tgtEl>
                                          <p:spTgt spid="9">
                                            <p:txEl>
                                              <p:pRg st="9" end="9"/>
                                            </p:txEl>
                                          </p:spTgt>
                                        </p:tgtEl>
                                      </p:cBhvr>
                                    </p:animEffect>
                                    <p:set>
                                      <p:cBhvr>
                                        <p:cTn id="104" dur="1" fill="hold">
                                          <p:stCondLst>
                                            <p:cond delay="499"/>
                                          </p:stCondLst>
                                        </p:cTn>
                                        <p:tgtEl>
                                          <p:spTgt spid="9">
                                            <p:txEl>
                                              <p:pRg st="9" end="9"/>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8" grpId="1" build="allAtOnce"/>
      <p:bldP spid="9" grpId="0" build="allAtOnce"/>
      <p:bldP spid="9" grpId="1" build="allAtOnce"/>
    </p:bldLst>
  </p:timing>
</p:sld>
</file>

<file path=ppt/slides/slide54.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22BE44B5-0B7C-DDE5-3719-0010F4BEEC7D}"/>
            </a:ext>
          </a:extLst>
        </p:cNvPr>
        <p:cNvGrpSpPr/>
        <p:nvPr/>
      </p:nvGrpSpPr>
      <p:grpSpPr>
        <a:xfrm>
          <a:off x="0" y="0"/>
          <a:ext cx="0" cy="0"/>
          <a:chOff x="0" y="0"/>
          <a:chExt cx="0" cy="0"/>
        </a:xfrm>
      </p:grpSpPr>
      <p:pic>
        <p:nvPicPr>
          <p:cNvPr id="18" name="Picture 17" descr="A blue and green circle&#10;&#10;AI-generated content may be incorrect.">
            <a:extLst>
              <a:ext uri="{FF2B5EF4-FFF2-40B4-BE49-F238E27FC236}">
                <a16:creationId xmlns:a16="http://schemas.microsoft.com/office/drawing/2014/main" id="{4DA49A24-3AB0-B09E-3DB5-01B7C4721CC9}"/>
              </a:ext>
            </a:extLst>
          </p:cNvPr>
          <p:cNvPicPr>
            <a:picLocks noChangeAspect="1"/>
          </p:cNvPicPr>
          <p:nvPr/>
        </p:nvPicPr>
        <p:blipFill>
          <a:blip r:embed="rId2">
            <a:alphaModFix amt="50000"/>
          </a:blip>
          <a:stretch>
            <a:fillRect/>
          </a:stretch>
        </p:blipFill>
        <p:spPr>
          <a:xfrm>
            <a:off x="4333689" y="38542"/>
            <a:ext cx="476622" cy="476622"/>
          </a:xfrm>
          <a:prstGeom prst="rect">
            <a:avLst/>
          </a:prstGeom>
        </p:spPr>
      </p:pic>
      <p:sp>
        <p:nvSpPr>
          <p:cNvPr id="4" name="TextBox 3">
            <a:extLst>
              <a:ext uri="{FF2B5EF4-FFF2-40B4-BE49-F238E27FC236}">
                <a16:creationId xmlns:a16="http://schemas.microsoft.com/office/drawing/2014/main" id="{28D5F11B-03D7-9277-A619-0D7BBA97B968}"/>
              </a:ext>
            </a:extLst>
          </p:cNvPr>
          <p:cNvSpPr txBox="1"/>
          <p:nvPr/>
        </p:nvSpPr>
        <p:spPr>
          <a:xfrm>
            <a:off x="3523581" y="132901"/>
            <a:ext cx="2096835" cy="261610"/>
          </a:xfrm>
          <a:prstGeom prst="rect">
            <a:avLst/>
          </a:prstGeom>
          <a:noFill/>
        </p:spPr>
        <p:txBody>
          <a:bodyPr wrap="square">
            <a:spAutoFit/>
          </a:bodyPr>
          <a:lstStyle/>
          <a:p>
            <a:pPr algn="ctr">
              <a:defRPr sz="6000">
                <a:solidFill>
                  <a:srgbClr val="FFFFFF"/>
                </a:solidFill>
                <a:latin typeface="Arial"/>
              </a:defRPr>
            </a:pPr>
            <a:r>
              <a:rPr sz="1100" b="1" dirty="0">
                <a:latin typeface="Orbitron Black" pitchFamily="2" charset="0"/>
              </a:rPr>
              <a:t>Synergy </a:t>
            </a:r>
            <a:r>
              <a:rPr lang="en-US" sz="1100" b="1" dirty="0">
                <a:latin typeface="Orbitron Black" pitchFamily="2" charset="0"/>
              </a:rPr>
              <a:t> </a:t>
            </a:r>
            <a:r>
              <a:rPr sz="1100" b="1" dirty="0">
                <a:latin typeface="Orbitron Black" pitchFamily="2" charset="0"/>
              </a:rPr>
              <a:t>Network</a:t>
            </a:r>
          </a:p>
        </p:txBody>
      </p:sp>
      <p:pic>
        <p:nvPicPr>
          <p:cNvPr id="5" name="Picture 4" descr="synergy_4color_gradient.png">
            <a:extLst>
              <a:ext uri="{FF2B5EF4-FFF2-40B4-BE49-F238E27FC236}">
                <a16:creationId xmlns:a16="http://schemas.microsoft.com/office/drawing/2014/main" id="{279CEB67-FDF7-2F01-0977-9B93CE2D178B}"/>
              </a:ext>
            </a:extLst>
          </p:cNvPr>
          <p:cNvPicPr>
            <a:picLocks noChangeAspect="1"/>
          </p:cNvPicPr>
          <p:nvPr/>
        </p:nvPicPr>
        <p:blipFill>
          <a:blip r:embed="rId3"/>
          <a:stretch>
            <a:fillRect/>
          </a:stretch>
        </p:blipFill>
        <p:spPr>
          <a:xfrm>
            <a:off x="274319" y="509102"/>
            <a:ext cx="8595360" cy="45719"/>
          </a:xfrm>
          <a:prstGeom prst="rect">
            <a:avLst/>
          </a:prstGeom>
        </p:spPr>
      </p:pic>
      <p:pic>
        <p:nvPicPr>
          <p:cNvPr id="6" name="Picture 5" descr="synergy_4color_gradient.png">
            <a:extLst>
              <a:ext uri="{FF2B5EF4-FFF2-40B4-BE49-F238E27FC236}">
                <a16:creationId xmlns:a16="http://schemas.microsoft.com/office/drawing/2014/main" id="{8FD861D2-D7FE-555C-1677-4B9B4549A41D}"/>
              </a:ext>
            </a:extLst>
          </p:cNvPr>
          <p:cNvPicPr>
            <a:picLocks noChangeAspect="1"/>
          </p:cNvPicPr>
          <p:nvPr/>
        </p:nvPicPr>
        <p:blipFill>
          <a:blip r:embed="rId3"/>
          <a:stretch>
            <a:fillRect/>
          </a:stretch>
        </p:blipFill>
        <p:spPr>
          <a:xfrm>
            <a:off x="274319" y="6189615"/>
            <a:ext cx="8595360" cy="45719"/>
          </a:xfrm>
          <a:prstGeom prst="rect">
            <a:avLst/>
          </a:prstGeom>
        </p:spPr>
      </p:pic>
      <p:sp>
        <p:nvSpPr>
          <p:cNvPr id="2" name="TextBox 1">
            <a:extLst>
              <a:ext uri="{FF2B5EF4-FFF2-40B4-BE49-F238E27FC236}">
                <a16:creationId xmlns:a16="http://schemas.microsoft.com/office/drawing/2014/main" id="{D3AA6ABD-D3FD-C309-DADF-6A42556350AD}"/>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sp>
        <p:nvSpPr>
          <p:cNvPr id="3" name="Rounded Rectangle 2">
            <a:extLst>
              <a:ext uri="{FF2B5EF4-FFF2-40B4-BE49-F238E27FC236}">
                <a16:creationId xmlns:a16="http://schemas.microsoft.com/office/drawing/2014/main" id="{1611F8E4-EA12-2D0F-08A7-823C0C33F473}"/>
              </a:ext>
            </a:extLst>
          </p:cNvPr>
          <p:cNvSpPr/>
          <p:nvPr/>
        </p:nvSpPr>
        <p:spPr>
          <a:xfrm>
            <a:off x="1219473" y="1677082"/>
            <a:ext cx="6705054" cy="4177119"/>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2587EC64-DC0E-3AE7-BE60-3808047A1B85}"/>
              </a:ext>
            </a:extLst>
          </p:cNvPr>
          <p:cNvSpPr/>
          <p:nvPr/>
        </p:nvSpPr>
        <p:spPr>
          <a:xfrm>
            <a:off x="1219473" y="904672"/>
            <a:ext cx="6705054" cy="597663"/>
          </a:xfrm>
          <a:prstGeom prst="roundRect">
            <a:avLst/>
          </a:prstGeom>
          <a:solidFill>
            <a:srgbClr val="0060FF">
              <a:alpha val="15000"/>
            </a:srgbClr>
          </a:solidFill>
          <a:ln w="25400">
            <a:gradFill flip="none" rotWithShape="1">
              <a:gsLst>
                <a:gs pos="0">
                  <a:srgbClr val="0060FF">
                    <a:lumMod val="98000"/>
                    <a:lumOff val="2000"/>
                  </a:srgbClr>
                </a:gs>
                <a:gs pos="32000">
                  <a:srgbClr val="00CED1"/>
                </a:gs>
                <a:gs pos="66000">
                  <a:srgbClr val="00FF66"/>
                </a:gs>
                <a:gs pos="100000">
                  <a:srgbClr val="7D00FF"/>
                </a:gs>
              </a:gsLst>
              <a:lin ang="0" scaled="0"/>
              <a:tileRect/>
            </a:gra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FCF6F9E-5AA3-F32F-41DA-71CB5C702FDC}"/>
              </a:ext>
            </a:extLst>
          </p:cNvPr>
          <p:cNvSpPr txBox="1"/>
          <p:nvPr/>
        </p:nvSpPr>
        <p:spPr>
          <a:xfrm>
            <a:off x="1184078" y="1003602"/>
            <a:ext cx="6775839" cy="400110"/>
          </a:xfrm>
          <a:prstGeom prst="rect">
            <a:avLst/>
          </a:prstGeom>
          <a:noFill/>
        </p:spPr>
        <p:txBody>
          <a:bodyPr wrap="square" rtlCol="0" anchor="ctr">
            <a:spAutoFit/>
          </a:bodyPr>
          <a:lstStyle/>
          <a:p>
            <a:pPr algn="ctr"/>
            <a:r>
              <a:rPr lang="en-US" sz="2000" b="1" dirty="0">
                <a:solidFill>
                  <a:schemeClr val="bg1"/>
                </a:solidFill>
                <a:latin typeface="Orbitron Black" pitchFamily="2" charset="0"/>
              </a:rPr>
              <a:t>The Unified Quantum-Secure Future</a:t>
            </a:r>
            <a:endParaRPr lang="en-US" sz="2000" b="1" spc="300" dirty="0">
              <a:solidFill>
                <a:schemeClr val="bg1"/>
              </a:solidFill>
              <a:latin typeface="Orbitron Black" pitchFamily="2" charset="0"/>
            </a:endParaRPr>
          </a:p>
        </p:txBody>
      </p:sp>
      <p:sp>
        <p:nvSpPr>
          <p:cNvPr id="9" name="TextBox 8">
            <a:extLst>
              <a:ext uri="{FF2B5EF4-FFF2-40B4-BE49-F238E27FC236}">
                <a16:creationId xmlns:a16="http://schemas.microsoft.com/office/drawing/2014/main" id="{E1AE55A5-9367-1B12-1505-3BD92D7A06AA}"/>
              </a:ext>
            </a:extLst>
          </p:cNvPr>
          <p:cNvSpPr txBox="1"/>
          <p:nvPr/>
        </p:nvSpPr>
        <p:spPr>
          <a:xfrm>
            <a:off x="1641290" y="2203656"/>
            <a:ext cx="6063021" cy="3139321"/>
          </a:xfrm>
          <a:prstGeom prst="rect">
            <a:avLst/>
          </a:prstGeom>
          <a:noFill/>
        </p:spPr>
        <p:txBody>
          <a:bodyPr wrap="square" rtlCol="0" anchor="ctr">
            <a:spAutoFit/>
          </a:bodyPr>
          <a:lstStyle/>
          <a:p>
            <a:r>
              <a:rPr lang="en-US" dirty="0">
                <a:solidFill>
                  <a:schemeClr val="bg1"/>
                </a:solidFill>
                <a:latin typeface="Inter" panose="02000503000000020004" pitchFamily="2" charset="0"/>
                <a:ea typeface="Inter" panose="02000503000000020004" pitchFamily="2" charset="0"/>
              </a:rPr>
              <a:t>Synergy is not just another blockchain.</a:t>
            </a:r>
          </a:p>
          <a:p>
            <a:r>
              <a:rPr lang="en-US" dirty="0">
                <a:solidFill>
                  <a:schemeClr val="bg1"/>
                </a:solidFill>
                <a:latin typeface="Inter" panose="02000503000000020004" pitchFamily="2" charset="0"/>
                <a:ea typeface="Inter" panose="02000503000000020004" pitchFamily="2" charset="0"/>
              </a:rPr>
              <a:t>It is the foundation layer for the next generation of the internet — an ecosystem where:</a:t>
            </a:r>
          </a:p>
          <a:p>
            <a:endParaRPr lang="en-US" dirty="0">
              <a:solidFill>
                <a:schemeClr val="bg1"/>
              </a:solidFill>
              <a:latin typeface="Inter" panose="02000503000000020004" pitchFamily="2" charset="0"/>
              <a:ea typeface="Inter" panose="02000503000000020004" pitchFamily="2" charset="0"/>
            </a:endParaRP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Chains communicate</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Assets flow freely</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Users are protected</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Enterprises operate securely</a:t>
            </a:r>
          </a:p>
          <a:p>
            <a:pPr marL="285750" indent="-285750">
              <a:buFont typeface="Wingdings" pitchFamily="2" charset="2"/>
              <a:buChar char="v"/>
            </a:pPr>
            <a:r>
              <a:rPr lang="en-US" dirty="0">
                <a:solidFill>
                  <a:schemeClr val="bg1"/>
                </a:solidFill>
                <a:latin typeface="Inter" panose="02000503000000020004" pitchFamily="2" charset="0"/>
                <a:ea typeface="Inter" panose="02000503000000020004" pitchFamily="2" charset="0"/>
              </a:rPr>
              <a:t>Governments rely on cryptographic truth</a:t>
            </a:r>
          </a:p>
          <a:p>
            <a:endParaRPr lang="en-US" dirty="0">
              <a:solidFill>
                <a:schemeClr val="bg1"/>
              </a:solidFill>
              <a:latin typeface="Inter" panose="02000503000000020004" pitchFamily="2" charset="0"/>
              <a:ea typeface="Inter" panose="02000503000000020004" pitchFamily="2" charset="0"/>
            </a:endParaRPr>
          </a:p>
          <a:p>
            <a:r>
              <a:rPr lang="en-US" dirty="0">
                <a:solidFill>
                  <a:schemeClr val="bg1"/>
                </a:solidFill>
                <a:latin typeface="Inter" panose="02000503000000020004" pitchFamily="2" charset="0"/>
                <a:ea typeface="Inter" panose="02000503000000020004" pitchFamily="2" charset="0"/>
              </a:rPr>
              <a:t>This is the future. And Synergy is building it.</a:t>
            </a:r>
          </a:p>
        </p:txBody>
      </p:sp>
    </p:spTree>
    <p:extLst>
      <p:ext uri="{BB962C8B-B14F-4D97-AF65-F5344CB8AC3E}">
        <p14:creationId xmlns:p14="http://schemas.microsoft.com/office/powerpoint/2010/main" val="92619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1" fill="hold" grpId="0" nodeType="clickEffect">
                                  <p:stCondLst>
                                    <p:cond delay="0"/>
                                  </p:stCondLst>
                                  <p:iterate type="wd">
                                    <p:tmPct val="10000"/>
                                  </p:iterate>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additive="base">
                                        <p:cTn id="14"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down)">
                                      <p:cBhvr>
                                        <p:cTn id="15" dur="5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grpId="0" nodeType="clickEffect">
                                  <p:stCondLst>
                                    <p:cond delay="0"/>
                                  </p:stCondLst>
                                  <p:iterate type="wd">
                                    <p:tmPct val="10000"/>
                                  </p:iterate>
                                  <p:childTnLst>
                                    <p:set>
                                      <p:cBhvr>
                                        <p:cTn id="19" dur="1" fill="hold">
                                          <p:stCondLst>
                                            <p:cond delay="0"/>
                                          </p:stCondLst>
                                        </p:cTn>
                                        <p:tgtEl>
                                          <p:spTgt spid="9">
                                            <p:txEl>
                                              <p:pRg st="1" end="1"/>
                                            </p:txEl>
                                          </p:spTgt>
                                        </p:tgtEl>
                                        <p:attrNameLst>
                                          <p:attrName>style.visibility</p:attrName>
                                        </p:attrNameLst>
                                      </p:cBhvr>
                                      <p:to>
                                        <p:strVal val="visible"/>
                                      </p:to>
                                    </p:set>
                                    <p:anim calcmode="lin" valueType="num">
                                      <p:cBhvr additive="base">
                                        <p:cTn id="20" dur="500"/>
                                        <p:tgtEl>
                                          <p:spTgt spid="9">
                                            <p:txEl>
                                              <p:pRg st="1" end="1"/>
                                            </p:txEl>
                                          </p:spTgt>
                                        </p:tgtEl>
                                        <p:attrNameLst>
                                          <p:attrName>ppt_y</p:attrName>
                                        </p:attrNameLst>
                                      </p:cBhvr>
                                      <p:tavLst>
                                        <p:tav tm="0">
                                          <p:val>
                                            <p:strVal val="#ppt_y-#ppt_h*1.125000"/>
                                          </p:val>
                                        </p:tav>
                                        <p:tav tm="100000">
                                          <p:val>
                                            <p:strVal val="#ppt_y"/>
                                          </p:val>
                                        </p:tav>
                                      </p:tavLst>
                                    </p:anim>
                                    <p:animEffect transition="in" filter="wipe(down)">
                                      <p:cBhvr>
                                        <p:cTn id="21" dur="500"/>
                                        <p:tgtEl>
                                          <p:spTgt spid="9">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iterate type="wd">
                                    <p:tmPct val="10000"/>
                                  </p:iterate>
                                  <p:childTnLst>
                                    <p:set>
                                      <p:cBhvr>
                                        <p:cTn id="25" dur="1" fill="hold">
                                          <p:stCondLst>
                                            <p:cond delay="0"/>
                                          </p:stCondLst>
                                        </p:cTn>
                                        <p:tgtEl>
                                          <p:spTgt spid="9">
                                            <p:txEl>
                                              <p:pRg st="3" end="3"/>
                                            </p:txEl>
                                          </p:spTgt>
                                        </p:tgtEl>
                                        <p:attrNameLst>
                                          <p:attrName>style.visibility</p:attrName>
                                        </p:attrNameLst>
                                      </p:cBhvr>
                                      <p:to>
                                        <p:strVal val="visible"/>
                                      </p:to>
                                    </p:set>
                                    <p:anim calcmode="lin" valueType="num">
                                      <p:cBhvr additive="base">
                                        <p:cTn id="26" dur="500"/>
                                        <p:tgtEl>
                                          <p:spTgt spid="9">
                                            <p:txEl>
                                              <p:pRg st="3" end="3"/>
                                            </p:txEl>
                                          </p:spTgt>
                                        </p:tgtEl>
                                        <p:attrNameLst>
                                          <p:attrName>ppt_y</p:attrName>
                                        </p:attrNameLst>
                                      </p:cBhvr>
                                      <p:tavLst>
                                        <p:tav tm="0">
                                          <p:val>
                                            <p:strVal val="#ppt_y-#ppt_h*1.125000"/>
                                          </p:val>
                                        </p:tav>
                                        <p:tav tm="100000">
                                          <p:val>
                                            <p:strVal val="#ppt_y"/>
                                          </p:val>
                                        </p:tav>
                                      </p:tavLst>
                                    </p:anim>
                                    <p:animEffect transition="in" filter="wipe(down)">
                                      <p:cBhvr>
                                        <p:cTn id="27" dur="500"/>
                                        <p:tgtEl>
                                          <p:spTgt spid="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iterate type="wd">
                                    <p:tmPct val="10000"/>
                                  </p:iterate>
                                  <p:childTnLst>
                                    <p:set>
                                      <p:cBhvr>
                                        <p:cTn id="31" dur="1" fill="hold">
                                          <p:stCondLst>
                                            <p:cond delay="0"/>
                                          </p:stCondLst>
                                        </p:cTn>
                                        <p:tgtEl>
                                          <p:spTgt spid="9">
                                            <p:txEl>
                                              <p:pRg st="4" end="4"/>
                                            </p:txEl>
                                          </p:spTgt>
                                        </p:tgtEl>
                                        <p:attrNameLst>
                                          <p:attrName>style.visibility</p:attrName>
                                        </p:attrNameLst>
                                      </p:cBhvr>
                                      <p:to>
                                        <p:strVal val="visible"/>
                                      </p:to>
                                    </p:set>
                                    <p:anim calcmode="lin" valueType="num">
                                      <p:cBhvr additive="base">
                                        <p:cTn id="32" dur="500"/>
                                        <p:tgtEl>
                                          <p:spTgt spid="9">
                                            <p:txEl>
                                              <p:pRg st="4" end="4"/>
                                            </p:txEl>
                                          </p:spTgt>
                                        </p:tgtEl>
                                        <p:attrNameLst>
                                          <p:attrName>ppt_y</p:attrName>
                                        </p:attrNameLst>
                                      </p:cBhvr>
                                      <p:tavLst>
                                        <p:tav tm="0">
                                          <p:val>
                                            <p:strVal val="#ppt_y-#ppt_h*1.125000"/>
                                          </p:val>
                                        </p:tav>
                                        <p:tav tm="100000">
                                          <p:val>
                                            <p:strVal val="#ppt_y"/>
                                          </p:val>
                                        </p:tav>
                                      </p:tavLst>
                                    </p:anim>
                                    <p:animEffect transition="in" filter="wipe(down)">
                                      <p:cBhvr>
                                        <p:cTn id="33" dur="500"/>
                                        <p:tgtEl>
                                          <p:spTgt spid="9">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grpId="0" nodeType="clickEffect">
                                  <p:stCondLst>
                                    <p:cond delay="0"/>
                                  </p:stCondLst>
                                  <p:iterate type="wd">
                                    <p:tmPct val="10000"/>
                                  </p:iterate>
                                  <p:childTnLst>
                                    <p:set>
                                      <p:cBhvr>
                                        <p:cTn id="37" dur="1" fill="hold">
                                          <p:stCondLst>
                                            <p:cond delay="0"/>
                                          </p:stCondLst>
                                        </p:cTn>
                                        <p:tgtEl>
                                          <p:spTgt spid="9">
                                            <p:txEl>
                                              <p:pRg st="5" end="5"/>
                                            </p:txEl>
                                          </p:spTgt>
                                        </p:tgtEl>
                                        <p:attrNameLst>
                                          <p:attrName>style.visibility</p:attrName>
                                        </p:attrNameLst>
                                      </p:cBhvr>
                                      <p:to>
                                        <p:strVal val="visible"/>
                                      </p:to>
                                    </p:set>
                                    <p:anim calcmode="lin" valueType="num">
                                      <p:cBhvr additive="base">
                                        <p:cTn id="38" dur="500"/>
                                        <p:tgtEl>
                                          <p:spTgt spid="9">
                                            <p:txEl>
                                              <p:pRg st="5" end="5"/>
                                            </p:txEl>
                                          </p:spTgt>
                                        </p:tgtEl>
                                        <p:attrNameLst>
                                          <p:attrName>ppt_y</p:attrName>
                                        </p:attrNameLst>
                                      </p:cBhvr>
                                      <p:tavLst>
                                        <p:tav tm="0">
                                          <p:val>
                                            <p:strVal val="#ppt_y-#ppt_h*1.125000"/>
                                          </p:val>
                                        </p:tav>
                                        <p:tav tm="100000">
                                          <p:val>
                                            <p:strVal val="#ppt_y"/>
                                          </p:val>
                                        </p:tav>
                                      </p:tavLst>
                                    </p:anim>
                                    <p:animEffect transition="in" filter="wipe(down)">
                                      <p:cBhvr>
                                        <p:cTn id="39" dur="500"/>
                                        <p:tgtEl>
                                          <p:spTgt spid="9">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1" fill="hold" grpId="0" nodeType="clickEffect">
                                  <p:stCondLst>
                                    <p:cond delay="0"/>
                                  </p:stCondLst>
                                  <p:iterate type="wd">
                                    <p:tmPct val="10000"/>
                                  </p:iterate>
                                  <p:childTnLst>
                                    <p:set>
                                      <p:cBhvr>
                                        <p:cTn id="43" dur="1" fill="hold">
                                          <p:stCondLst>
                                            <p:cond delay="0"/>
                                          </p:stCondLst>
                                        </p:cTn>
                                        <p:tgtEl>
                                          <p:spTgt spid="9">
                                            <p:txEl>
                                              <p:pRg st="6" end="6"/>
                                            </p:txEl>
                                          </p:spTgt>
                                        </p:tgtEl>
                                        <p:attrNameLst>
                                          <p:attrName>style.visibility</p:attrName>
                                        </p:attrNameLst>
                                      </p:cBhvr>
                                      <p:to>
                                        <p:strVal val="visible"/>
                                      </p:to>
                                    </p:set>
                                    <p:anim calcmode="lin" valueType="num">
                                      <p:cBhvr additive="base">
                                        <p:cTn id="44" dur="500"/>
                                        <p:tgtEl>
                                          <p:spTgt spid="9">
                                            <p:txEl>
                                              <p:pRg st="6" end="6"/>
                                            </p:txEl>
                                          </p:spTgt>
                                        </p:tgtEl>
                                        <p:attrNameLst>
                                          <p:attrName>ppt_y</p:attrName>
                                        </p:attrNameLst>
                                      </p:cBhvr>
                                      <p:tavLst>
                                        <p:tav tm="0">
                                          <p:val>
                                            <p:strVal val="#ppt_y-#ppt_h*1.125000"/>
                                          </p:val>
                                        </p:tav>
                                        <p:tav tm="100000">
                                          <p:val>
                                            <p:strVal val="#ppt_y"/>
                                          </p:val>
                                        </p:tav>
                                      </p:tavLst>
                                    </p:anim>
                                    <p:animEffect transition="in" filter="wipe(down)">
                                      <p:cBhvr>
                                        <p:cTn id="45" dur="500"/>
                                        <p:tgtEl>
                                          <p:spTgt spid="9">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1" fill="hold" grpId="0" nodeType="clickEffect">
                                  <p:stCondLst>
                                    <p:cond delay="0"/>
                                  </p:stCondLst>
                                  <p:iterate type="wd">
                                    <p:tmPct val="10000"/>
                                  </p:iterate>
                                  <p:childTnLst>
                                    <p:set>
                                      <p:cBhvr>
                                        <p:cTn id="49" dur="1" fill="hold">
                                          <p:stCondLst>
                                            <p:cond delay="0"/>
                                          </p:stCondLst>
                                        </p:cTn>
                                        <p:tgtEl>
                                          <p:spTgt spid="9">
                                            <p:txEl>
                                              <p:pRg st="7" end="7"/>
                                            </p:txEl>
                                          </p:spTgt>
                                        </p:tgtEl>
                                        <p:attrNameLst>
                                          <p:attrName>style.visibility</p:attrName>
                                        </p:attrNameLst>
                                      </p:cBhvr>
                                      <p:to>
                                        <p:strVal val="visible"/>
                                      </p:to>
                                    </p:set>
                                    <p:anim calcmode="lin" valueType="num">
                                      <p:cBhvr additive="base">
                                        <p:cTn id="50" dur="500"/>
                                        <p:tgtEl>
                                          <p:spTgt spid="9">
                                            <p:txEl>
                                              <p:pRg st="7" end="7"/>
                                            </p:txEl>
                                          </p:spTgt>
                                        </p:tgtEl>
                                        <p:attrNameLst>
                                          <p:attrName>ppt_y</p:attrName>
                                        </p:attrNameLst>
                                      </p:cBhvr>
                                      <p:tavLst>
                                        <p:tav tm="0">
                                          <p:val>
                                            <p:strVal val="#ppt_y-#ppt_h*1.125000"/>
                                          </p:val>
                                        </p:tav>
                                        <p:tav tm="100000">
                                          <p:val>
                                            <p:strVal val="#ppt_y"/>
                                          </p:val>
                                        </p:tav>
                                      </p:tavLst>
                                    </p:anim>
                                    <p:animEffect transition="in" filter="wipe(down)">
                                      <p:cBhvr>
                                        <p:cTn id="51" dur="500"/>
                                        <p:tgtEl>
                                          <p:spTgt spid="9">
                                            <p:txEl>
                                              <p:pRg st="7" end="7"/>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1" fill="hold" grpId="0" nodeType="clickEffect">
                                  <p:stCondLst>
                                    <p:cond delay="0"/>
                                  </p:stCondLst>
                                  <p:iterate type="wd">
                                    <p:tmPct val="10000"/>
                                  </p:iterate>
                                  <p:childTnLst>
                                    <p:set>
                                      <p:cBhvr>
                                        <p:cTn id="55" dur="1" fill="hold">
                                          <p:stCondLst>
                                            <p:cond delay="0"/>
                                          </p:stCondLst>
                                        </p:cTn>
                                        <p:tgtEl>
                                          <p:spTgt spid="9">
                                            <p:txEl>
                                              <p:pRg st="9" end="9"/>
                                            </p:txEl>
                                          </p:spTgt>
                                        </p:tgtEl>
                                        <p:attrNameLst>
                                          <p:attrName>style.visibility</p:attrName>
                                        </p:attrNameLst>
                                      </p:cBhvr>
                                      <p:to>
                                        <p:strVal val="visible"/>
                                      </p:to>
                                    </p:set>
                                    <p:anim calcmode="lin" valueType="num">
                                      <p:cBhvr additive="base">
                                        <p:cTn id="56" dur="500"/>
                                        <p:tgtEl>
                                          <p:spTgt spid="9">
                                            <p:txEl>
                                              <p:pRg st="9" end="9"/>
                                            </p:txEl>
                                          </p:spTgt>
                                        </p:tgtEl>
                                        <p:attrNameLst>
                                          <p:attrName>ppt_y</p:attrName>
                                        </p:attrNameLst>
                                      </p:cBhvr>
                                      <p:tavLst>
                                        <p:tav tm="0">
                                          <p:val>
                                            <p:strVal val="#ppt_y-#ppt_h*1.125000"/>
                                          </p:val>
                                        </p:tav>
                                        <p:tav tm="100000">
                                          <p:val>
                                            <p:strVal val="#ppt_y"/>
                                          </p:val>
                                        </p:tav>
                                      </p:tavLst>
                                    </p:anim>
                                    <p:animEffect transition="in" filter="wipe(down)">
                                      <p:cBhvr>
                                        <p:cTn id="57" dur="500"/>
                                        <p:tgtEl>
                                          <p:spTgt spid="9">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xit" presetSubtype="32" fill="hold" grpId="1" nodeType="clickEffect">
                                  <p:stCondLst>
                                    <p:cond delay="0"/>
                                  </p:stCondLst>
                                  <p:childTnLst>
                                    <p:anim calcmode="lin" valueType="num">
                                      <p:cBhvr>
                                        <p:cTn id="61" dur="500"/>
                                        <p:tgtEl>
                                          <p:spTgt spid="8">
                                            <p:txEl>
                                              <p:pRg st="0" end="0"/>
                                            </p:txEl>
                                          </p:spTgt>
                                        </p:tgtEl>
                                        <p:attrNameLst>
                                          <p:attrName>ppt_w</p:attrName>
                                        </p:attrNameLst>
                                      </p:cBhvr>
                                      <p:tavLst>
                                        <p:tav tm="0">
                                          <p:val>
                                            <p:strVal val="ppt_w"/>
                                          </p:val>
                                        </p:tav>
                                        <p:tav tm="100000">
                                          <p:val>
                                            <p:fltVal val="0"/>
                                          </p:val>
                                        </p:tav>
                                      </p:tavLst>
                                    </p:anim>
                                    <p:anim calcmode="lin" valueType="num">
                                      <p:cBhvr>
                                        <p:cTn id="62"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63" dur="500"/>
                                        <p:tgtEl>
                                          <p:spTgt spid="8">
                                            <p:txEl>
                                              <p:pRg st="0" end="0"/>
                                            </p:txEl>
                                          </p:spTgt>
                                        </p:tgtEl>
                                      </p:cBhvr>
                                    </p:animEffect>
                                    <p:set>
                                      <p:cBhvr>
                                        <p:cTn id="64" dur="1" fill="hold">
                                          <p:stCondLst>
                                            <p:cond delay="499"/>
                                          </p:stCondLst>
                                        </p:cTn>
                                        <p:tgtEl>
                                          <p:spTgt spid="8">
                                            <p:txEl>
                                              <p:pRg st="0" end="0"/>
                                            </p:txEl>
                                          </p:spTgt>
                                        </p:tgtEl>
                                        <p:attrNameLst>
                                          <p:attrName>style.visibility</p:attrName>
                                        </p:attrNameLst>
                                      </p:cBhvr>
                                      <p:to>
                                        <p:strVal val="hidden"/>
                                      </p:to>
                                    </p:set>
                                  </p:childTnLst>
                                </p:cTn>
                              </p:par>
                              <p:par>
                                <p:cTn id="65" presetID="53" presetClass="exit" presetSubtype="32" fill="hold" grpId="1" nodeType="withEffect">
                                  <p:stCondLst>
                                    <p:cond delay="0"/>
                                  </p:stCondLst>
                                  <p:iterate type="wd">
                                    <p:tmPct val="0"/>
                                  </p:iterate>
                                  <p:childTnLst>
                                    <p:anim calcmode="lin" valueType="num">
                                      <p:cBhvr>
                                        <p:cTn id="66" dur="500"/>
                                        <p:tgtEl>
                                          <p:spTgt spid="9">
                                            <p:txEl>
                                              <p:pRg st="0" end="0"/>
                                            </p:txEl>
                                          </p:spTgt>
                                        </p:tgtEl>
                                        <p:attrNameLst>
                                          <p:attrName>ppt_w</p:attrName>
                                        </p:attrNameLst>
                                      </p:cBhvr>
                                      <p:tavLst>
                                        <p:tav tm="0">
                                          <p:val>
                                            <p:strVal val="ppt_w"/>
                                          </p:val>
                                        </p:tav>
                                        <p:tav tm="100000">
                                          <p:val>
                                            <p:fltVal val="0"/>
                                          </p:val>
                                        </p:tav>
                                      </p:tavLst>
                                    </p:anim>
                                    <p:anim calcmode="lin" valueType="num">
                                      <p:cBhvr>
                                        <p:cTn id="67" dur="500"/>
                                        <p:tgtEl>
                                          <p:spTgt spid="9">
                                            <p:txEl>
                                              <p:pRg st="0" end="0"/>
                                            </p:txEl>
                                          </p:spTgt>
                                        </p:tgtEl>
                                        <p:attrNameLst>
                                          <p:attrName>ppt_h</p:attrName>
                                        </p:attrNameLst>
                                      </p:cBhvr>
                                      <p:tavLst>
                                        <p:tav tm="0">
                                          <p:val>
                                            <p:strVal val="ppt_h"/>
                                          </p:val>
                                        </p:tav>
                                        <p:tav tm="100000">
                                          <p:val>
                                            <p:fltVal val="0"/>
                                          </p:val>
                                        </p:tav>
                                      </p:tavLst>
                                    </p:anim>
                                    <p:animEffect transition="out" filter="fade">
                                      <p:cBhvr>
                                        <p:cTn id="68" dur="500"/>
                                        <p:tgtEl>
                                          <p:spTgt spid="9">
                                            <p:txEl>
                                              <p:pRg st="0" end="0"/>
                                            </p:txEl>
                                          </p:spTgt>
                                        </p:tgtEl>
                                      </p:cBhvr>
                                    </p:animEffect>
                                    <p:set>
                                      <p:cBhvr>
                                        <p:cTn id="69" dur="1" fill="hold">
                                          <p:stCondLst>
                                            <p:cond delay="499"/>
                                          </p:stCondLst>
                                        </p:cTn>
                                        <p:tgtEl>
                                          <p:spTgt spid="9">
                                            <p:txEl>
                                              <p:pRg st="0" end="0"/>
                                            </p:txEl>
                                          </p:spTgt>
                                        </p:tgtEl>
                                        <p:attrNameLst>
                                          <p:attrName>style.visibility</p:attrName>
                                        </p:attrNameLst>
                                      </p:cBhvr>
                                      <p:to>
                                        <p:strVal val="hidden"/>
                                      </p:to>
                                    </p:set>
                                  </p:childTnLst>
                                </p:cTn>
                              </p:par>
                              <p:par>
                                <p:cTn id="70" presetID="53" presetClass="exit" presetSubtype="32" fill="hold" grpId="1" nodeType="withEffect">
                                  <p:stCondLst>
                                    <p:cond delay="0"/>
                                  </p:stCondLst>
                                  <p:iterate type="wd">
                                    <p:tmPct val="0"/>
                                  </p:iterate>
                                  <p:childTnLst>
                                    <p:anim calcmode="lin" valueType="num">
                                      <p:cBhvr>
                                        <p:cTn id="71" dur="500"/>
                                        <p:tgtEl>
                                          <p:spTgt spid="9">
                                            <p:txEl>
                                              <p:pRg st="1" end="1"/>
                                            </p:txEl>
                                          </p:spTgt>
                                        </p:tgtEl>
                                        <p:attrNameLst>
                                          <p:attrName>ppt_w</p:attrName>
                                        </p:attrNameLst>
                                      </p:cBhvr>
                                      <p:tavLst>
                                        <p:tav tm="0">
                                          <p:val>
                                            <p:strVal val="ppt_w"/>
                                          </p:val>
                                        </p:tav>
                                        <p:tav tm="100000">
                                          <p:val>
                                            <p:fltVal val="0"/>
                                          </p:val>
                                        </p:tav>
                                      </p:tavLst>
                                    </p:anim>
                                    <p:anim calcmode="lin" valueType="num">
                                      <p:cBhvr>
                                        <p:cTn id="72" dur="500"/>
                                        <p:tgtEl>
                                          <p:spTgt spid="9">
                                            <p:txEl>
                                              <p:pRg st="1" end="1"/>
                                            </p:txEl>
                                          </p:spTgt>
                                        </p:tgtEl>
                                        <p:attrNameLst>
                                          <p:attrName>ppt_h</p:attrName>
                                        </p:attrNameLst>
                                      </p:cBhvr>
                                      <p:tavLst>
                                        <p:tav tm="0">
                                          <p:val>
                                            <p:strVal val="ppt_h"/>
                                          </p:val>
                                        </p:tav>
                                        <p:tav tm="100000">
                                          <p:val>
                                            <p:fltVal val="0"/>
                                          </p:val>
                                        </p:tav>
                                      </p:tavLst>
                                    </p:anim>
                                    <p:animEffect transition="out" filter="fade">
                                      <p:cBhvr>
                                        <p:cTn id="73" dur="500"/>
                                        <p:tgtEl>
                                          <p:spTgt spid="9">
                                            <p:txEl>
                                              <p:pRg st="1" end="1"/>
                                            </p:txEl>
                                          </p:spTgt>
                                        </p:tgtEl>
                                      </p:cBhvr>
                                    </p:animEffect>
                                    <p:set>
                                      <p:cBhvr>
                                        <p:cTn id="74" dur="1" fill="hold">
                                          <p:stCondLst>
                                            <p:cond delay="499"/>
                                          </p:stCondLst>
                                        </p:cTn>
                                        <p:tgtEl>
                                          <p:spTgt spid="9">
                                            <p:txEl>
                                              <p:pRg st="1" end="1"/>
                                            </p:txEl>
                                          </p:spTgt>
                                        </p:tgtEl>
                                        <p:attrNameLst>
                                          <p:attrName>style.visibility</p:attrName>
                                        </p:attrNameLst>
                                      </p:cBhvr>
                                      <p:to>
                                        <p:strVal val="hidden"/>
                                      </p:to>
                                    </p:set>
                                  </p:childTnLst>
                                </p:cTn>
                              </p:par>
                              <p:par>
                                <p:cTn id="75" presetID="53" presetClass="exit" presetSubtype="32" fill="hold" grpId="1" nodeType="withEffect">
                                  <p:stCondLst>
                                    <p:cond delay="0"/>
                                  </p:stCondLst>
                                  <p:iterate type="wd">
                                    <p:tmPct val="0"/>
                                  </p:iterate>
                                  <p:childTnLst>
                                    <p:anim calcmode="lin" valueType="num">
                                      <p:cBhvr>
                                        <p:cTn id="76" dur="500"/>
                                        <p:tgtEl>
                                          <p:spTgt spid="9">
                                            <p:txEl>
                                              <p:pRg st="3" end="3"/>
                                            </p:txEl>
                                          </p:spTgt>
                                        </p:tgtEl>
                                        <p:attrNameLst>
                                          <p:attrName>ppt_w</p:attrName>
                                        </p:attrNameLst>
                                      </p:cBhvr>
                                      <p:tavLst>
                                        <p:tav tm="0">
                                          <p:val>
                                            <p:strVal val="ppt_w"/>
                                          </p:val>
                                        </p:tav>
                                        <p:tav tm="100000">
                                          <p:val>
                                            <p:fltVal val="0"/>
                                          </p:val>
                                        </p:tav>
                                      </p:tavLst>
                                    </p:anim>
                                    <p:anim calcmode="lin" valueType="num">
                                      <p:cBhvr>
                                        <p:cTn id="77" dur="500"/>
                                        <p:tgtEl>
                                          <p:spTgt spid="9">
                                            <p:txEl>
                                              <p:pRg st="3" end="3"/>
                                            </p:txEl>
                                          </p:spTgt>
                                        </p:tgtEl>
                                        <p:attrNameLst>
                                          <p:attrName>ppt_h</p:attrName>
                                        </p:attrNameLst>
                                      </p:cBhvr>
                                      <p:tavLst>
                                        <p:tav tm="0">
                                          <p:val>
                                            <p:strVal val="ppt_h"/>
                                          </p:val>
                                        </p:tav>
                                        <p:tav tm="100000">
                                          <p:val>
                                            <p:fltVal val="0"/>
                                          </p:val>
                                        </p:tav>
                                      </p:tavLst>
                                    </p:anim>
                                    <p:animEffect transition="out" filter="fade">
                                      <p:cBhvr>
                                        <p:cTn id="78" dur="500"/>
                                        <p:tgtEl>
                                          <p:spTgt spid="9">
                                            <p:txEl>
                                              <p:pRg st="3" end="3"/>
                                            </p:txEl>
                                          </p:spTgt>
                                        </p:tgtEl>
                                      </p:cBhvr>
                                    </p:animEffect>
                                    <p:set>
                                      <p:cBhvr>
                                        <p:cTn id="79" dur="1" fill="hold">
                                          <p:stCondLst>
                                            <p:cond delay="499"/>
                                          </p:stCondLst>
                                        </p:cTn>
                                        <p:tgtEl>
                                          <p:spTgt spid="9">
                                            <p:txEl>
                                              <p:pRg st="3" end="3"/>
                                            </p:txEl>
                                          </p:spTgt>
                                        </p:tgtEl>
                                        <p:attrNameLst>
                                          <p:attrName>style.visibility</p:attrName>
                                        </p:attrNameLst>
                                      </p:cBhvr>
                                      <p:to>
                                        <p:strVal val="hidden"/>
                                      </p:to>
                                    </p:set>
                                  </p:childTnLst>
                                </p:cTn>
                              </p:par>
                              <p:par>
                                <p:cTn id="80" presetID="53" presetClass="exit" presetSubtype="32" fill="hold" grpId="1" nodeType="withEffect">
                                  <p:stCondLst>
                                    <p:cond delay="0"/>
                                  </p:stCondLst>
                                  <p:iterate type="wd">
                                    <p:tmPct val="0"/>
                                  </p:iterate>
                                  <p:childTnLst>
                                    <p:anim calcmode="lin" valueType="num">
                                      <p:cBhvr>
                                        <p:cTn id="81" dur="500"/>
                                        <p:tgtEl>
                                          <p:spTgt spid="9">
                                            <p:txEl>
                                              <p:pRg st="4" end="4"/>
                                            </p:txEl>
                                          </p:spTgt>
                                        </p:tgtEl>
                                        <p:attrNameLst>
                                          <p:attrName>ppt_w</p:attrName>
                                        </p:attrNameLst>
                                      </p:cBhvr>
                                      <p:tavLst>
                                        <p:tav tm="0">
                                          <p:val>
                                            <p:strVal val="ppt_w"/>
                                          </p:val>
                                        </p:tav>
                                        <p:tav tm="100000">
                                          <p:val>
                                            <p:fltVal val="0"/>
                                          </p:val>
                                        </p:tav>
                                      </p:tavLst>
                                    </p:anim>
                                    <p:anim calcmode="lin" valueType="num">
                                      <p:cBhvr>
                                        <p:cTn id="82" dur="500"/>
                                        <p:tgtEl>
                                          <p:spTgt spid="9">
                                            <p:txEl>
                                              <p:pRg st="4" end="4"/>
                                            </p:txEl>
                                          </p:spTgt>
                                        </p:tgtEl>
                                        <p:attrNameLst>
                                          <p:attrName>ppt_h</p:attrName>
                                        </p:attrNameLst>
                                      </p:cBhvr>
                                      <p:tavLst>
                                        <p:tav tm="0">
                                          <p:val>
                                            <p:strVal val="ppt_h"/>
                                          </p:val>
                                        </p:tav>
                                        <p:tav tm="100000">
                                          <p:val>
                                            <p:fltVal val="0"/>
                                          </p:val>
                                        </p:tav>
                                      </p:tavLst>
                                    </p:anim>
                                    <p:animEffect transition="out" filter="fade">
                                      <p:cBhvr>
                                        <p:cTn id="83" dur="500"/>
                                        <p:tgtEl>
                                          <p:spTgt spid="9">
                                            <p:txEl>
                                              <p:pRg st="4" end="4"/>
                                            </p:txEl>
                                          </p:spTgt>
                                        </p:tgtEl>
                                      </p:cBhvr>
                                    </p:animEffect>
                                    <p:set>
                                      <p:cBhvr>
                                        <p:cTn id="84" dur="1" fill="hold">
                                          <p:stCondLst>
                                            <p:cond delay="499"/>
                                          </p:stCondLst>
                                        </p:cTn>
                                        <p:tgtEl>
                                          <p:spTgt spid="9">
                                            <p:txEl>
                                              <p:pRg st="4" end="4"/>
                                            </p:txEl>
                                          </p:spTgt>
                                        </p:tgtEl>
                                        <p:attrNameLst>
                                          <p:attrName>style.visibility</p:attrName>
                                        </p:attrNameLst>
                                      </p:cBhvr>
                                      <p:to>
                                        <p:strVal val="hidden"/>
                                      </p:to>
                                    </p:set>
                                  </p:childTnLst>
                                </p:cTn>
                              </p:par>
                              <p:par>
                                <p:cTn id="85" presetID="53" presetClass="exit" presetSubtype="32" fill="hold" grpId="1" nodeType="withEffect">
                                  <p:stCondLst>
                                    <p:cond delay="0"/>
                                  </p:stCondLst>
                                  <p:iterate type="wd">
                                    <p:tmPct val="0"/>
                                  </p:iterate>
                                  <p:childTnLst>
                                    <p:anim calcmode="lin" valueType="num">
                                      <p:cBhvr>
                                        <p:cTn id="86" dur="500"/>
                                        <p:tgtEl>
                                          <p:spTgt spid="9">
                                            <p:txEl>
                                              <p:pRg st="5" end="5"/>
                                            </p:txEl>
                                          </p:spTgt>
                                        </p:tgtEl>
                                        <p:attrNameLst>
                                          <p:attrName>ppt_w</p:attrName>
                                        </p:attrNameLst>
                                      </p:cBhvr>
                                      <p:tavLst>
                                        <p:tav tm="0">
                                          <p:val>
                                            <p:strVal val="ppt_w"/>
                                          </p:val>
                                        </p:tav>
                                        <p:tav tm="100000">
                                          <p:val>
                                            <p:fltVal val="0"/>
                                          </p:val>
                                        </p:tav>
                                      </p:tavLst>
                                    </p:anim>
                                    <p:anim calcmode="lin" valueType="num">
                                      <p:cBhvr>
                                        <p:cTn id="87" dur="500"/>
                                        <p:tgtEl>
                                          <p:spTgt spid="9">
                                            <p:txEl>
                                              <p:pRg st="5" end="5"/>
                                            </p:txEl>
                                          </p:spTgt>
                                        </p:tgtEl>
                                        <p:attrNameLst>
                                          <p:attrName>ppt_h</p:attrName>
                                        </p:attrNameLst>
                                      </p:cBhvr>
                                      <p:tavLst>
                                        <p:tav tm="0">
                                          <p:val>
                                            <p:strVal val="ppt_h"/>
                                          </p:val>
                                        </p:tav>
                                        <p:tav tm="100000">
                                          <p:val>
                                            <p:fltVal val="0"/>
                                          </p:val>
                                        </p:tav>
                                      </p:tavLst>
                                    </p:anim>
                                    <p:animEffect transition="out" filter="fade">
                                      <p:cBhvr>
                                        <p:cTn id="88" dur="500"/>
                                        <p:tgtEl>
                                          <p:spTgt spid="9">
                                            <p:txEl>
                                              <p:pRg st="5" end="5"/>
                                            </p:txEl>
                                          </p:spTgt>
                                        </p:tgtEl>
                                      </p:cBhvr>
                                    </p:animEffect>
                                    <p:set>
                                      <p:cBhvr>
                                        <p:cTn id="89" dur="1" fill="hold">
                                          <p:stCondLst>
                                            <p:cond delay="499"/>
                                          </p:stCondLst>
                                        </p:cTn>
                                        <p:tgtEl>
                                          <p:spTgt spid="9">
                                            <p:txEl>
                                              <p:pRg st="5" end="5"/>
                                            </p:txEl>
                                          </p:spTgt>
                                        </p:tgtEl>
                                        <p:attrNameLst>
                                          <p:attrName>style.visibility</p:attrName>
                                        </p:attrNameLst>
                                      </p:cBhvr>
                                      <p:to>
                                        <p:strVal val="hidden"/>
                                      </p:to>
                                    </p:set>
                                  </p:childTnLst>
                                </p:cTn>
                              </p:par>
                              <p:par>
                                <p:cTn id="90" presetID="53" presetClass="exit" presetSubtype="32" fill="hold" grpId="1" nodeType="withEffect">
                                  <p:stCondLst>
                                    <p:cond delay="0"/>
                                  </p:stCondLst>
                                  <p:iterate type="wd">
                                    <p:tmPct val="0"/>
                                  </p:iterate>
                                  <p:childTnLst>
                                    <p:anim calcmode="lin" valueType="num">
                                      <p:cBhvr>
                                        <p:cTn id="91" dur="500"/>
                                        <p:tgtEl>
                                          <p:spTgt spid="9">
                                            <p:txEl>
                                              <p:pRg st="6" end="6"/>
                                            </p:txEl>
                                          </p:spTgt>
                                        </p:tgtEl>
                                        <p:attrNameLst>
                                          <p:attrName>ppt_w</p:attrName>
                                        </p:attrNameLst>
                                      </p:cBhvr>
                                      <p:tavLst>
                                        <p:tav tm="0">
                                          <p:val>
                                            <p:strVal val="ppt_w"/>
                                          </p:val>
                                        </p:tav>
                                        <p:tav tm="100000">
                                          <p:val>
                                            <p:fltVal val="0"/>
                                          </p:val>
                                        </p:tav>
                                      </p:tavLst>
                                    </p:anim>
                                    <p:anim calcmode="lin" valueType="num">
                                      <p:cBhvr>
                                        <p:cTn id="92" dur="500"/>
                                        <p:tgtEl>
                                          <p:spTgt spid="9">
                                            <p:txEl>
                                              <p:pRg st="6" end="6"/>
                                            </p:txEl>
                                          </p:spTgt>
                                        </p:tgtEl>
                                        <p:attrNameLst>
                                          <p:attrName>ppt_h</p:attrName>
                                        </p:attrNameLst>
                                      </p:cBhvr>
                                      <p:tavLst>
                                        <p:tav tm="0">
                                          <p:val>
                                            <p:strVal val="ppt_h"/>
                                          </p:val>
                                        </p:tav>
                                        <p:tav tm="100000">
                                          <p:val>
                                            <p:fltVal val="0"/>
                                          </p:val>
                                        </p:tav>
                                      </p:tavLst>
                                    </p:anim>
                                    <p:animEffect transition="out" filter="fade">
                                      <p:cBhvr>
                                        <p:cTn id="93" dur="500"/>
                                        <p:tgtEl>
                                          <p:spTgt spid="9">
                                            <p:txEl>
                                              <p:pRg st="6" end="6"/>
                                            </p:txEl>
                                          </p:spTgt>
                                        </p:tgtEl>
                                      </p:cBhvr>
                                    </p:animEffect>
                                    <p:set>
                                      <p:cBhvr>
                                        <p:cTn id="94" dur="1" fill="hold">
                                          <p:stCondLst>
                                            <p:cond delay="499"/>
                                          </p:stCondLst>
                                        </p:cTn>
                                        <p:tgtEl>
                                          <p:spTgt spid="9">
                                            <p:txEl>
                                              <p:pRg st="6" end="6"/>
                                            </p:txEl>
                                          </p:spTgt>
                                        </p:tgtEl>
                                        <p:attrNameLst>
                                          <p:attrName>style.visibility</p:attrName>
                                        </p:attrNameLst>
                                      </p:cBhvr>
                                      <p:to>
                                        <p:strVal val="hidden"/>
                                      </p:to>
                                    </p:set>
                                  </p:childTnLst>
                                </p:cTn>
                              </p:par>
                              <p:par>
                                <p:cTn id="95" presetID="53" presetClass="exit" presetSubtype="32" fill="hold" grpId="1" nodeType="withEffect">
                                  <p:stCondLst>
                                    <p:cond delay="0"/>
                                  </p:stCondLst>
                                  <p:iterate type="wd">
                                    <p:tmPct val="0"/>
                                  </p:iterate>
                                  <p:childTnLst>
                                    <p:anim calcmode="lin" valueType="num">
                                      <p:cBhvr>
                                        <p:cTn id="96" dur="500"/>
                                        <p:tgtEl>
                                          <p:spTgt spid="9">
                                            <p:txEl>
                                              <p:pRg st="7" end="7"/>
                                            </p:txEl>
                                          </p:spTgt>
                                        </p:tgtEl>
                                        <p:attrNameLst>
                                          <p:attrName>ppt_w</p:attrName>
                                        </p:attrNameLst>
                                      </p:cBhvr>
                                      <p:tavLst>
                                        <p:tav tm="0">
                                          <p:val>
                                            <p:strVal val="ppt_w"/>
                                          </p:val>
                                        </p:tav>
                                        <p:tav tm="100000">
                                          <p:val>
                                            <p:fltVal val="0"/>
                                          </p:val>
                                        </p:tav>
                                      </p:tavLst>
                                    </p:anim>
                                    <p:anim calcmode="lin" valueType="num">
                                      <p:cBhvr>
                                        <p:cTn id="97" dur="500"/>
                                        <p:tgtEl>
                                          <p:spTgt spid="9">
                                            <p:txEl>
                                              <p:pRg st="7" end="7"/>
                                            </p:txEl>
                                          </p:spTgt>
                                        </p:tgtEl>
                                        <p:attrNameLst>
                                          <p:attrName>ppt_h</p:attrName>
                                        </p:attrNameLst>
                                      </p:cBhvr>
                                      <p:tavLst>
                                        <p:tav tm="0">
                                          <p:val>
                                            <p:strVal val="ppt_h"/>
                                          </p:val>
                                        </p:tav>
                                        <p:tav tm="100000">
                                          <p:val>
                                            <p:fltVal val="0"/>
                                          </p:val>
                                        </p:tav>
                                      </p:tavLst>
                                    </p:anim>
                                    <p:animEffect transition="out" filter="fade">
                                      <p:cBhvr>
                                        <p:cTn id="98" dur="500"/>
                                        <p:tgtEl>
                                          <p:spTgt spid="9">
                                            <p:txEl>
                                              <p:pRg st="7" end="7"/>
                                            </p:txEl>
                                          </p:spTgt>
                                        </p:tgtEl>
                                      </p:cBhvr>
                                    </p:animEffect>
                                    <p:set>
                                      <p:cBhvr>
                                        <p:cTn id="99" dur="1" fill="hold">
                                          <p:stCondLst>
                                            <p:cond delay="499"/>
                                          </p:stCondLst>
                                        </p:cTn>
                                        <p:tgtEl>
                                          <p:spTgt spid="9">
                                            <p:txEl>
                                              <p:pRg st="7" end="7"/>
                                            </p:txEl>
                                          </p:spTgt>
                                        </p:tgtEl>
                                        <p:attrNameLst>
                                          <p:attrName>style.visibility</p:attrName>
                                        </p:attrNameLst>
                                      </p:cBhvr>
                                      <p:to>
                                        <p:strVal val="hidden"/>
                                      </p:to>
                                    </p:set>
                                  </p:childTnLst>
                                </p:cTn>
                              </p:par>
                              <p:par>
                                <p:cTn id="100" presetID="53" presetClass="exit" presetSubtype="32" fill="hold" grpId="1" nodeType="withEffect">
                                  <p:stCondLst>
                                    <p:cond delay="0"/>
                                  </p:stCondLst>
                                  <p:iterate type="wd">
                                    <p:tmPct val="0"/>
                                  </p:iterate>
                                  <p:childTnLst>
                                    <p:anim calcmode="lin" valueType="num">
                                      <p:cBhvr>
                                        <p:cTn id="101" dur="500"/>
                                        <p:tgtEl>
                                          <p:spTgt spid="9">
                                            <p:txEl>
                                              <p:pRg st="9" end="9"/>
                                            </p:txEl>
                                          </p:spTgt>
                                        </p:tgtEl>
                                        <p:attrNameLst>
                                          <p:attrName>ppt_w</p:attrName>
                                        </p:attrNameLst>
                                      </p:cBhvr>
                                      <p:tavLst>
                                        <p:tav tm="0">
                                          <p:val>
                                            <p:strVal val="ppt_w"/>
                                          </p:val>
                                        </p:tav>
                                        <p:tav tm="100000">
                                          <p:val>
                                            <p:fltVal val="0"/>
                                          </p:val>
                                        </p:tav>
                                      </p:tavLst>
                                    </p:anim>
                                    <p:anim calcmode="lin" valueType="num">
                                      <p:cBhvr>
                                        <p:cTn id="102" dur="500"/>
                                        <p:tgtEl>
                                          <p:spTgt spid="9">
                                            <p:txEl>
                                              <p:pRg st="9" end="9"/>
                                            </p:txEl>
                                          </p:spTgt>
                                        </p:tgtEl>
                                        <p:attrNameLst>
                                          <p:attrName>ppt_h</p:attrName>
                                        </p:attrNameLst>
                                      </p:cBhvr>
                                      <p:tavLst>
                                        <p:tav tm="0">
                                          <p:val>
                                            <p:strVal val="ppt_h"/>
                                          </p:val>
                                        </p:tav>
                                        <p:tav tm="100000">
                                          <p:val>
                                            <p:fltVal val="0"/>
                                          </p:val>
                                        </p:tav>
                                      </p:tavLst>
                                    </p:anim>
                                    <p:animEffect transition="out" filter="fade">
                                      <p:cBhvr>
                                        <p:cTn id="103" dur="500"/>
                                        <p:tgtEl>
                                          <p:spTgt spid="9">
                                            <p:txEl>
                                              <p:pRg st="9" end="9"/>
                                            </p:txEl>
                                          </p:spTgt>
                                        </p:tgtEl>
                                      </p:cBhvr>
                                    </p:animEffect>
                                    <p:set>
                                      <p:cBhvr>
                                        <p:cTn id="104" dur="1" fill="hold">
                                          <p:stCondLst>
                                            <p:cond delay="499"/>
                                          </p:stCondLst>
                                        </p:cTn>
                                        <p:tgtEl>
                                          <p:spTgt spid="9">
                                            <p:txEl>
                                              <p:pRg st="9" end="9"/>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8" grpId="1" build="allAtOnce"/>
      <p:bldP spid="9" grpId="0" build="allAtOnce"/>
      <p:bldP spid="9" grpId="1" build="allAtOnce"/>
    </p:bldLst>
  </p:timing>
</p:sld>
</file>

<file path=ppt/slides/slide55.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8D5C1EB0-F6BE-61E2-4B23-A99393E4705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4892630-D1BB-5FD4-D807-83999A64B1AE}"/>
              </a:ext>
            </a:extLst>
          </p:cNvPr>
          <p:cNvSpPr txBox="1"/>
          <p:nvPr/>
        </p:nvSpPr>
        <p:spPr>
          <a:xfrm>
            <a:off x="301557" y="6335903"/>
            <a:ext cx="8568122" cy="415498"/>
          </a:xfrm>
          <a:prstGeom prst="rect">
            <a:avLst/>
          </a:prstGeom>
          <a:noFill/>
        </p:spPr>
        <p:txBody>
          <a:bodyPr wrap="square">
            <a:spAutoFit/>
          </a:bodyPr>
          <a:lstStyle/>
          <a:p>
            <a:pPr algn="ctr">
              <a:defRPr sz="6000">
                <a:solidFill>
                  <a:srgbClr val="FFFFFF"/>
                </a:solidFill>
                <a:latin typeface="Arial"/>
              </a:defRPr>
            </a:pPr>
            <a:r>
              <a:rPr lang="en-US" sz="700" dirty="0">
                <a:latin typeface="Inter" panose="02000503000000020004" pitchFamily="2" charset="0"/>
                <a:ea typeface="Inter" panose="02000503000000020004" pitchFamily="2" charset="0"/>
              </a:rPr>
              <a:t>© 2025 Synergy Network. Proprietary and Confidential.</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Synergy Cross-Chain Protocol™, Proof-of-Synergy Consensus™, SynQ™, and Aegis Post-Quantum Cryptography Core™ technologies are Patent Pending.</a:t>
            </a:r>
            <a:br>
              <a:rPr lang="en-US" sz="700" dirty="0">
                <a:latin typeface="Inter" panose="02000503000000020004" pitchFamily="2" charset="0"/>
                <a:ea typeface="Inter" panose="02000503000000020004" pitchFamily="2" charset="0"/>
              </a:rPr>
            </a:br>
            <a:r>
              <a:rPr lang="en-US" sz="700" dirty="0">
                <a:latin typeface="Inter" panose="02000503000000020004" pitchFamily="2" charset="0"/>
                <a:ea typeface="Inter" panose="02000503000000020004" pitchFamily="2" charset="0"/>
              </a:rPr>
              <a:t>Reproduction or disclosure without written authorization is prohibited.</a:t>
            </a:r>
            <a:endParaRPr sz="700" b="1" dirty="0">
              <a:latin typeface="Inter" panose="02000503000000020004" pitchFamily="2" charset="0"/>
              <a:ea typeface="Inter" panose="02000503000000020004" pitchFamily="2" charset="0"/>
            </a:endParaRPr>
          </a:p>
        </p:txBody>
      </p:sp>
      <p:pic>
        <p:nvPicPr>
          <p:cNvPr id="3" name="Picture 2" descr="A blue and green circle&#10;&#10;AI-generated content may be incorrect.">
            <a:extLst>
              <a:ext uri="{FF2B5EF4-FFF2-40B4-BE49-F238E27FC236}">
                <a16:creationId xmlns:a16="http://schemas.microsoft.com/office/drawing/2014/main" id="{90A17BA1-ECAA-9F8B-C6A3-20B0F5ADCA91}"/>
              </a:ext>
            </a:extLst>
          </p:cNvPr>
          <p:cNvPicPr>
            <a:picLocks noChangeAspect="1"/>
          </p:cNvPicPr>
          <p:nvPr/>
        </p:nvPicPr>
        <p:blipFill>
          <a:blip r:embed="rId2">
            <a:alphaModFix amt="50000"/>
          </a:blip>
          <a:stretch>
            <a:fillRect/>
          </a:stretch>
        </p:blipFill>
        <p:spPr>
          <a:xfrm>
            <a:off x="3357101" y="1046777"/>
            <a:ext cx="2429798" cy="2429798"/>
          </a:xfrm>
          <a:prstGeom prst="rect">
            <a:avLst/>
          </a:prstGeom>
        </p:spPr>
      </p:pic>
      <p:sp>
        <p:nvSpPr>
          <p:cNvPr id="7" name="TextBox 6">
            <a:extLst>
              <a:ext uri="{FF2B5EF4-FFF2-40B4-BE49-F238E27FC236}">
                <a16:creationId xmlns:a16="http://schemas.microsoft.com/office/drawing/2014/main" id="{67719906-18BC-21D6-7EEC-949B028CA660}"/>
              </a:ext>
            </a:extLst>
          </p:cNvPr>
          <p:cNvSpPr txBox="1"/>
          <p:nvPr/>
        </p:nvSpPr>
        <p:spPr>
          <a:xfrm>
            <a:off x="1502399" y="1838046"/>
            <a:ext cx="6139203" cy="769441"/>
          </a:xfrm>
          <a:prstGeom prst="rect">
            <a:avLst/>
          </a:prstGeom>
          <a:noFill/>
        </p:spPr>
        <p:txBody>
          <a:bodyPr wrap="square">
            <a:spAutoFit/>
          </a:bodyPr>
          <a:lstStyle/>
          <a:p>
            <a:pPr algn="ctr">
              <a:defRPr sz="6000">
                <a:solidFill>
                  <a:srgbClr val="FFFFFF"/>
                </a:solidFill>
                <a:latin typeface="Arial"/>
              </a:defRPr>
            </a:pPr>
            <a:r>
              <a:rPr sz="4400" b="1" dirty="0">
                <a:latin typeface="Orbitron Black" pitchFamily="2" charset="0"/>
              </a:rPr>
              <a:t>Synergy </a:t>
            </a:r>
            <a:r>
              <a:rPr lang="en-US" sz="4400" b="1" dirty="0">
                <a:latin typeface="Orbitron Black" pitchFamily="2" charset="0"/>
              </a:rPr>
              <a:t> </a:t>
            </a:r>
            <a:r>
              <a:rPr sz="4400" b="1" dirty="0">
                <a:latin typeface="Orbitron Black" pitchFamily="2" charset="0"/>
              </a:rPr>
              <a:t>Network</a:t>
            </a:r>
          </a:p>
        </p:txBody>
      </p:sp>
      <p:sp>
        <p:nvSpPr>
          <p:cNvPr id="8" name="TextBox 7">
            <a:extLst>
              <a:ext uri="{FF2B5EF4-FFF2-40B4-BE49-F238E27FC236}">
                <a16:creationId xmlns:a16="http://schemas.microsoft.com/office/drawing/2014/main" id="{CCEC86EB-9B86-D6A9-D30D-F5383115EB1E}"/>
              </a:ext>
            </a:extLst>
          </p:cNvPr>
          <p:cNvSpPr txBox="1"/>
          <p:nvPr/>
        </p:nvSpPr>
        <p:spPr>
          <a:xfrm>
            <a:off x="1184080" y="4049397"/>
            <a:ext cx="6775839" cy="923330"/>
          </a:xfrm>
          <a:prstGeom prst="rect">
            <a:avLst/>
          </a:prstGeom>
          <a:noFill/>
        </p:spPr>
        <p:txBody>
          <a:bodyPr wrap="square" rtlCol="0" anchor="ctr">
            <a:spAutoFit/>
          </a:bodyPr>
          <a:lstStyle/>
          <a:p>
            <a:pPr algn="ctr"/>
            <a:r>
              <a:rPr lang="en-US" b="1" spc="300" dirty="0">
                <a:solidFill>
                  <a:schemeClr val="bg1"/>
                </a:solidFill>
                <a:latin typeface="Orbitron SemiBold" pitchFamily="2" charset="0"/>
              </a:rPr>
              <a:t>Logic. Connection. Consensus. Security.</a:t>
            </a:r>
          </a:p>
          <a:p>
            <a:pPr algn="ctr"/>
            <a:endParaRPr lang="en-US" b="1" spc="300" dirty="0">
              <a:solidFill>
                <a:schemeClr val="bg1"/>
              </a:solidFill>
              <a:latin typeface="Orbitron SemiBold" pitchFamily="2" charset="0"/>
            </a:endParaRPr>
          </a:p>
          <a:p>
            <a:pPr algn="ctr"/>
            <a:r>
              <a:rPr lang="en-US" b="1" spc="300" dirty="0">
                <a:solidFill>
                  <a:schemeClr val="bg1"/>
                </a:solidFill>
                <a:latin typeface="Orbitron SemiBold" pitchFamily="2" charset="0"/>
              </a:rPr>
              <a:t>Evolving Together.</a:t>
            </a:r>
          </a:p>
        </p:txBody>
      </p:sp>
      <p:pic>
        <p:nvPicPr>
          <p:cNvPr id="9" name="Picture 8" descr="synergy_4color_gradient.png">
            <a:extLst>
              <a:ext uri="{FF2B5EF4-FFF2-40B4-BE49-F238E27FC236}">
                <a16:creationId xmlns:a16="http://schemas.microsoft.com/office/drawing/2014/main" id="{7CA2CF87-5C91-5E3D-00FE-3BF82DE968EA}"/>
              </a:ext>
            </a:extLst>
          </p:cNvPr>
          <p:cNvPicPr>
            <a:picLocks noChangeAspect="1"/>
          </p:cNvPicPr>
          <p:nvPr/>
        </p:nvPicPr>
        <p:blipFill>
          <a:blip r:embed="rId3"/>
          <a:stretch>
            <a:fillRect/>
          </a:stretch>
        </p:blipFill>
        <p:spPr>
          <a:xfrm>
            <a:off x="274319" y="3653836"/>
            <a:ext cx="8595360" cy="45719"/>
          </a:xfrm>
          <a:prstGeom prst="rect">
            <a:avLst/>
          </a:prstGeom>
        </p:spPr>
      </p:pic>
      <p:pic>
        <p:nvPicPr>
          <p:cNvPr id="10" name="Picture 9" descr="synergy_4color_gradient.png">
            <a:extLst>
              <a:ext uri="{FF2B5EF4-FFF2-40B4-BE49-F238E27FC236}">
                <a16:creationId xmlns:a16="http://schemas.microsoft.com/office/drawing/2014/main" id="{E6273A19-988B-19B3-FFA7-F851FFF66C8C}"/>
              </a:ext>
            </a:extLst>
          </p:cNvPr>
          <p:cNvPicPr>
            <a:picLocks noChangeAspect="1"/>
          </p:cNvPicPr>
          <p:nvPr/>
        </p:nvPicPr>
        <p:blipFill>
          <a:blip r:embed="rId3"/>
          <a:stretch>
            <a:fillRect/>
          </a:stretch>
        </p:blipFill>
        <p:spPr>
          <a:xfrm>
            <a:off x="274319" y="5299976"/>
            <a:ext cx="8595360" cy="45719"/>
          </a:xfrm>
          <a:prstGeom prst="rect">
            <a:avLst/>
          </a:prstGeom>
        </p:spPr>
      </p:pic>
      <p:sp>
        <p:nvSpPr>
          <p:cNvPr id="11" name="TextBox 10">
            <a:extLst>
              <a:ext uri="{FF2B5EF4-FFF2-40B4-BE49-F238E27FC236}">
                <a16:creationId xmlns:a16="http://schemas.microsoft.com/office/drawing/2014/main" id="{78BD45EE-6D73-EF76-8E95-1587B66A37B7}"/>
              </a:ext>
            </a:extLst>
          </p:cNvPr>
          <p:cNvSpPr txBox="1"/>
          <p:nvPr/>
        </p:nvSpPr>
        <p:spPr>
          <a:xfrm>
            <a:off x="1184079" y="4218676"/>
            <a:ext cx="6775839" cy="584775"/>
          </a:xfrm>
          <a:prstGeom prst="rect">
            <a:avLst/>
          </a:prstGeom>
          <a:noFill/>
        </p:spPr>
        <p:txBody>
          <a:bodyPr wrap="square" rtlCol="0" anchor="ctr">
            <a:spAutoFit/>
          </a:bodyPr>
          <a:lstStyle/>
          <a:p>
            <a:pPr algn="ctr"/>
            <a:r>
              <a:rPr lang="en-US" sz="3200" b="1" spc="300" dirty="0">
                <a:solidFill>
                  <a:schemeClr val="bg1"/>
                </a:solidFill>
                <a:latin typeface="Orbitron SemiBold" pitchFamily="2" charset="0"/>
              </a:rPr>
              <a:t>Thank You!</a:t>
            </a:r>
          </a:p>
        </p:txBody>
      </p:sp>
    </p:spTree>
    <p:extLst>
      <p:ext uri="{BB962C8B-B14F-4D97-AF65-F5344CB8AC3E}">
        <p14:creationId xmlns:p14="http://schemas.microsoft.com/office/powerpoint/2010/main" val="12601741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 calcmode="lin" valueType="num">
                                      <p:cBhvr>
                                        <p:cTn id="12" dur="1000" fill="hold"/>
                                        <p:tgtEl>
                                          <p:spTgt spid="8">
                                            <p:txEl>
                                              <p:pRg st="2" end="2"/>
                                            </p:txEl>
                                          </p:spTgt>
                                        </p:tgtEl>
                                        <p:attrNameLst>
                                          <p:attrName>ppt_w</p:attrName>
                                        </p:attrNameLst>
                                      </p:cBhvr>
                                      <p:tavLst>
                                        <p:tav tm="0">
                                          <p:val>
                                            <p:strVal val="#ppt_w*0.70"/>
                                          </p:val>
                                        </p:tav>
                                        <p:tav tm="100000">
                                          <p:val>
                                            <p:strVal val="#ppt_w"/>
                                          </p:val>
                                        </p:tav>
                                      </p:tavLst>
                                    </p:anim>
                                    <p:anim calcmode="lin" valueType="num">
                                      <p:cBhvr>
                                        <p:cTn id="13" dur="1000" fill="hold"/>
                                        <p:tgtEl>
                                          <p:spTgt spid="8">
                                            <p:txEl>
                                              <p:pRg st="2" end="2"/>
                                            </p:txEl>
                                          </p:spTgt>
                                        </p:tgtEl>
                                        <p:attrNameLst>
                                          <p:attrName>ppt_h</p:attrName>
                                        </p:attrNameLst>
                                      </p:cBhvr>
                                      <p:tavLst>
                                        <p:tav tm="0">
                                          <p:val>
                                            <p:strVal val="#ppt_h"/>
                                          </p:val>
                                        </p:tav>
                                        <p:tav tm="100000">
                                          <p:val>
                                            <p:strVal val="#ppt_h"/>
                                          </p:val>
                                        </p:tav>
                                      </p:tavLst>
                                    </p:anim>
                                    <p:animEffect transition="in" filter="fade">
                                      <p:cBhvr>
                                        <p:cTn id="14" dur="1000"/>
                                        <p:tgtEl>
                                          <p:spTgt spid="8">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xit" presetSubtype="21" fill="hold" grpId="1" nodeType="clickEffect">
                                  <p:stCondLst>
                                    <p:cond delay="0"/>
                                  </p:stCondLst>
                                  <p:childTnLst>
                                    <p:animEffect transition="out" filter="barn(inVertical)">
                                      <p:cBhvr>
                                        <p:cTn id="18" dur="500"/>
                                        <p:tgtEl>
                                          <p:spTgt spid="8">
                                            <p:txEl>
                                              <p:pRg st="0" end="0"/>
                                            </p:txEl>
                                          </p:spTgt>
                                        </p:tgtEl>
                                      </p:cBhvr>
                                    </p:animEffect>
                                    <p:set>
                                      <p:cBhvr>
                                        <p:cTn id="19" dur="1" fill="hold">
                                          <p:stCondLst>
                                            <p:cond delay="499"/>
                                          </p:stCondLst>
                                        </p:cTn>
                                        <p:tgtEl>
                                          <p:spTgt spid="8">
                                            <p:txEl>
                                              <p:pRg st="0" end="0"/>
                                            </p:txEl>
                                          </p:spTgt>
                                        </p:tgtEl>
                                        <p:attrNameLst>
                                          <p:attrName>style.visibility</p:attrName>
                                        </p:attrNameLst>
                                      </p:cBhvr>
                                      <p:to>
                                        <p:strVal val="hidden"/>
                                      </p:to>
                                    </p:set>
                                  </p:childTnLst>
                                </p:cTn>
                              </p:par>
                              <p:par>
                                <p:cTn id="20" presetID="16" presetClass="exit" presetSubtype="21" fill="hold" grpId="1" nodeType="withEffect">
                                  <p:stCondLst>
                                    <p:cond delay="0"/>
                                  </p:stCondLst>
                                  <p:childTnLst>
                                    <p:animEffect transition="out" filter="barn(inVertical)">
                                      <p:cBhvr>
                                        <p:cTn id="21" dur="500"/>
                                        <p:tgtEl>
                                          <p:spTgt spid="8">
                                            <p:txEl>
                                              <p:pRg st="2" end="2"/>
                                            </p:txEl>
                                          </p:spTgt>
                                        </p:tgtEl>
                                      </p:cBhvr>
                                    </p:animEffect>
                                    <p:set>
                                      <p:cBhvr>
                                        <p:cTn id="22" dur="1" fill="hold">
                                          <p:stCondLst>
                                            <p:cond delay="499"/>
                                          </p:stCondLst>
                                        </p:cTn>
                                        <p:tgtEl>
                                          <p:spTgt spid="8">
                                            <p:txEl>
                                              <p:pRg st="2" end="2"/>
                                            </p:txEl>
                                          </p:spTgt>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grpId="0" nodeType="click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anim calcmode="lin" valueType="num">
                                      <p:cBhvr>
                                        <p:cTn id="27" dur="1000" fill="hold"/>
                                        <p:tgtEl>
                                          <p:spTgt spid="11">
                                            <p:txEl>
                                              <p:pRg st="0" end="0"/>
                                            </p:txEl>
                                          </p:spTgt>
                                        </p:tgtEl>
                                        <p:attrNameLst>
                                          <p:attrName>ppt_w</p:attrName>
                                        </p:attrNameLst>
                                      </p:cBhvr>
                                      <p:tavLst>
                                        <p:tav tm="0">
                                          <p:val>
                                            <p:strVal val="#ppt_w*0.70"/>
                                          </p:val>
                                        </p:tav>
                                        <p:tav tm="100000">
                                          <p:val>
                                            <p:strVal val="#ppt_w"/>
                                          </p:val>
                                        </p:tav>
                                      </p:tavLst>
                                    </p:anim>
                                    <p:anim calcmode="lin" valueType="num">
                                      <p:cBhvr>
                                        <p:cTn id="28" dur="1000" fill="hold"/>
                                        <p:tgtEl>
                                          <p:spTgt spid="11">
                                            <p:txEl>
                                              <p:pRg st="0" end="0"/>
                                            </p:txEl>
                                          </p:spTgt>
                                        </p:tgtEl>
                                        <p:attrNameLst>
                                          <p:attrName>ppt_h</p:attrName>
                                        </p:attrNameLst>
                                      </p:cBhvr>
                                      <p:tavLst>
                                        <p:tav tm="0">
                                          <p:val>
                                            <p:strVal val="#ppt_h"/>
                                          </p:val>
                                        </p:tav>
                                        <p:tav tm="100000">
                                          <p:val>
                                            <p:strVal val="#ppt_h"/>
                                          </p:val>
                                        </p:tav>
                                      </p:tavLst>
                                    </p:anim>
                                    <p:animEffect transition="in" filter="fade">
                                      <p:cBhvr>
                                        <p:cTn id="29" dur="1000"/>
                                        <p:tgtEl>
                                          <p:spTgt spid="11">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xit" presetSubtype="21" fill="hold" grpId="1" nodeType="clickEffect">
                                  <p:stCondLst>
                                    <p:cond delay="0"/>
                                  </p:stCondLst>
                                  <p:childTnLst>
                                    <p:animEffect transition="out" filter="barn(inVertical)">
                                      <p:cBhvr>
                                        <p:cTn id="33" dur="500"/>
                                        <p:tgtEl>
                                          <p:spTgt spid="11">
                                            <p:txEl>
                                              <p:pRg st="0" end="0"/>
                                            </p:txEl>
                                          </p:spTgt>
                                        </p:tgtEl>
                                      </p:cBhvr>
                                    </p:animEffect>
                                    <p:set>
                                      <p:cBhvr>
                                        <p:cTn id="34" dur="1" fill="hold">
                                          <p:stCondLst>
                                            <p:cond delay="499"/>
                                          </p:stCondLst>
                                        </p:cTn>
                                        <p:tgtEl>
                                          <p:spTgt spid="11">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allAtOnce"/>
      <p:bldP spid="8" grpId="1" uiExpand="1" build="allAtOnce"/>
      <p:bldP spid="11" grpId="0" uiExpand="1" build="allAtOnce"/>
      <p:bldP spid="11" grpId="1" uiExpand="1" build="allAtOnce"/>
    </p:bldLst>
  </p:timing>
</p:sld>
</file>

<file path=ppt/slides/slide56.xml><?xml version="1.0" encoding="utf-8"?>
<p:sld xmlns:a="http://schemas.openxmlformats.org/drawingml/2006/main" xmlns:r="http://schemas.openxmlformats.org/officeDocument/2006/relationships" xmlns:p="http://schemas.openxmlformats.org/presentationml/2006/main">
  <p:cSld>
    <p:bg>
      <p:bgPr>
        <a:gradFill>
          <a:gsLst>
            <a:gs pos="60000">
              <a:srgbClr val="030206"/>
            </a:gs>
            <a:gs pos="100000">
              <a:srgbClr val="111622"/>
            </a:gs>
          </a:gsLst>
          <a:lin ang="5400000" scaled="0"/>
        </a:gradFill>
        <a:effectLst/>
      </p:bgPr>
    </p:bg>
    <p:spTree>
      <p:nvGrpSpPr>
        <p:cNvPr id="1" name="">
          <a:extLst>
            <a:ext uri="{FF2B5EF4-FFF2-40B4-BE49-F238E27FC236}">
              <a16:creationId xmlns:a16="http://schemas.microsoft.com/office/drawing/2014/main" id="{AC13C2C1-4BFF-9B28-485E-E12B741BF168}"/>
            </a:ext>
          </a:extLst>
        </p:cNvPr>
        <p:cNvGrpSpPr/>
        <p:nvPr/>
      </p:nvGrpSpPr>
      <p:grpSpPr>
        <a:xfrm>
          <a:off x="0" y="0"/>
          <a:ext cx="0" cy="0"/>
          <a:chOff x="0" y="0"/>
          <a:chExt cx="0" cy="0"/>
        </a:xfrm>
      </p:grpSpPr>
      <p:pic>
        <p:nvPicPr>
          <p:cNvPr id="3" name="Picture 2" descr="A blue and green circle&#10;&#10;AI-generated content may be incorrect.">
            <a:extLst>
              <a:ext uri="{FF2B5EF4-FFF2-40B4-BE49-F238E27FC236}">
                <a16:creationId xmlns:a16="http://schemas.microsoft.com/office/drawing/2014/main" id="{075C0550-10B9-1FBA-261F-171265B381AE}"/>
              </a:ext>
            </a:extLst>
          </p:cNvPr>
          <p:cNvPicPr>
            <a:picLocks noChangeAspect="1"/>
          </p:cNvPicPr>
          <p:nvPr/>
        </p:nvPicPr>
        <p:blipFill>
          <a:blip r:embed="rId2">
            <a:alphaModFix amt="50000"/>
          </a:blip>
          <a:stretch>
            <a:fillRect/>
          </a:stretch>
        </p:blipFill>
        <p:spPr>
          <a:xfrm>
            <a:off x="2652696" y="1509696"/>
            <a:ext cx="3838608" cy="3838608"/>
          </a:xfrm>
          <a:prstGeom prst="rect">
            <a:avLst/>
          </a:prstGeom>
        </p:spPr>
      </p:pic>
      <p:sp>
        <p:nvSpPr>
          <p:cNvPr id="7" name="TextBox 6">
            <a:extLst>
              <a:ext uri="{FF2B5EF4-FFF2-40B4-BE49-F238E27FC236}">
                <a16:creationId xmlns:a16="http://schemas.microsoft.com/office/drawing/2014/main" id="{46C196E6-984D-4759-B1A5-9FFDD6C94083}"/>
              </a:ext>
            </a:extLst>
          </p:cNvPr>
          <p:cNvSpPr txBox="1"/>
          <p:nvPr/>
        </p:nvSpPr>
        <p:spPr>
          <a:xfrm>
            <a:off x="929640" y="2967335"/>
            <a:ext cx="7284720" cy="923330"/>
          </a:xfrm>
          <a:prstGeom prst="rect">
            <a:avLst/>
          </a:prstGeom>
          <a:noFill/>
        </p:spPr>
        <p:txBody>
          <a:bodyPr wrap="square">
            <a:spAutoFit/>
          </a:bodyPr>
          <a:lstStyle/>
          <a:p>
            <a:pPr algn="ctr">
              <a:defRPr sz="6000">
                <a:solidFill>
                  <a:srgbClr val="FFFFFF"/>
                </a:solidFill>
                <a:latin typeface="Arial"/>
              </a:defRPr>
            </a:pPr>
            <a:r>
              <a:rPr sz="5400" b="1" dirty="0">
                <a:latin typeface="Orbitron Black" pitchFamily="2" charset="0"/>
              </a:rPr>
              <a:t>Synergy </a:t>
            </a:r>
            <a:r>
              <a:rPr lang="en-US" sz="5400" b="1" dirty="0">
                <a:latin typeface="Orbitron Black" pitchFamily="2" charset="0"/>
              </a:rPr>
              <a:t> </a:t>
            </a:r>
            <a:r>
              <a:rPr sz="5400" b="1" dirty="0">
                <a:latin typeface="Orbitron Black" pitchFamily="2" charset="0"/>
              </a:rPr>
              <a:t>Network</a:t>
            </a:r>
          </a:p>
        </p:txBody>
      </p:sp>
    </p:spTree>
    <p:extLst>
      <p:ext uri="{BB962C8B-B14F-4D97-AF65-F5344CB8AC3E}">
        <p14:creationId xmlns:p14="http://schemas.microsoft.com/office/powerpoint/2010/main" val="11872007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1607</TotalTime>
  <Words>4162</Words>
  <Application>Microsoft Macintosh PowerPoint</Application>
  <PresentationFormat>On-screen Show (4:3)</PresentationFormat>
  <Paragraphs>615</Paragraphs>
  <Slides>56</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56</vt:i4>
      </vt:variant>
    </vt:vector>
  </HeadingPairs>
  <TitlesOfParts>
    <vt:vector size="65" baseType="lpstr">
      <vt:lpstr>Aptos</vt:lpstr>
      <vt:lpstr>Arial</vt:lpstr>
      <vt:lpstr>Calibri</vt:lpstr>
      <vt:lpstr>Inter</vt:lpstr>
      <vt:lpstr>Inter Light</vt:lpstr>
      <vt:lpstr>Orbitron Black</vt:lpstr>
      <vt:lpstr>Orbitron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dev pup</cp:lastModifiedBy>
  <cp:revision>5</cp:revision>
  <dcterms:created xsi:type="dcterms:W3CDTF">2013-01-27T09:14:16Z</dcterms:created>
  <dcterms:modified xsi:type="dcterms:W3CDTF">2025-11-15T13:14:30Z</dcterms:modified>
  <cp:category/>
</cp:coreProperties>
</file>